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97" r:id="rId7"/>
    <p:sldId id="298" r:id="rId8"/>
    <p:sldId id="299" r:id="rId9"/>
    <p:sldId id="300" r:id="rId10"/>
    <p:sldId id="301" r:id="rId11"/>
    <p:sldId id="302" r:id="rId12"/>
    <p:sldId id="303" r:id="rId13"/>
    <p:sldId id="304" r:id="rId14"/>
    <p:sldId id="305" r:id="rId15"/>
    <p:sldId id="306" r:id="rId16"/>
    <p:sldId id="307" r:id="rId17"/>
    <p:sldId id="308" r:id="rId18"/>
    <p:sldId id="309" r:id="rId19"/>
    <p:sldId id="310" r:id="rId20"/>
    <p:sldId id="311" r:id="rId21"/>
    <p:sldId id="312" r:id="rId22"/>
    <p:sldId id="313" r:id="rId23"/>
    <p:sldId id="315" r:id="rId24"/>
    <p:sldId id="316" r:id="rId25"/>
    <p:sldId id="317" r:id="rId26"/>
    <p:sldId id="318" r:id="rId27"/>
    <p:sldId id="319" r:id="rId28"/>
    <p:sldId id="320" r:id="rId29"/>
    <p:sldId id="322" r:id="rId30"/>
    <p:sldId id="321" r:id="rId31"/>
    <p:sldId id="323" r:id="rId32"/>
    <p:sldId id="324" r:id="rId33"/>
    <p:sldId id="325" r:id="rId34"/>
    <p:sldId id="326" r:id="rId35"/>
    <p:sldId id="327" r:id="rId36"/>
    <p:sldId id="328" r:id="rId37"/>
    <p:sldId id="329" r:id="rId38"/>
    <p:sldId id="354" r:id="rId39"/>
    <p:sldId id="330" r:id="rId40"/>
    <p:sldId id="332" r:id="rId41"/>
    <p:sldId id="333" r:id="rId42"/>
    <p:sldId id="334" r:id="rId43"/>
    <p:sldId id="335" r:id="rId44"/>
    <p:sldId id="336" r:id="rId45"/>
    <p:sldId id="337" r:id="rId46"/>
    <p:sldId id="338" r:id="rId47"/>
    <p:sldId id="339" r:id="rId48"/>
    <p:sldId id="340" r:id="rId49"/>
    <p:sldId id="341" r:id="rId50"/>
    <p:sldId id="355" r:id="rId51"/>
    <p:sldId id="342" r:id="rId52"/>
    <p:sldId id="344" r:id="rId53"/>
    <p:sldId id="345" r:id="rId54"/>
    <p:sldId id="346" r:id="rId55"/>
    <p:sldId id="347" r:id="rId56"/>
    <p:sldId id="348" r:id="rId57"/>
    <p:sldId id="349" r:id="rId58"/>
    <p:sldId id="350" r:id="rId59"/>
    <p:sldId id="351" r:id="rId60"/>
    <p:sldId id="352" r:id="rId61"/>
    <p:sldId id="353" r:id="rId6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21BD5-462E-B985-A5ED-96E89F28A089}" v="1435" dt="2026-01-25T17:07:54.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mirlan Zhaxalykov" userId="S::t.zhaxalykov@kbtu.kz::037320a9-8ef1-4acb-bb74-1ab60141db9d" providerId="AD" clId="Web-{60121BD5-462E-B985-A5ED-96E89F28A089}"/>
    <pc:docChg chg="addSld delSld modSld">
      <pc:chgData name="Temirlan Zhaxalykov" userId="S::t.zhaxalykov@kbtu.kz::037320a9-8ef1-4acb-bb74-1ab60141db9d" providerId="AD" clId="Web-{60121BD5-462E-B985-A5ED-96E89F28A089}" dt="2026-01-25T17:07:54.542" v="1415" actId="1076"/>
      <pc:docMkLst>
        <pc:docMk/>
      </pc:docMkLst>
      <pc:sldChg chg="addSp modSp add">
        <pc:chgData name="Temirlan Zhaxalykov" userId="S::t.zhaxalykov@kbtu.kz::037320a9-8ef1-4acb-bb74-1ab60141db9d" providerId="AD" clId="Web-{60121BD5-462E-B985-A5ED-96E89F28A089}" dt="2026-01-25T15:46:22.878" v="46" actId="20577"/>
        <pc:sldMkLst>
          <pc:docMk/>
          <pc:sldMk cId="3639920370" sldId="257"/>
        </pc:sldMkLst>
        <pc:spChg chg="mod">
          <ac:chgData name="Temirlan Zhaxalykov" userId="S::t.zhaxalykov@kbtu.kz::037320a9-8ef1-4acb-bb74-1ab60141db9d" providerId="AD" clId="Web-{60121BD5-462E-B985-A5ED-96E89F28A089}" dt="2026-01-25T15:46:22.878" v="46" actId="20577"/>
          <ac:spMkLst>
            <pc:docMk/>
            <pc:sldMk cId="3639920370" sldId="257"/>
            <ac:spMk id="2" creationId="{00000000-0000-0000-0000-000000000000}"/>
          </ac:spMkLst>
        </pc:spChg>
        <pc:spChg chg="add">
          <ac:chgData name="Temirlan Zhaxalykov" userId="S::t.zhaxalykov@kbtu.kz::037320a9-8ef1-4acb-bb74-1ab60141db9d" providerId="AD" clId="Web-{60121BD5-462E-B985-A5ED-96E89F28A089}" dt="2026-01-25T15:45:18.221" v="1"/>
          <ac:spMkLst>
            <pc:docMk/>
            <pc:sldMk cId="3639920370" sldId="257"/>
            <ac:spMk id="8" creationId="{6F5A5072-7B47-4D32-B52A-4EBBF590B8A5}"/>
          </ac:spMkLst>
        </pc:spChg>
        <pc:spChg chg="add">
          <ac:chgData name="Temirlan Zhaxalykov" userId="S::t.zhaxalykov@kbtu.kz::037320a9-8ef1-4acb-bb74-1ab60141db9d" providerId="AD" clId="Web-{60121BD5-462E-B985-A5ED-96E89F28A089}" dt="2026-01-25T15:45:18.221" v="1"/>
          <ac:spMkLst>
            <pc:docMk/>
            <pc:sldMk cId="3639920370" sldId="257"/>
            <ac:spMk id="10" creationId="{9715DAF0-AE1B-46C9-8A6B-DB2AA05AB91D}"/>
          </ac:spMkLst>
        </pc:spChg>
        <pc:spChg chg="add">
          <ac:chgData name="Temirlan Zhaxalykov" userId="S::t.zhaxalykov@kbtu.kz::037320a9-8ef1-4acb-bb74-1ab60141db9d" providerId="AD" clId="Web-{60121BD5-462E-B985-A5ED-96E89F28A089}" dt="2026-01-25T15:45:18.221" v="1"/>
          <ac:spMkLst>
            <pc:docMk/>
            <pc:sldMk cId="3639920370" sldId="257"/>
            <ac:spMk id="12" creationId="{6016219D-510E-4184-9090-6D5578A87BD1}"/>
          </ac:spMkLst>
        </pc:spChg>
        <pc:spChg chg="add">
          <ac:chgData name="Temirlan Zhaxalykov" userId="S::t.zhaxalykov@kbtu.kz::037320a9-8ef1-4acb-bb74-1ab60141db9d" providerId="AD" clId="Web-{60121BD5-462E-B985-A5ED-96E89F28A089}" dt="2026-01-25T15:45:18.221" v="1"/>
          <ac:spMkLst>
            <pc:docMk/>
            <pc:sldMk cId="3639920370" sldId="257"/>
            <ac:spMk id="14" creationId="{AFF4A713-7B75-4B21-90D7-5AB19547C728}"/>
          </ac:spMkLst>
        </pc:spChg>
        <pc:spChg chg="add">
          <ac:chgData name="Temirlan Zhaxalykov" userId="S::t.zhaxalykov@kbtu.kz::037320a9-8ef1-4acb-bb74-1ab60141db9d" providerId="AD" clId="Web-{60121BD5-462E-B985-A5ED-96E89F28A089}" dt="2026-01-25T15:45:18.221" v="1"/>
          <ac:spMkLst>
            <pc:docMk/>
            <pc:sldMk cId="3639920370" sldId="257"/>
            <ac:spMk id="16" creationId="{DC631C0B-6DA6-4E57-8231-CE32B3434A7E}"/>
          </ac:spMkLst>
        </pc:spChg>
        <pc:spChg chg="add">
          <ac:chgData name="Temirlan Zhaxalykov" userId="S::t.zhaxalykov@kbtu.kz::037320a9-8ef1-4acb-bb74-1ab60141db9d" providerId="AD" clId="Web-{60121BD5-462E-B985-A5ED-96E89F28A089}" dt="2026-01-25T15:45:18.221" v="1"/>
          <ac:spMkLst>
            <pc:docMk/>
            <pc:sldMk cId="3639920370" sldId="257"/>
            <ac:spMk id="18" creationId="{C29501E6-A978-4A61-9689-9085AF97A53A}"/>
          </ac:spMkLst>
        </pc:spChg>
      </pc:sldChg>
      <pc:sldChg chg="addSp modSp new mod setBg">
        <pc:chgData name="Temirlan Zhaxalykov" userId="S::t.zhaxalykov@kbtu.kz::037320a9-8ef1-4acb-bb74-1ab60141db9d" providerId="AD" clId="Web-{60121BD5-462E-B985-A5ED-96E89F28A089}" dt="2026-01-25T15:47:45.083" v="65" actId="20577"/>
        <pc:sldMkLst>
          <pc:docMk/>
          <pc:sldMk cId="644349939" sldId="258"/>
        </pc:sldMkLst>
        <pc:spChg chg="mod">
          <ac:chgData name="Temirlan Zhaxalykov" userId="S::t.zhaxalykov@kbtu.kz::037320a9-8ef1-4acb-bb74-1ab60141db9d" providerId="AD" clId="Web-{60121BD5-462E-B985-A5ED-96E89F28A089}" dt="2026-01-25T15:47:45.083" v="65" actId="20577"/>
          <ac:spMkLst>
            <pc:docMk/>
            <pc:sldMk cId="644349939" sldId="258"/>
            <ac:spMk id="2" creationId="{A76D9B10-4D7B-7092-6039-08EDA087B5F3}"/>
          </ac:spMkLst>
        </pc:spChg>
        <pc:spChg chg="mod">
          <ac:chgData name="Temirlan Zhaxalykov" userId="S::t.zhaxalykov@kbtu.kz::037320a9-8ef1-4acb-bb74-1ab60141db9d" providerId="AD" clId="Web-{60121BD5-462E-B985-A5ED-96E89F28A089}" dt="2026-01-25T15:47:35.583" v="63"/>
          <ac:spMkLst>
            <pc:docMk/>
            <pc:sldMk cId="644349939" sldId="258"/>
            <ac:spMk id="3" creationId="{DDE86910-55D0-F75F-EB56-9549B7C29F83}"/>
          </ac:spMkLst>
        </pc:spChg>
        <pc:spChg chg="add">
          <ac:chgData name="Temirlan Zhaxalykov" userId="S::t.zhaxalykov@kbtu.kz::037320a9-8ef1-4acb-bb74-1ab60141db9d" providerId="AD" clId="Web-{60121BD5-462E-B985-A5ED-96E89F28A089}" dt="2026-01-25T15:47:22.489" v="61"/>
          <ac:spMkLst>
            <pc:docMk/>
            <pc:sldMk cId="644349939" sldId="258"/>
            <ac:spMk id="8" creationId="{DEE2AD96-B495-4E06-9291-B71706F728CB}"/>
          </ac:spMkLst>
        </pc:spChg>
        <pc:spChg chg="add">
          <ac:chgData name="Temirlan Zhaxalykov" userId="S::t.zhaxalykov@kbtu.kz::037320a9-8ef1-4acb-bb74-1ab60141db9d" providerId="AD" clId="Web-{60121BD5-462E-B985-A5ED-96E89F28A089}" dt="2026-01-25T15:47:22.489" v="61"/>
          <ac:spMkLst>
            <pc:docMk/>
            <pc:sldMk cId="644349939" sldId="258"/>
            <ac:spMk id="10" creationId="{53CF6D67-C5A8-4ADD-9E8E-1E38CA1D3166}"/>
          </ac:spMkLst>
        </pc:spChg>
        <pc:spChg chg="add">
          <ac:chgData name="Temirlan Zhaxalykov" userId="S::t.zhaxalykov@kbtu.kz::037320a9-8ef1-4acb-bb74-1ab60141db9d" providerId="AD" clId="Web-{60121BD5-462E-B985-A5ED-96E89F28A089}" dt="2026-01-25T15:47:22.489" v="61"/>
          <ac:spMkLst>
            <pc:docMk/>
            <pc:sldMk cId="644349939" sldId="258"/>
            <ac:spMk id="12" creationId="{86909FA0-B515-4681-B7A8-FA281D133B94}"/>
          </ac:spMkLst>
        </pc:spChg>
        <pc:spChg chg="add">
          <ac:chgData name="Temirlan Zhaxalykov" userId="S::t.zhaxalykov@kbtu.kz::037320a9-8ef1-4acb-bb74-1ab60141db9d" providerId="AD" clId="Web-{60121BD5-462E-B985-A5ED-96E89F28A089}" dt="2026-01-25T15:47:22.489" v="61"/>
          <ac:spMkLst>
            <pc:docMk/>
            <pc:sldMk cId="644349939" sldId="258"/>
            <ac:spMk id="14" creationId="{21C9FE86-FCC3-4A31-AA1C-C882262B7FE7}"/>
          </ac:spMkLst>
        </pc:spChg>
        <pc:spChg chg="add">
          <ac:chgData name="Temirlan Zhaxalykov" userId="S::t.zhaxalykov@kbtu.kz::037320a9-8ef1-4acb-bb74-1ab60141db9d" providerId="AD" clId="Web-{60121BD5-462E-B985-A5ED-96E89F28A089}" dt="2026-01-25T15:47:22.489" v="61"/>
          <ac:spMkLst>
            <pc:docMk/>
            <pc:sldMk cId="644349939" sldId="258"/>
            <ac:spMk id="16" creationId="{7D96243B-ECED-4B71-8E06-AE9A285EAD20}"/>
          </ac:spMkLst>
        </pc:spChg>
        <pc:spChg chg="add">
          <ac:chgData name="Temirlan Zhaxalykov" userId="S::t.zhaxalykov@kbtu.kz::037320a9-8ef1-4acb-bb74-1ab60141db9d" providerId="AD" clId="Web-{60121BD5-462E-B985-A5ED-96E89F28A089}" dt="2026-01-25T15:47:22.489" v="61"/>
          <ac:spMkLst>
            <pc:docMk/>
            <pc:sldMk cId="644349939" sldId="258"/>
            <ac:spMk id="18" creationId="{A09989E4-EFDC-4A90-A633-E0525FB4139E}"/>
          </ac:spMkLst>
        </pc:spChg>
      </pc:sldChg>
      <pc:sldChg chg="addSp modSp add">
        <pc:chgData name="Temirlan Zhaxalykov" userId="S::t.zhaxalykov@kbtu.kz::037320a9-8ef1-4acb-bb74-1ab60141db9d" providerId="AD" clId="Web-{60121BD5-462E-B985-A5ED-96E89F28A089}" dt="2026-01-25T15:49:26.397" v="101" actId="20577"/>
        <pc:sldMkLst>
          <pc:docMk/>
          <pc:sldMk cId="432503727" sldId="297"/>
        </pc:sldMkLst>
        <pc:spChg chg="mod">
          <ac:chgData name="Temirlan Zhaxalykov" userId="S::t.zhaxalykov@kbtu.kz::037320a9-8ef1-4acb-bb74-1ab60141db9d" providerId="AD" clId="Web-{60121BD5-462E-B985-A5ED-96E89F28A089}" dt="2026-01-25T15:49:26.397" v="101" actId="20577"/>
          <ac:spMkLst>
            <pc:docMk/>
            <pc:sldMk cId="432503727" sldId="297"/>
            <ac:spMk id="2" creationId="{4711D198-BC54-1A26-E453-415B3A49633C}"/>
          </ac:spMkLst>
        </pc:spChg>
        <pc:spChg chg="mod">
          <ac:chgData name="Temirlan Zhaxalykov" userId="S::t.zhaxalykov@kbtu.kz::037320a9-8ef1-4acb-bb74-1ab60141db9d" providerId="AD" clId="Web-{60121BD5-462E-B985-A5ED-96E89F28A089}" dt="2026-01-25T15:49:13.318" v="98" actId="20577"/>
          <ac:spMkLst>
            <pc:docMk/>
            <pc:sldMk cId="432503727" sldId="297"/>
            <ac:spMk id="17" creationId="{6E566CF4-7CD9-4868-7FB8-95D549613A1E}"/>
          </ac:spMkLst>
        </pc:spChg>
        <pc:spChg chg="add">
          <ac:chgData name="Temirlan Zhaxalykov" userId="S::t.zhaxalykov@kbtu.kz::037320a9-8ef1-4acb-bb74-1ab60141db9d" providerId="AD" clId="Web-{60121BD5-462E-B985-A5ED-96E89F28A089}" dt="2026-01-25T15:48:06.724" v="69"/>
          <ac:spMkLst>
            <pc:docMk/>
            <pc:sldMk cId="432503727" sldId="297"/>
            <ac:spMk id="22" creationId="{DEE2AD96-B495-4E06-9291-B71706F728CB}"/>
          </ac:spMkLst>
        </pc:spChg>
        <pc:spChg chg="add">
          <ac:chgData name="Temirlan Zhaxalykov" userId="S::t.zhaxalykov@kbtu.kz::037320a9-8ef1-4acb-bb74-1ab60141db9d" providerId="AD" clId="Web-{60121BD5-462E-B985-A5ED-96E89F28A089}" dt="2026-01-25T15:48:06.724" v="69"/>
          <ac:spMkLst>
            <pc:docMk/>
            <pc:sldMk cId="432503727" sldId="297"/>
            <ac:spMk id="24" creationId="{53CF6D67-C5A8-4ADD-9E8E-1E38CA1D3166}"/>
          </ac:spMkLst>
        </pc:spChg>
        <pc:spChg chg="add">
          <ac:chgData name="Temirlan Zhaxalykov" userId="S::t.zhaxalykov@kbtu.kz::037320a9-8ef1-4acb-bb74-1ab60141db9d" providerId="AD" clId="Web-{60121BD5-462E-B985-A5ED-96E89F28A089}" dt="2026-01-25T15:48:06.724" v="69"/>
          <ac:spMkLst>
            <pc:docMk/>
            <pc:sldMk cId="432503727" sldId="297"/>
            <ac:spMk id="26" creationId="{86909FA0-B515-4681-B7A8-FA281D133B94}"/>
          </ac:spMkLst>
        </pc:spChg>
        <pc:spChg chg="add">
          <ac:chgData name="Temirlan Zhaxalykov" userId="S::t.zhaxalykov@kbtu.kz::037320a9-8ef1-4acb-bb74-1ab60141db9d" providerId="AD" clId="Web-{60121BD5-462E-B985-A5ED-96E89F28A089}" dt="2026-01-25T15:48:06.724" v="69"/>
          <ac:spMkLst>
            <pc:docMk/>
            <pc:sldMk cId="432503727" sldId="297"/>
            <ac:spMk id="28" creationId="{21C9FE86-FCC3-4A31-AA1C-C882262B7FE7}"/>
          </ac:spMkLst>
        </pc:spChg>
        <pc:spChg chg="add">
          <ac:chgData name="Temirlan Zhaxalykov" userId="S::t.zhaxalykov@kbtu.kz::037320a9-8ef1-4acb-bb74-1ab60141db9d" providerId="AD" clId="Web-{60121BD5-462E-B985-A5ED-96E89F28A089}" dt="2026-01-25T15:48:06.724" v="69"/>
          <ac:spMkLst>
            <pc:docMk/>
            <pc:sldMk cId="432503727" sldId="297"/>
            <ac:spMk id="30" creationId="{7D96243B-ECED-4B71-8E06-AE9A285EAD20}"/>
          </ac:spMkLst>
        </pc:spChg>
        <pc:spChg chg="add">
          <ac:chgData name="Temirlan Zhaxalykov" userId="S::t.zhaxalykov@kbtu.kz::037320a9-8ef1-4acb-bb74-1ab60141db9d" providerId="AD" clId="Web-{60121BD5-462E-B985-A5ED-96E89F28A089}" dt="2026-01-25T15:48:06.724" v="69"/>
          <ac:spMkLst>
            <pc:docMk/>
            <pc:sldMk cId="432503727" sldId="297"/>
            <ac:spMk id="32" creationId="{A09989E4-EFDC-4A90-A633-E0525FB4139E}"/>
          </ac:spMkLst>
        </pc:spChg>
      </pc:sldChg>
      <pc:sldChg chg="addSp delSp modSp new mod setBg">
        <pc:chgData name="Temirlan Zhaxalykov" userId="S::t.zhaxalykov@kbtu.kz::037320a9-8ef1-4acb-bb74-1ab60141db9d" providerId="AD" clId="Web-{60121BD5-462E-B985-A5ED-96E89F28A089}" dt="2026-01-25T15:52:04.695" v="140" actId="20577"/>
        <pc:sldMkLst>
          <pc:docMk/>
          <pc:sldMk cId="1922538958" sldId="298"/>
        </pc:sldMkLst>
        <pc:spChg chg="mod">
          <ac:chgData name="Temirlan Zhaxalykov" userId="S::t.zhaxalykov@kbtu.kz::037320a9-8ef1-4acb-bb74-1ab60141db9d" providerId="AD" clId="Web-{60121BD5-462E-B985-A5ED-96E89F28A089}" dt="2026-01-25T15:51:46.039" v="138" actId="20577"/>
          <ac:spMkLst>
            <pc:docMk/>
            <pc:sldMk cId="1922538958" sldId="298"/>
            <ac:spMk id="2" creationId="{D65E1BC8-D893-1FAD-F6BC-0A776B9E6083}"/>
          </ac:spMkLst>
        </pc:spChg>
        <pc:spChg chg="mod">
          <ac:chgData name="Temirlan Zhaxalykov" userId="S::t.zhaxalykov@kbtu.kz::037320a9-8ef1-4acb-bb74-1ab60141db9d" providerId="AD" clId="Web-{60121BD5-462E-B985-A5ED-96E89F28A089}" dt="2026-01-25T15:52:04.695" v="140" actId="20577"/>
          <ac:spMkLst>
            <pc:docMk/>
            <pc:sldMk cId="1922538958" sldId="298"/>
            <ac:spMk id="3" creationId="{25D131E6-DE5F-98CB-EA71-371D9491EBDA}"/>
          </ac:spMkLst>
        </pc:spChg>
        <pc:spChg chg="add">
          <ac:chgData name="Temirlan Zhaxalykov" userId="S::t.zhaxalykov@kbtu.kz::037320a9-8ef1-4acb-bb74-1ab60141db9d" providerId="AD" clId="Web-{60121BD5-462E-B985-A5ED-96E89F28A089}" dt="2026-01-25T15:51:17.117" v="132"/>
          <ac:spMkLst>
            <pc:docMk/>
            <pc:sldMk cId="1922538958" sldId="298"/>
            <ac:spMk id="25" creationId="{3B2E3793-BFE6-45A2-9B7B-E18844431C99}"/>
          </ac:spMkLst>
        </pc:spChg>
        <pc:spChg chg="add">
          <ac:chgData name="Temirlan Zhaxalykov" userId="S::t.zhaxalykov@kbtu.kz::037320a9-8ef1-4acb-bb74-1ab60141db9d" providerId="AD" clId="Web-{60121BD5-462E-B985-A5ED-96E89F28A089}" dt="2026-01-25T15:51:17.117" v="132"/>
          <ac:spMkLst>
            <pc:docMk/>
            <pc:sldMk cId="1922538958" sldId="298"/>
            <ac:spMk id="27" creationId="{BC4C4868-CB8F-4AF9-9CDB-8108F2C19B67}"/>
          </ac:spMkLst>
        </pc:spChg>
        <pc:spChg chg="add">
          <ac:chgData name="Temirlan Zhaxalykov" userId="S::t.zhaxalykov@kbtu.kz::037320a9-8ef1-4acb-bb74-1ab60141db9d" providerId="AD" clId="Web-{60121BD5-462E-B985-A5ED-96E89F28A089}" dt="2026-01-25T15:51:17.117" v="132"/>
          <ac:spMkLst>
            <pc:docMk/>
            <pc:sldMk cId="1922538958" sldId="298"/>
            <ac:spMk id="29" creationId="{375E0459-6403-40CD-989D-56A4407CA12E}"/>
          </ac:spMkLst>
        </pc:spChg>
        <pc:spChg chg="add">
          <ac:chgData name="Temirlan Zhaxalykov" userId="S::t.zhaxalykov@kbtu.kz::037320a9-8ef1-4acb-bb74-1ab60141db9d" providerId="AD" clId="Web-{60121BD5-462E-B985-A5ED-96E89F28A089}" dt="2026-01-25T15:51:17.117" v="132"/>
          <ac:spMkLst>
            <pc:docMk/>
            <pc:sldMk cId="1922538958" sldId="298"/>
            <ac:spMk id="31" creationId="{53E5B1A8-3AC9-4BD1-9BBC-78CA94F2D1BA}"/>
          </ac:spMkLst>
        </pc:spChg>
      </pc:sldChg>
      <pc:sldChg chg="addSp modSp new mod setBg">
        <pc:chgData name="Temirlan Zhaxalykov" userId="S::t.zhaxalykov@kbtu.kz::037320a9-8ef1-4acb-bb74-1ab60141db9d" providerId="AD" clId="Web-{60121BD5-462E-B985-A5ED-96E89F28A089}" dt="2026-01-25T15:52:59.461" v="151"/>
        <pc:sldMkLst>
          <pc:docMk/>
          <pc:sldMk cId="2853359867" sldId="299"/>
        </pc:sldMkLst>
        <pc:spChg chg="mod">
          <ac:chgData name="Temirlan Zhaxalykov" userId="S::t.zhaxalykov@kbtu.kz::037320a9-8ef1-4acb-bb74-1ab60141db9d" providerId="AD" clId="Web-{60121BD5-462E-B985-A5ED-96E89F28A089}" dt="2026-01-25T15:52:59.430" v="150"/>
          <ac:spMkLst>
            <pc:docMk/>
            <pc:sldMk cId="2853359867" sldId="299"/>
            <ac:spMk id="2" creationId="{0B1EC5A0-6104-EF56-4124-68B288E8BB2F}"/>
          </ac:spMkLst>
        </pc:spChg>
        <pc:spChg chg="mod">
          <ac:chgData name="Temirlan Zhaxalykov" userId="S::t.zhaxalykov@kbtu.kz::037320a9-8ef1-4acb-bb74-1ab60141db9d" providerId="AD" clId="Web-{60121BD5-462E-B985-A5ED-96E89F28A089}" dt="2026-01-25T15:52:59.461" v="151"/>
          <ac:spMkLst>
            <pc:docMk/>
            <pc:sldMk cId="2853359867" sldId="299"/>
            <ac:spMk id="3" creationId="{E0DC518F-583D-838A-D1BF-CFAAEC6C4F3D}"/>
          </ac:spMkLst>
        </pc:spChg>
        <pc:spChg chg="add">
          <ac:chgData name="Temirlan Zhaxalykov" userId="S::t.zhaxalykov@kbtu.kz::037320a9-8ef1-4acb-bb74-1ab60141db9d" providerId="AD" clId="Web-{60121BD5-462E-B985-A5ED-96E89F28A089}" dt="2026-01-25T15:52:49.836" v="147"/>
          <ac:spMkLst>
            <pc:docMk/>
            <pc:sldMk cId="2853359867" sldId="299"/>
            <ac:spMk id="8" creationId="{1B15ED52-F352-441B-82BF-E0EA34836D08}"/>
          </ac:spMkLst>
        </pc:spChg>
        <pc:spChg chg="add">
          <ac:chgData name="Temirlan Zhaxalykov" userId="S::t.zhaxalykov@kbtu.kz::037320a9-8ef1-4acb-bb74-1ab60141db9d" providerId="AD" clId="Web-{60121BD5-462E-B985-A5ED-96E89F28A089}" dt="2026-01-25T15:52:49.836" v="147"/>
          <ac:spMkLst>
            <pc:docMk/>
            <pc:sldMk cId="2853359867" sldId="299"/>
            <ac:spMk id="10" creationId="{3B2E3793-BFE6-45A2-9B7B-E18844431C99}"/>
          </ac:spMkLst>
        </pc:spChg>
        <pc:spChg chg="add">
          <ac:chgData name="Temirlan Zhaxalykov" userId="S::t.zhaxalykov@kbtu.kz::037320a9-8ef1-4acb-bb74-1ab60141db9d" providerId="AD" clId="Web-{60121BD5-462E-B985-A5ED-96E89F28A089}" dt="2026-01-25T15:52:49.836" v="147"/>
          <ac:spMkLst>
            <pc:docMk/>
            <pc:sldMk cId="2853359867" sldId="299"/>
            <ac:spMk id="12" creationId="{BC4C4868-CB8F-4AF9-9CDB-8108F2C19B67}"/>
          </ac:spMkLst>
        </pc:spChg>
        <pc:spChg chg="add">
          <ac:chgData name="Temirlan Zhaxalykov" userId="S::t.zhaxalykov@kbtu.kz::037320a9-8ef1-4acb-bb74-1ab60141db9d" providerId="AD" clId="Web-{60121BD5-462E-B985-A5ED-96E89F28A089}" dt="2026-01-25T15:52:49.836" v="147"/>
          <ac:spMkLst>
            <pc:docMk/>
            <pc:sldMk cId="2853359867" sldId="299"/>
            <ac:spMk id="14" creationId="{375E0459-6403-40CD-989D-56A4407CA12E}"/>
          </ac:spMkLst>
        </pc:spChg>
        <pc:spChg chg="add">
          <ac:chgData name="Temirlan Zhaxalykov" userId="S::t.zhaxalykov@kbtu.kz::037320a9-8ef1-4acb-bb74-1ab60141db9d" providerId="AD" clId="Web-{60121BD5-462E-B985-A5ED-96E89F28A089}" dt="2026-01-25T15:52:49.836" v="147"/>
          <ac:spMkLst>
            <pc:docMk/>
            <pc:sldMk cId="2853359867" sldId="299"/>
            <ac:spMk id="16" creationId="{53E5B1A8-3AC9-4BD1-9BBC-78CA94F2D1BA}"/>
          </ac:spMkLst>
        </pc:spChg>
      </pc:sldChg>
      <pc:sldChg chg="addSp modSp new mod setBg">
        <pc:chgData name="Temirlan Zhaxalykov" userId="S::t.zhaxalykov@kbtu.kz::037320a9-8ef1-4acb-bb74-1ab60141db9d" providerId="AD" clId="Web-{60121BD5-462E-B985-A5ED-96E89F28A089}" dt="2026-01-25T15:56:30.041" v="192" actId="20577"/>
        <pc:sldMkLst>
          <pc:docMk/>
          <pc:sldMk cId="3662055052" sldId="300"/>
        </pc:sldMkLst>
        <pc:spChg chg="mod">
          <ac:chgData name="Temirlan Zhaxalykov" userId="S::t.zhaxalykov@kbtu.kz::037320a9-8ef1-4acb-bb74-1ab60141db9d" providerId="AD" clId="Web-{60121BD5-462E-B985-A5ED-96E89F28A089}" dt="2026-01-25T15:56:30.041" v="192" actId="20577"/>
          <ac:spMkLst>
            <pc:docMk/>
            <pc:sldMk cId="3662055052" sldId="300"/>
            <ac:spMk id="2" creationId="{96DCF39A-9133-D7A6-8E7B-7A7E4C17EEFF}"/>
          </ac:spMkLst>
        </pc:spChg>
        <pc:spChg chg="mod">
          <ac:chgData name="Temirlan Zhaxalykov" userId="S::t.zhaxalykov@kbtu.kz::037320a9-8ef1-4acb-bb74-1ab60141db9d" providerId="AD" clId="Web-{60121BD5-462E-B985-A5ED-96E89F28A089}" dt="2026-01-25T15:53:51.509" v="161" actId="20577"/>
          <ac:spMkLst>
            <pc:docMk/>
            <pc:sldMk cId="3662055052" sldId="300"/>
            <ac:spMk id="3" creationId="{10F2C8F1-F5DB-C9CA-1CD0-2ACD6D5C6060}"/>
          </ac:spMkLst>
        </pc:spChg>
        <pc:spChg chg="add">
          <ac:chgData name="Temirlan Zhaxalykov" userId="S::t.zhaxalykov@kbtu.kz::037320a9-8ef1-4acb-bb74-1ab60141db9d" providerId="AD" clId="Web-{60121BD5-462E-B985-A5ED-96E89F28A089}" dt="2026-01-25T15:53:38.790" v="157"/>
          <ac:spMkLst>
            <pc:docMk/>
            <pc:sldMk cId="3662055052" sldId="300"/>
            <ac:spMk id="8" creationId="{1B15ED52-F352-441B-82BF-E0EA34836D08}"/>
          </ac:spMkLst>
        </pc:spChg>
        <pc:spChg chg="add">
          <ac:chgData name="Temirlan Zhaxalykov" userId="S::t.zhaxalykov@kbtu.kz::037320a9-8ef1-4acb-bb74-1ab60141db9d" providerId="AD" clId="Web-{60121BD5-462E-B985-A5ED-96E89F28A089}" dt="2026-01-25T15:53:38.790" v="157"/>
          <ac:spMkLst>
            <pc:docMk/>
            <pc:sldMk cId="3662055052" sldId="300"/>
            <ac:spMk id="10" creationId="{3B2E3793-BFE6-45A2-9B7B-E18844431C99}"/>
          </ac:spMkLst>
        </pc:spChg>
        <pc:spChg chg="add">
          <ac:chgData name="Temirlan Zhaxalykov" userId="S::t.zhaxalykov@kbtu.kz::037320a9-8ef1-4acb-bb74-1ab60141db9d" providerId="AD" clId="Web-{60121BD5-462E-B985-A5ED-96E89F28A089}" dt="2026-01-25T15:53:38.790" v="157"/>
          <ac:spMkLst>
            <pc:docMk/>
            <pc:sldMk cId="3662055052" sldId="300"/>
            <ac:spMk id="12" creationId="{BC4C4868-CB8F-4AF9-9CDB-8108F2C19B67}"/>
          </ac:spMkLst>
        </pc:spChg>
        <pc:spChg chg="add">
          <ac:chgData name="Temirlan Zhaxalykov" userId="S::t.zhaxalykov@kbtu.kz::037320a9-8ef1-4acb-bb74-1ab60141db9d" providerId="AD" clId="Web-{60121BD5-462E-B985-A5ED-96E89F28A089}" dt="2026-01-25T15:53:38.790" v="157"/>
          <ac:spMkLst>
            <pc:docMk/>
            <pc:sldMk cId="3662055052" sldId="300"/>
            <ac:spMk id="14" creationId="{375E0459-6403-40CD-989D-56A4407CA12E}"/>
          </ac:spMkLst>
        </pc:spChg>
        <pc:spChg chg="add">
          <ac:chgData name="Temirlan Zhaxalykov" userId="S::t.zhaxalykov@kbtu.kz::037320a9-8ef1-4acb-bb74-1ab60141db9d" providerId="AD" clId="Web-{60121BD5-462E-B985-A5ED-96E89F28A089}" dt="2026-01-25T15:53:38.790" v="157"/>
          <ac:spMkLst>
            <pc:docMk/>
            <pc:sldMk cId="3662055052" sldId="300"/>
            <ac:spMk id="16" creationId="{53E5B1A8-3AC9-4BD1-9BBC-78CA94F2D1BA}"/>
          </ac:spMkLst>
        </pc:spChg>
      </pc:sldChg>
      <pc:sldChg chg="addSp modSp new mod setBg">
        <pc:chgData name="Temirlan Zhaxalykov" userId="S::t.zhaxalykov@kbtu.kz::037320a9-8ef1-4acb-bb74-1ab60141db9d" providerId="AD" clId="Web-{60121BD5-462E-B985-A5ED-96E89F28A089}" dt="2026-01-25T15:55:03.743" v="175"/>
        <pc:sldMkLst>
          <pc:docMk/>
          <pc:sldMk cId="4098813896" sldId="301"/>
        </pc:sldMkLst>
        <pc:spChg chg="mod">
          <ac:chgData name="Temirlan Zhaxalykov" userId="S::t.zhaxalykov@kbtu.kz::037320a9-8ef1-4acb-bb74-1ab60141db9d" providerId="AD" clId="Web-{60121BD5-462E-B985-A5ED-96E89F28A089}" dt="2026-01-25T15:55:03.712" v="174"/>
          <ac:spMkLst>
            <pc:docMk/>
            <pc:sldMk cId="4098813896" sldId="301"/>
            <ac:spMk id="2" creationId="{379D689D-910C-1BF7-3836-860B90BF528D}"/>
          </ac:spMkLst>
        </pc:spChg>
        <pc:spChg chg="mod">
          <ac:chgData name="Temirlan Zhaxalykov" userId="S::t.zhaxalykov@kbtu.kz::037320a9-8ef1-4acb-bb74-1ab60141db9d" providerId="AD" clId="Web-{60121BD5-462E-B985-A5ED-96E89F28A089}" dt="2026-01-25T15:55:03.743" v="175"/>
          <ac:spMkLst>
            <pc:docMk/>
            <pc:sldMk cId="4098813896" sldId="301"/>
            <ac:spMk id="3" creationId="{2D11E321-0C49-88C7-F0A1-A2EAAC1B25CB}"/>
          </ac:spMkLst>
        </pc:spChg>
        <pc:spChg chg="add">
          <ac:chgData name="Temirlan Zhaxalykov" userId="S::t.zhaxalykov@kbtu.kz::037320a9-8ef1-4acb-bb74-1ab60141db9d" providerId="AD" clId="Web-{60121BD5-462E-B985-A5ED-96E89F28A089}" dt="2026-01-25T15:54:29.743" v="167"/>
          <ac:spMkLst>
            <pc:docMk/>
            <pc:sldMk cId="4098813896" sldId="301"/>
            <ac:spMk id="8" creationId="{1B15ED52-F352-441B-82BF-E0EA34836D08}"/>
          </ac:spMkLst>
        </pc:spChg>
        <pc:spChg chg="add">
          <ac:chgData name="Temirlan Zhaxalykov" userId="S::t.zhaxalykov@kbtu.kz::037320a9-8ef1-4acb-bb74-1ab60141db9d" providerId="AD" clId="Web-{60121BD5-462E-B985-A5ED-96E89F28A089}" dt="2026-01-25T15:54:29.743" v="167"/>
          <ac:spMkLst>
            <pc:docMk/>
            <pc:sldMk cId="4098813896" sldId="301"/>
            <ac:spMk id="10" creationId="{3B2E3793-BFE6-45A2-9B7B-E18844431C99}"/>
          </ac:spMkLst>
        </pc:spChg>
        <pc:spChg chg="add">
          <ac:chgData name="Temirlan Zhaxalykov" userId="S::t.zhaxalykov@kbtu.kz::037320a9-8ef1-4acb-bb74-1ab60141db9d" providerId="AD" clId="Web-{60121BD5-462E-B985-A5ED-96E89F28A089}" dt="2026-01-25T15:54:29.743" v="167"/>
          <ac:spMkLst>
            <pc:docMk/>
            <pc:sldMk cId="4098813896" sldId="301"/>
            <ac:spMk id="12" creationId="{BC4C4868-CB8F-4AF9-9CDB-8108F2C19B67}"/>
          </ac:spMkLst>
        </pc:spChg>
        <pc:spChg chg="add">
          <ac:chgData name="Temirlan Zhaxalykov" userId="S::t.zhaxalykov@kbtu.kz::037320a9-8ef1-4acb-bb74-1ab60141db9d" providerId="AD" clId="Web-{60121BD5-462E-B985-A5ED-96E89F28A089}" dt="2026-01-25T15:54:29.743" v="167"/>
          <ac:spMkLst>
            <pc:docMk/>
            <pc:sldMk cId="4098813896" sldId="301"/>
            <ac:spMk id="14" creationId="{375E0459-6403-40CD-989D-56A4407CA12E}"/>
          </ac:spMkLst>
        </pc:spChg>
        <pc:spChg chg="add">
          <ac:chgData name="Temirlan Zhaxalykov" userId="S::t.zhaxalykov@kbtu.kz::037320a9-8ef1-4acb-bb74-1ab60141db9d" providerId="AD" clId="Web-{60121BD5-462E-B985-A5ED-96E89F28A089}" dt="2026-01-25T15:54:29.743" v="167"/>
          <ac:spMkLst>
            <pc:docMk/>
            <pc:sldMk cId="4098813896" sldId="301"/>
            <ac:spMk id="16" creationId="{53E5B1A8-3AC9-4BD1-9BBC-78CA94F2D1BA}"/>
          </ac:spMkLst>
        </pc:spChg>
      </pc:sldChg>
      <pc:sldChg chg="addSp modSp new mod setBg">
        <pc:chgData name="Temirlan Zhaxalykov" userId="S::t.zhaxalykov@kbtu.kz::037320a9-8ef1-4acb-bb74-1ab60141db9d" providerId="AD" clId="Web-{60121BD5-462E-B985-A5ED-96E89F28A089}" dt="2026-01-25T15:55:51.384" v="184"/>
        <pc:sldMkLst>
          <pc:docMk/>
          <pc:sldMk cId="3513818667" sldId="302"/>
        </pc:sldMkLst>
        <pc:spChg chg="mod">
          <ac:chgData name="Temirlan Zhaxalykov" userId="S::t.zhaxalykov@kbtu.kz::037320a9-8ef1-4acb-bb74-1ab60141db9d" providerId="AD" clId="Web-{60121BD5-462E-B985-A5ED-96E89F28A089}" dt="2026-01-25T15:55:51.369" v="183"/>
          <ac:spMkLst>
            <pc:docMk/>
            <pc:sldMk cId="3513818667" sldId="302"/>
            <ac:spMk id="2" creationId="{E7C62AF2-470B-FB2C-F491-C5187C8E87EA}"/>
          </ac:spMkLst>
        </pc:spChg>
        <pc:spChg chg="mod">
          <ac:chgData name="Temirlan Zhaxalykov" userId="S::t.zhaxalykov@kbtu.kz::037320a9-8ef1-4acb-bb74-1ab60141db9d" providerId="AD" clId="Web-{60121BD5-462E-B985-A5ED-96E89F28A089}" dt="2026-01-25T15:55:51.384" v="184"/>
          <ac:spMkLst>
            <pc:docMk/>
            <pc:sldMk cId="3513818667" sldId="302"/>
            <ac:spMk id="3" creationId="{5A8AFEED-2C1E-7498-70F9-B87E7D847329}"/>
          </ac:spMkLst>
        </pc:spChg>
        <pc:spChg chg="add">
          <ac:chgData name="Temirlan Zhaxalykov" userId="S::t.zhaxalykov@kbtu.kz::037320a9-8ef1-4acb-bb74-1ab60141db9d" providerId="AD" clId="Web-{60121BD5-462E-B985-A5ED-96E89F28A089}" dt="2026-01-25T15:55:37.900" v="180"/>
          <ac:spMkLst>
            <pc:docMk/>
            <pc:sldMk cId="3513818667" sldId="302"/>
            <ac:spMk id="8" creationId="{1B15ED52-F352-441B-82BF-E0EA34836D08}"/>
          </ac:spMkLst>
        </pc:spChg>
        <pc:spChg chg="add">
          <ac:chgData name="Temirlan Zhaxalykov" userId="S::t.zhaxalykov@kbtu.kz::037320a9-8ef1-4acb-bb74-1ab60141db9d" providerId="AD" clId="Web-{60121BD5-462E-B985-A5ED-96E89F28A089}" dt="2026-01-25T15:55:37.900" v="180"/>
          <ac:spMkLst>
            <pc:docMk/>
            <pc:sldMk cId="3513818667" sldId="302"/>
            <ac:spMk id="10" creationId="{3B2E3793-BFE6-45A2-9B7B-E18844431C99}"/>
          </ac:spMkLst>
        </pc:spChg>
        <pc:spChg chg="add">
          <ac:chgData name="Temirlan Zhaxalykov" userId="S::t.zhaxalykov@kbtu.kz::037320a9-8ef1-4acb-bb74-1ab60141db9d" providerId="AD" clId="Web-{60121BD5-462E-B985-A5ED-96E89F28A089}" dt="2026-01-25T15:55:37.900" v="180"/>
          <ac:spMkLst>
            <pc:docMk/>
            <pc:sldMk cId="3513818667" sldId="302"/>
            <ac:spMk id="12" creationId="{BC4C4868-CB8F-4AF9-9CDB-8108F2C19B67}"/>
          </ac:spMkLst>
        </pc:spChg>
        <pc:spChg chg="add">
          <ac:chgData name="Temirlan Zhaxalykov" userId="S::t.zhaxalykov@kbtu.kz::037320a9-8ef1-4acb-bb74-1ab60141db9d" providerId="AD" clId="Web-{60121BD5-462E-B985-A5ED-96E89F28A089}" dt="2026-01-25T15:55:37.900" v="180"/>
          <ac:spMkLst>
            <pc:docMk/>
            <pc:sldMk cId="3513818667" sldId="302"/>
            <ac:spMk id="14" creationId="{375E0459-6403-40CD-989D-56A4407CA12E}"/>
          </ac:spMkLst>
        </pc:spChg>
        <pc:spChg chg="add">
          <ac:chgData name="Temirlan Zhaxalykov" userId="S::t.zhaxalykov@kbtu.kz::037320a9-8ef1-4acb-bb74-1ab60141db9d" providerId="AD" clId="Web-{60121BD5-462E-B985-A5ED-96E89F28A089}" dt="2026-01-25T15:55:37.900" v="180"/>
          <ac:spMkLst>
            <pc:docMk/>
            <pc:sldMk cId="3513818667" sldId="302"/>
            <ac:spMk id="16" creationId="{53E5B1A8-3AC9-4BD1-9BBC-78CA94F2D1BA}"/>
          </ac:spMkLst>
        </pc:spChg>
      </pc:sldChg>
      <pc:sldChg chg="addSp modSp new mod setBg">
        <pc:chgData name="Temirlan Zhaxalykov" userId="S::t.zhaxalykov@kbtu.kz::037320a9-8ef1-4acb-bb74-1ab60141db9d" providerId="AD" clId="Web-{60121BD5-462E-B985-A5ED-96E89F28A089}" dt="2026-01-25T15:56:46.307" v="195" actId="20577"/>
        <pc:sldMkLst>
          <pc:docMk/>
          <pc:sldMk cId="1626181729" sldId="303"/>
        </pc:sldMkLst>
        <pc:spChg chg="mod">
          <ac:chgData name="Temirlan Zhaxalykov" userId="S::t.zhaxalykov@kbtu.kz::037320a9-8ef1-4acb-bb74-1ab60141db9d" providerId="AD" clId="Web-{60121BD5-462E-B985-A5ED-96E89F28A089}" dt="2026-01-25T15:56:24.760" v="191" actId="20577"/>
          <ac:spMkLst>
            <pc:docMk/>
            <pc:sldMk cId="1626181729" sldId="303"/>
            <ac:spMk id="2" creationId="{0779A19D-4064-5ECC-4770-93120679F00F}"/>
          </ac:spMkLst>
        </pc:spChg>
        <pc:spChg chg="mod">
          <ac:chgData name="Temirlan Zhaxalykov" userId="S::t.zhaxalykov@kbtu.kz::037320a9-8ef1-4acb-bb74-1ab60141db9d" providerId="AD" clId="Web-{60121BD5-462E-B985-A5ED-96E89F28A089}" dt="2026-01-25T15:56:46.307" v="195" actId="20577"/>
          <ac:spMkLst>
            <pc:docMk/>
            <pc:sldMk cId="1626181729" sldId="303"/>
            <ac:spMk id="3" creationId="{96B95AD2-6046-B385-814E-BA8AD8C9DFBB}"/>
          </ac:spMkLst>
        </pc:spChg>
        <pc:spChg chg="add">
          <ac:chgData name="Temirlan Zhaxalykov" userId="S::t.zhaxalykov@kbtu.kz::037320a9-8ef1-4acb-bb74-1ab60141db9d" providerId="AD" clId="Web-{60121BD5-462E-B985-A5ED-96E89F28A089}" dt="2026-01-25T15:56:18.838" v="190"/>
          <ac:spMkLst>
            <pc:docMk/>
            <pc:sldMk cId="1626181729" sldId="303"/>
            <ac:spMk id="8" creationId="{1B15ED52-F352-441B-82BF-E0EA34836D08}"/>
          </ac:spMkLst>
        </pc:spChg>
        <pc:spChg chg="add">
          <ac:chgData name="Temirlan Zhaxalykov" userId="S::t.zhaxalykov@kbtu.kz::037320a9-8ef1-4acb-bb74-1ab60141db9d" providerId="AD" clId="Web-{60121BD5-462E-B985-A5ED-96E89F28A089}" dt="2026-01-25T15:56:18.838" v="190"/>
          <ac:spMkLst>
            <pc:docMk/>
            <pc:sldMk cId="1626181729" sldId="303"/>
            <ac:spMk id="10" creationId="{3B2E3793-BFE6-45A2-9B7B-E18844431C99}"/>
          </ac:spMkLst>
        </pc:spChg>
        <pc:spChg chg="add">
          <ac:chgData name="Temirlan Zhaxalykov" userId="S::t.zhaxalykov@kbtu.kz::037320a9-8ef1-4acb-bb74-1ab60141db9d" providerId="AD" clId="Web-{60121BD5-462E-B985-A5ED-96E89F28A089}" dt="2026-01-25T15:56:18.838" v="190"/>
          <ac:spMkLst>
            <pc:docMk/>
            <pc:sldMk cId="1626181729" sldId="303"/>
            <ac:spMk id="12" creationId="{BC4C4868-CB8F-4AF9-9CDB-8108F2C19B67}"/>
          </ac:spMkLst>
        </pc:spChg>
        <pc:spChg chg="add">
          <ac:chgData name="Temirlan Zhaxalykov" userId="S::t.zhaxalykov@kbtu.kz::037320a9-8ef1-4acb-bb74-1ab60141db9d" providerId="AD" clId="Web-{60121BD5-462E-B985-A5ED-96E89F28A089}" dt="2026-01-25T15:56:18.838" v="190"/>
          <ac:spMkLst>
            <pc:docMk/>
            <pc:sldMk cId="1626181729" sldId="303"/>
            <ac:spMk id="14" creationId="{375E0459-6403-40CD-989D-56A4407CA12E}"/>
          </ac:spMkLst>
        </pc:spChg>
        <pc:spChg chg="add">
          <ac:chgData name="Temirlan Zhaxalykov" userId="S::t.zhaxalykov@kbtu.kz::037320a9-8ef1-4acb-bb74-1ab60141db9d" providerId="AD" clId="Web-{60121BD5-462E-B985-A5ED-96E89F28A089}" dt="2026-01-25T15:56:18.838" v="190"/>
          <ac:spMkLst>
            <pc:docMk/>
            <pc:sldMk cId="1626181729" sldId="303"/>
            <ac:spMk id="16" creationId="{53E5B1A8-3AC9-4BD1-9BBC-78CA94F2D1BA}"/>
          </ac:spMkLst>
        </pc:spChg>
      </pc:sldChg>
      <pc:sldChg chg="addSp modSp new mod setBg">
        <pc:chgData name="Temirlan Zhaxalykov" userId="S::t.zhaxalykov@kbtu.kz::037320a9-8ef1-4acb-bb74-1ab60141db9d" providerId="AD" clId="Web-{60121BD5-462E-B985-A5ED-96E89F28A089}" dt="2026-01-25T15:57:40.464" v="210" actId="20577"/>
        <pc:sldMkLst>
          <pc:docMk/>
          <pc:sldMk cId="1751317210" sldId="304"/>
        </pc:sldMkLst>
        <pc:spChg chg="mod">
          <ac:chgData name="Temirlan Zhaxalykov" userId="S::t.zhaxalykov@kbtu.kz::037320a9-8ef1-4acb-bb74-1ab60141db9d" providerId="AD" clId="Web-{60121BD5-462E-B985-A5ED-96E89F28A089}" dt="2026-01-25T15:57:36.089" v="207"/>
          <ac:spMkLst>
            <pc:docMk/>
            <pc:sldMk cId="1751317210" sldId="304"/>
            <ac:spMk id="2" creationId="{3A78BE23-30D4-B26F-2F6D-1B35E3447C1B}"/>
          </ac:spMkLst>
        </pc:spChg>
        <pc:spChg chg="mod">
          <ac:chgData name="Temirlan Zhaxalykov" userId="S::t.zhaxalykov@kbtu.kz::037320a9-8ef1-4acb-bb74-1ab60141db9d" providerId="AD" clId="Web-{60121BD5-462E-B985-A5ED-96E89F28A089}" dt="2026-01-25T15:57:40.464" v="210" actId="20577"/>
          <ac:spMkLst>
            <pc:docMk/>
            <pc:sldMk cId="1751317210" sldId="304"/>
            <ac:spMk id="3" creationId="{3861FAAB-F90A-23A8-2273-9C90B6814DB0}"/>
          </ac:spMkLst>
        </pc:spChg>
        <pc:spChg chg="add">
          <ac:chgData name="Temirlan Zhaxalykov" userId="S::t.zhaxalykov@kbtu.kz::037320a9-8ef1-4acb-bb74-1ab60141db9d" providerId="AD" clId="Web-{60121BD5-462E-B985-A5ED-96E89F28A089}" dt="2026-01-25T15:57:26.010" v="204"/>
          <ac:spMkLst>
            <pc:docMk/>
            <pc:sldMk cId="1751317210" sldId="304"/>
            <ac:spMk id="8" creationId="{1B15ED52-F352-441B-82BF-E0EA34836D08}"/>
          </ac:spMkLst>
        </pc:spChg>
        <pc:spChg chg="add">
          <ac:chgData name="Temirlan Zhaxalykov" userId="S::t.zhaxalykov@kbtu.kz::037320a9-8ef1-4acb-bb74-1ab60141db9d" providerId="AD" clId="Web-{60121BD5-462E-B985-A5ED-96E89F28A089}" dt="2026-01-25T15:57:26.010" v="204"/>
          <ac:spMkLst>
            <pc:docMk/>
            <pc:sldMk cId="1751317210" sldId="304"/>
            <ac:spMk id="10" creationId="{3B2E3793-BFE6-45A2-9B7B-E18844431C99}"/>
          </ac:spMkLst>
        </pc:spChg>
        <pc:spChg chg="add">
          <ac:chgData name="Temirlan Zhaxalykov" userId="S::t.zhaxalykov@kbtu.kz::037320a9-8ef1-4acb-bb74-1ab60141db9d" providerId="AD" clId="Web-{60121BD5-462E-B985-A5ED-96E89F28A089}" dt="2026-01-25T15:57:26.010" v="204"/>
          <ac:spMkLst>
            <pc:docMk/>
            <pc:sldMk cId="1751317210" sldId="304"/>
            <ac:spMk id="12" creationId="{BC4C4868-CB8F-4AF9-9CDB-8108F2C19B67}"/>
          </ac:spMkLst>
        </pc:spChg>
        <pc:spChg chg="add">
          <ac:chgData name="Temirlan Zhaxalykov" userId="S::t.zhaxalykov@kbtu.kz::037320a9-8ef1-4acb-bb74-1ab60141db9d" providerId="AD" clId="Web-{60121BD5-462E-B985-A5ED-96E89F28A089}" dt="2026-01-25T15:57:26.010" v="204"/>
          <ac:spMkLst>
            <pc:docMk/>
            <pc:sldMk cId="1751317210" sldId="304"/>
            <ac:spMk id="14" creationId="{375E0459-6403-40CD-989D-56A4407CA12E}"/>
          </ac:spMkLst>
        </pc:spChg>
        <pc:spChg chg="add">
          <ac:chgData name="Temirlan Zhaxalykov" userId="S::t.zhaxalykov@kbtu.kz::037320a9-8ef1-4acb-bb74-1ab60141db9d" providerId="AD" clId="Web-{60121BD5-462E-B985-A5ED-96E89F28A089}" dt="2026-01-25T15:57:26.010" v="204"/>
          <ac:spMkLst>
            <pc:docMk/>
            <pc:sldMk cId="1751317210" sldId="304"/>
            <ac:spMk id="16" creationId="{53E5B1A8-3AC9-4BD1-9BBC-78CA94F2D1BA}"/>
          </ac:spMkLst>
        </pc:spChg>
      </pc:sldChg>
      <pc:sldChg chg="modSp add replId">
        <pc:chgData name="Temirlan Zhaxalykov" userId="S::t.zhaxalykov@kbtu.kz::037320a9-8ef1-4acb-bb74-1ab60141db9d" providerId="AD" clId="Web-{60121BD5-462E-B985-A5ED-96E89F28A089}" dt="2026-01-25T16:00:10.282" v="312"/>
        <pc:sldMkLst>
          <pc:docMk/>
          <pc:sldMk cId="1677760545" sldId="305"/>
        </pc:sldMkLst>
        <pc:spChg chg="mod">
          <ac:chgData name="Temirlan Zhaxalykov" userId="S::t.zhaxalykov@kbtu.kz::037320a9-8ef1-4acb-bb74-1ab60141db9d" providerId="AD" clId="Web-{60121BD5-462E-B985-A5ED-96E89F28A089}" dt="2026-01-25T15:59:24.390" v="263" actId="20577"/>
          <ac:spMkLst>
            <pc:docMk/>
            <pc:sldMk cId="1677760545" sldId="305"/>
            <ac:spMk id="2" creationId="{E635D17B-5528-097A-DDBB-4D02594241F5}"/>
          </ac:spMkLst>
        </pc:spChg>
        <pc:spChg chg="mod">
          <ac:chgData name="Temirlan Zhaxalykov" userId="S::t.zhaxalykov@kbtu.kz::037320a9-8ef1-4acb-bb74-1ab60141db9d" providerId="AD" clId="Web-{60121BD5-462E-B985-A5ED-96E89F28A089}" dt="2026-01-25T16:00:10.282" v="312"/>
          <ac:spMkLst>
            <pc:docMk/>
            <pc:sldMk cId="1677760545" sldId="305"/>
            <ac:spMk id="17" creationId="{5B7CFF22-0177-74EA-E9D8-B7EAC4E422B0}"/>
          </ac:spMkLst>
        </pc:spChg>
      </pc:sldChg>
      <pc:sldChg chg="addSp modSp new mod setBg">
        <pc:chgData name="Temirlan Zhaxalykov" userId="S::t.zhaxalykov@kbtu.kz::037320a9-8ef1-4acb-bb74-1ab60141db9d" providerId="AD" clId="Web-{60121BD5-462E-B985-A5ED-96E89F28A089}" dt="2026-01-25T16:01:04.331" v="323" actId="20577"/>
        <pc:sldMkLst>
          <pc:docMk/>
          <pc:sldMk cId="2293967784" sldId="306"/>
        </pc:sldMkLst>
        <pc:spChg chg="mod">
          <ac:chgData name="Temirlan Zhaxalykov" userId="S::t.zhaxalykov@kbtu.kz::037320a9-8ef1-4acb-bb74-1ab60141db9d" providerId="AD" clId="Web-{60121BD5-462E-B985-A5ED-96E89F28A089}" dt="2026-01-25T16:00:49.596" v="321" actId="20577"/>
          <ac:spMkLst>
            <pc:docMk/>
            <pc:sldMk cId="2293967784" sldId="306"/>
            <ac:spMk id="2" creationId="{7D7B2234-D65F-0D3C-485D-672CDBD5D5DE}"/>
          </ac:spMkLst>
        </pc:spChg>
        <pc:spChg chg="mod">
          <ac:chgData name="Temirlan Zhaxalykov" userId="S::t.zhaxalykov@kbtu.kz::037320a9-8ef1-4acb-bb74-1ab60141db9d" providerId="AD" clId="Web-{60121BD5-462E-B985-A5ED-96E89F28A089}" dt="2026-01-25T16:01:04.331" v="323" actId="20577"/>
          <ac:spMkLst>
            <pc:docMk/>
            <pc:sldMk cId="2293967784" sldId="306"/>
            <ac:spMk id="3" creationId="{D3C00614-33A8-A027-93B8-842E552FAEA6}"/>
          </ac:spMkLst>
        </pc:spChg>
        <pc:spChg chg="add">
          <ac:chgData name="Temirlan Zhaxalykov" userId="S::t.zhaxalykov@kbtu.kz::037320a9-8ef1-4acb-bb74-1ab60141db9d" providerId="AD" clId="Web-{60121BD5-462E-B985-A5ED-96E89F28A089}" dt="2026-01-25T16:00:47.237" v="320"/>
          <ac:spMkLst>
            <pc:docMk/>
            <pc:sldMk cId="2293967784" sldId="306"/>
            <ac:spMk id="8" creationId="{1B15ED52-F352-441B-82BF-E0EA34836D08}"/>
          </ac:spMkLst>
        </pc:spChg>
        <pc:spChg chg="add">
          <ac:chgData name="Temirlan Zhaxalykov" userId="S::t.zhaxalykov@kbtu.kz::037320a9-8ef1-4acb-bb74-1ab60141db9d" providerId="AD" clId="Web-{60121BD5-462E-B985-A5ED-96E89F28A089}" dt="2026-01-25T16:00:47.237" v="320"/>
          <ac:spMkLst>
            <pc:docMk/>
            <pc:sldMk cId="2293967784" sldId="306"/>
            <ac:spMk id="10" creationId="{3B2E3793-BFE6-45A2-9B7B-E18844431C99}"/>
          </ac:spMkLst>
        </pc:spChg>
        <pc:spChg chg="add">
          <ac:chgData name="Temirlan Zhaxalykov" userId="S::t.zhaxalykov@kbtu.kz::037320a9-8ef1-4acb-bb74-1ab60141db9d" providerId="AD" clId="Web-{60121BD5-462E-B985-A5ED-96E89F28A089}" dt="2026-01-25T16:00:47.237" v="320"/>
          <ac:spMkLst>
            <pc:docMk/>
            <pc:sldMk cId="2293967784" sldId="306"/>
            <ac:spMk id="12" creationId="{BC4C4868-CB8F-4AF9-9CDB-8108F2C19B67}"/>
          </ac:spMkLst>
        </pc:spChg>
        <pc:spChg chg="add">
          <ac:chgData name="Temirlan Zhaxalykov" userId="S::t.zhaxalykov@kbtu.kz::037320a9-8ef1-4acb-bb74-1ab60141db9d" providerId="AD" clId="Web-{60121BD5-462E-B985-A5ED-96E89F28A089}" dt="2026-01-25T16:00:47.237" v="320"/>
          <ac:spMkLst>
            <pc:docMk/>
            <pc:sldMk cId="2293967784" sldId="306"/>
            <ac:spMk id="14" creationId="{375E0459-6403-40CD-989D-56A4407CA12E}"/>
          </ac:spMkLst>
        </pc:spChg>
        <pc:spChg chg="add">
          <ac:chgData name="Temirlan Zhaxalykov" userId="S::t.zhaxalykov@kbtu.kz::037320a9-8ef1-4acb-bb74-1ab60141db9d" providerId="AD" clId="Web-{60121BD5-462E-B985-A5ED-96E89F28A089}" dt="2026-01-25T16:00:47.237" v="320"/>
          <ac:spMkLst>
            <pc:docMk/>
            <pc:sldMk cId="2293967784" sldId="306"/>
            <ac:spMk id="16" creationId="{53E5B1A8-3AC9-4BD1-9BBC-78CA94F2D1BA}"/>
          </ac:spMkLst>
        </pc:spChg>
      </pc:sldChg>
      <pc:sldChg chg="addSp modSp new mod setBg">
        <pc:chgData name="Temirlan Zhaxalykov" userId="S::t.zhaxalykov@kbtu.kz::037320a9-8ef1-4acb-bb74-1ab60141db9d" providerId="AD" clId="Web-{60121BD5-462E-B985-A5ED-96E89F28A089}" dt="2026-01-25T16:01:44.473" v="332"/>
        <pc:sldMkLst>
          <pc:docMk/>
          <pc:sldMk cId="1269747226" sldId="307"/>
        </pc:sldMkLst>
        <pc:spChg chg="mod">
          <ac:chgData name="Temirlan Zhaxalykov" userId="S::t.zhaxalykov@kbtu.kz::037320a9-8ef1-4acb-bb74-1ab60141db9d" providerId="AD" clId="Web-{60121BD5-462E-B985-A5ED-96E89F28A089}" dt="2026-01-25T16:01:44.457" v="331"/>
          <ac:spMkLst>
            <pc:docMk/>
            <pc:sldMk cId="1269747226" sldId="307"/>
            <ac:spMk id="2" creationId="{CEAC3992-C015-066A-5472-3902E4A6DC1A}"/>
          </ac:spMkLst>
        </pc:spChg>
        <pc:spChg chg="mod">
          <ac:chgData name="Temirlan Zhaxalykov" userId="S::t.zhaxalykov@kbtu.kz::037320a9-8ef1-4acb-bb74-1ab60141db9d" providerId="AD" clId="Web-{60121BD5-462E-B985-A5ED-96E89F28A089}" dt="2026-01-25T16:01:44.473" v="332"/>
          <ac:spMkLst>
            <pc:docMk/>
            <pc:sldMk cId="1269747226" sldId="307"/>
            <ac:spMk id="3" creationId="{3A8031E0-B263-A000-0DF7-118ACBF6E80C}"/>
          </ac:spMkLst>
        </pc:spChg>
        <pc:spChg chg="add">
          <ac:chgData name="Temirlan Zhaxalykov" userId="S::t.zhaxalykov@kbtu.kz::037320a9-8ef1-4acb-bb74-1ab60141db9d" providerId="AD" clId="Web-{60121BD5-462E-B985-A5ED-96E89F28A089}" dt="2026-01-25T16:01:31.082" v="328"/>
          <ac:spMkLst>
            <pc:docMk/>
            <pc:sldMk cId="1269747226" sldId="307"/>
            <ac:spMk id="8" creationId="{1B15ED52-F352-441B-82BF-E0EA34836D08}"/>
          </ac:spMkLst>
        </pc:spChg>
        <pc:spChg chg="add">
          <ac:chgData name="Temirlan Zhaxalykov" userId="S::t.zhaxalykov@kbtu.kz::037320a9-8ef1-4acb-bb74-1ab60141db9d" providerId="AD" clId="Web-{60121BD5-462E-B985-A5ED-96E89F28A089}" dt="2026-01-25T16:01:31.082" v="328"/>
          <ac:spMkLst>
            <pc:docMk/>
            <pc:sldMk cId="1269747226" sldId="307"/>
            <ac:spMk id="10" creationId="{3B2E3793-BFE6-45A2-9B7B-E18844431C99}"/>
          </ac:spMkLst>
        </pc:spChg>
        <pc:spChg chg="add">
          <ac:chgData name="Temirlan Zhaxalykov" userId="S::t.zhaxalykov@kbtu.kz::037320a9-8ef1-4acb-bb74-1ab60141db9d" providerId="AD" clId="Web-{60121BD5-462E-B985-A5ED-96E89F28A089}" dt="2026-01-25T16:01:31.082" v="328"/>
          <ac:spMkLst>
            <pc:docMk/>
            <pc:sldMk cId="1269747226" sldId="307"/>
            <ac:spMk id="12" creationId="{BC4C4868-CB8F-4AF9-9CDB-8108F2C19B67}"/>
          </ac:spMkLst>
        </pc:spChg>
        <pc:spChg chg="add">
          <ac:chgData name="Temirlan Zhaxalykov" userId="S::t.zhaxalykov@kbtu.kz::037320a9-8ef1-4acb-bb74-1ab60141db9d" providerId="AD" clId="Web-{60121BD5-462E-B985-A5ED-96E89F28A089}" dt="2026-01-25T16:01:31.082" v="328"/>
          <ac:spMkLst>
            <pc:docMk/>
            <pc:sldMk cId="1269747226" sldId="307"/>
            <ac:spMk id="14" creationId="{375E0459-6403-40CD-989D-56A4407CA12E}"/>
          </ac:spMkLst>
        </pc:spChg>
        <pc:spChg chg="add">
          <ac:chgData name="Temirlan Zhaxalykov" userId="S::t.zhaxalykov@kbtu.kz::037320a9-8ef1-4acb-bb74-1ab60141db9d" providerId="AD" clId="Web-{60121BD5-462E-B985-A5ED-96E89F28A089}" dt="2026-01-25T16:01:31.082" v="328"/>
          <ac:spMkLst>
            <pc:docMk/>
            <pc:sldMk cId="1269747226" sldId="307"/>
            <ac:spMk id="16" creationId="{53E5B1A8-3AC9-4BD1-9BBC-78CA94F2D1BA}"/>
          </ac:spMkLst>
        </pc:spChg>
      </pc:sldChg>
      <pc:sldChg chg="addSp modSp new mod setBg">
        <pc:chgData name="Temirlan Zhaxalykov" userId="S::t.zhaxalykov@kbtu.kz::037320a9-8ef1-4acb-bb74-1ab60141db9d" providerId="AD" clId="Web-{60121BD5-462E-B985-A5ED-96E89F28A089}" dt="2026-01-25T16:02:23.192" v="341"/>
        <pc:sldMkLst>
          <pc:docMk/>
          <pc:sldMk cId="2430012909" sldId="308"/>
        </pc:sldMkLst>
        <pc:spChg chg="mod">
          <ac:chgData name="Temirlan Zhaxalykov" userId="S::t.zhaxalykov@kbtu.kz::037320a9-8ef1-4acb-bb74-1ab60141db9d" providerId="AD" clId="Web-{60121BD5-462E-B985-A5ED-96E89F28A089}" dt="2026-01-25T16:02:12.739" v="338"/>
          <ac:spMkLst>
            <pc:docMk/>
            <pc:sldMk cId="2430012909" sldId="308"/>
            <ac:spMk id="2" creationId="{3C475E86-BA58-A78E-ECB3-0398242536FB}"/>
          </ac:spMkLst>
        </pc:spChg>
        <pc:spChg chg="mod">
          <ac:chgData name="Temirlan Zhaxalykov" userId="S::t.zhaxalykov@kbtu.kz::037320a9-8ef1-4acb-bb74-1ab60141db9d" providerId="AD" clId="Web-{60121BD5-462E-B985-A5ED-96E89F28A089}" dt="2026-01-25T16:02:23.192" v="341"/>
          <ac:spMkLst>
            <pc:docMk/>
            <pc:sldMk cId="2430012909" sldId="308"/>
            <ac:spMk id="3" creationId="{EC0552AA-A6E5-85E1-41D8-839C826FD63F}"/>
          </ac:spMkLst>
        </pc:spChg>
        <pc:spChg chg="add">
          <ac:chgData name="Temirlan Zhaxalykov" userId="S::t.zhaxalykov@kbtu.kz::037320a9-8ef1-4acb-bb74-1ab60141db9d" providerId="AD" clId="Web-{60121BD5-462E-B985-A5ED-96E89F28A089}" dt="2026-01-25T16:02:12.739" v="338"/>
          <ac:spMkLst>
            <pc:docMk/>
            <pc:sldMk cId="2430012909" sldId="308"/>
            <ac:spMk id="8" creationId="{1B15ED52-F352-441B-82BF-E0EA34836D08}"/>
          </ac:spMkLst>
        </pc:spChg>
        <pc:spChg chg="add">
          <ac:chgData name="Temirlan Zhaxalykov" userId="S::t.zhaxalykov@kbtu.kz::037320a9-8ef1-4acb-bb74-1ab60141db9d" providerId="AD" clId="Web-{60121BD5-462E-B985-A5ED-96E89F28A089}" dt="2026-01-25T16:02:12.739" v="338"/>
          <ac:spMkLst>
            <pc:docMk/>
            <pc:sldMk cId="2430012909" sldId="308"/>
            <ac:spMk id="10" creationId="{3B2E3793-BFE6-45A2-9B7B-E18844431C99}"/>
          </ac:spMkLst>
        </pc:spChg>
        <pc:spChg chg="add">
          <ac:chgData name="Temirlan Zhaxalykov" userId="S::t.zhaxalykov@kbtu.kz::037320a9-8ef1-4acb-bb74-1ab60141db9d" providerId="AD" clId="Web-{60121BD5-462E-B985-A5ED-96E89F28A089}" dt="2026-01-25T16:02:12.739" v="338"/>
          <ac:spMkLst>
            <pc:docMk/>
            <pc:sldMk cId="2430012909" sldId="308"/>
            <ac:spMk id="12" creationId="{BC4C4868-CB8F-4AF9-9CDB-8108F2C19B67}"/>
          </ac:spMkLst>
        </pc:spChg>
        <pc:spChg chg="add">
          <ac:chgData name="Temirlan Zhaxalykov" userId="S::t.zhaxalykov@kbtu.kz::037320a9-8ef1-4acb-bb74-1ab60141db9d" providerId="AD" clId="Web-{60121BD5-462E-B985-A5ED-96E89F28A089}" dt="2026-01-25T16:02:12.739" v="338"/>
          <ac:spMkLst>
            <pc:docMk/>
            <pc:sldMk cId="2430012909" sldId="308"/>
            <ac:spMk id="14" creationId="{375E0459-6403-40CD-989D-56A4407CA12E}"/>
          </ac:spMkLst>
        </pc:spChg>
        <pc:spChg chg="add">
          <ac:chgData name="Temirlan Zhaxalykov" userId="S::t.zhaxalykov@kbtu.kz::037320a9-8ef1-4acb-bb74-1ab60141db9d" providerId="AD" clId="Web-{60121BD5-462E-B985-A5ED-96E89F28A089}" dt="2026-01-25T16:02:12.739" v="338"/>
          <ac:spMkLst>
            <pc:docMk/>
            <pc:sldMk cId="2430012909" sldId="308"/>
            <ac:spMk id="16" creationId="{53E5B1A8-3AC9-4BD1-9BBC-78CA94F2D1BA}"/>
          </ac:spMkLst>
        </pc:spChg>
      </pc:sldChg>
      <pc:sldChg chg="addSp modSp new mod setBg">
        <pc:chgData name="Temirlan Zhaxalykov" userId="S::t.zhaxalykov@kbtu.kz::037320a9-8ef1-4acb-bb74-1ab60141db9d" providerId="AD" clId="Web-{60121BD5-462E-B985-A5ED-96E89F28A089}" dt="2026-01-25T16:04:04.241" v="359"/>
        <pc:sldMkLst>
          <pc:docMk/>
          <pc:sldMk cId="3198691105" sldId="309"/>
        </pc:sldMkLst>
        <pc:spChg chg="mod">
          <ac:chgData name="Temirlan Zhaxalykov" userId="S::t.zhaxalykov@kbtu.kz::037320a9-8ef1-4acb-bb74-1ab60141db9d" providerId="AD" clId="Web-{60121BD5-462E-B985-A5ED-96E89F28A089}" dt="2026-01-25T16:03:08.349" v="350"/>
          <ac:spMkLst>
            <pc:docMk/>
            <pc:sldMk cId="3198691105" sldId="309"/>
            <ac:spMk id="2" creationId="{8FBEC4AA-56FD-FB7B-CBB2-77D46DFA08BA}"/>
          </ac:spMkLst>
        </pc:spChg>
        <pc:spChg chg="mod">
          <ac:chgData name="Temirlan Zhaxalykov" userId="S::t.zhaxalykov@kbtu.kz::037320a9-8ef1-4acb-bb74-1ab60141db9d" providerId="AD" clId="Web-{60121BD5-462E-B985-A5ED-96E89F28A089}" dt="2026-01-25T16:04:04.241" v="359"/>
          <ac:spMkLst>
            <pc:docMk/>
            <pc:sldMk cId="3198691105" sldId="309"/>
            <ac:spMk id="3" creationId="{9655A3CE-0A46-D1D6-0163-5F9D2803F881}"/>
          </ac:spMkLst>
        </pc:spChg>
        <pc:spChg chg="add">
          <ac:chgData name="Temirlan Zhaxalykov" userId="S::t.zhaxalykov@kbtu.kz::037320a9-8ef1-4acb-bb74-1ab60141db9d" providerId="AD" clId="Web-{60121BD5-462E-B985-A5ED-96E89F28A089}" dt="2026-01-25T16:02:55.427" v="347"/>
          <ac:spMkLst>
            <pc:docMk/>
            <pc:sldMk cId="3198691105" sldId="309"/>
            <ac:spMk id="8" creationId="{1B15ED52-F352-441B-82BF-E0EA34836D08}"/>
          </ac:spMkLst>
        </pc:spChg>
        <pc:spChg chg="add">
          <ac:chgData name="Temirlan Zhaxalykov" userId="S::t.zhaxalykov@kbtu.kz::037320a9-8ef1-4acb-bb74-1ab60141db9d" providerId="AD" clId="Web-{60121BD5-462E-B985-A5ED-96E89F28A089}" dt="2026-01-25T16:02:55.427" v="347"/>
          <ac:spMkLst>
            <pc:docMk/>
            <pc:sldMk cId="3198691105" sldId="309"/>
            <ac:spMk id="10" creationId="{3B2E3793-BFE6-45A2-9B7B-E18844431C99}"/>
          </ac:spMkLst>
        </pc:spChg>
        <pc:spChg chg="add">
          <ac:chgData name="Temirlan Zhaxalykov" userId="S::t.zhaxalykov@kbtu.kz::037320a9-8ef1-4acb-bb74-1ab60141db9d" providerId="AD" clId="Web-{60121BD5-462E-B985-A5ED-96E89F28A089}" dt="2026-01-25T16:02:55.427" v="347"/>
          <ac:spMkLst>
            <pc:docMk/>
            <pc:sldMk cId="3198691105" sldId="309"/>
            <ac:spMk id="12" creationId="{BC4C4868-CB8F-4AF9-9CDB-8108F2C19B67}"/>
          </ac:spMkLst>
        </pc:spChg>
        <pc:spChg chg="add">
          <ac:chgData name="Temirlan Zhaxalykov" userId="S::t.zhaxalykov@kbtu.kz::037320a9-8ef1-4acb-bb74-1ab60141db9d" providerId="AD" clId="Web-{60121BD5-462E-B985-A5ED-96E89F28A089}" dt="2026-01-25T16:02:55.427" v="347"/>
          <ac:spMkLst>
            <pc:docMk/>
            <pc:sldMk cId="3198691105" sldId="309"/>
            <ac:spMk id="14" creationId="{375E0459-6403-40CD-989D-56A4407CA12E}"/>
          </ac:spMkLst>
        </pc:spChg>
        <pc:spChg chg="add">
          <ac:chgData name="Temirlan Zhaxalykov" userId="S::t.zhaxalykov@kbtu.kz::037320a9-8ef1-4acb-bb74-1ab60141db9d" providerId="AD" clId="Web-{60121BD5-462E-B985-A5ED-96E89F28A089}" dt="2026-01-25T16:02:55.427" v="347"/>
          <ac:spMkLst>
            <pc:docMk/>
            <pc:sldMk cId="3198691105" sldId="309"/>
            <ac:spMk id="16" creationId="{53E5B1A8-3AC9-4BD1-9BBC-78CA94F2D1BA}"/>
          </ac:spMkLst>
        </pc:spChg>
      </pc:sldChg>
      <pc:sldChg chg="addSp modSp new mod setBg">
        <pc:chgData name="Temirlan Zhaxalykov" userId="S::t.zhaxalykov@kbtu.kz::037320a9-8ef1-4acb-bb74-1ab60141db9d" providerId="AD" clId="Web-{60121BD5-462E-B985-A5ED-96E89F28A089}" dt="2026-01-25T16:04:59.273" v="368"/>
        <pc:sldMkLst>
          <pc:docMk/>
          <pc:sldMk cId="1470734460" sldId="310"/>
        </pc:sldMkLst>
        <pc:spChg chg="mod">
          <ac:chgData name="Temirlan Zhaxalykov" userId="S::t.zhaxalykov@kbtu.kz::037320a9-8ef1-4acb-bb74-1ab60141db9d" providerId="AD" clId="Web-{60121BD5-462E-B985-A5ED-96E89F28A089}" dt="2026-01-25T16:04:59.242" v="367"/>
          <ac:spMkLst>
            <pc:docMk/>
            <pc:sldMk cId="1470734460" sldId="310"/>
            <ac:spMk id="2" creationId="{8DD65F95-052C-D0E8-560C-22AED07E5388}"/>
          </ac:spMkLst>
        </pc:spChg>
        <pc:spChg chg="mod">
          <ac:chgData name="Temirlan Zhaxalykov" userId="S::t.zhaxalykov@kbtu.kz::037320a9-8ef1-4acb-bb74-1ab60141db9d" providerId="AD" clId="Web-{60121BD5-462E-B985-A5ED-96E89F28A089}" dt="2026-01-25T16:04:59.273" v="368"/>
          <ac:spMkLst>
            <pc:docMk/>
            <pc:sldMk cId="1470734460" sldId="310"/>
            <ac:spMk id="3" creationId="{39951259-0518-08D9-77AD-3735049025AA}"/>
          </ac:spMkLst>
        </pc:spChg>
        <pc:spChg chg="add">
          <ac:chgData name="Temirlan Zhaxalykov" userId="S::t.zhaxalykov@kbtu.kz::037320a9-8ef1-4acb-bb74-1ab60141db9d" providerId="AD" clId="Web-{60121BD5-462E-B985-A5ED-96E89F28A089}" dt="2026-01-25T16:04:42.288" v="364"/>
          <ac:spMkLst>
            <pc:docMk/>
            <pc:sldMk cId="1470734460" sldId="310"/>
            <ac:spMk id="8" creationId="{1B15ED52-F352-441B-82BF-E0EA34836D08}"/>
          </ac:spMkLst>
        </pc:spChg>
        <pc:spChg chg="add">
          <ac:chgData name="Temirlan Zhaxalykov" userId="S::t.zhaxalykov@kbtu.kz::037320a9-8ef1-4acb-bb74-1ab60141db9d" providerId="AD" clId="Web-{60121BD5-462E-B985-A5ED-96E89F28A089}" dt="2026-01-25T16:04:42.288" v="364"/>
          <ac:spMkLst>
            <pc:docMk/>
            <pc:sldMk cId="1470734460" sldId="310"/>
            <ac:spMk id="10" creationId="{3B2E3793-BFE6-45A2-9B7B-E18844431C99}"/>
          </ac:spMkLst>
        </pc:spChg>
        <pc:spChg chg="add">
          <ac:chgData name="Temirlan Zhaxalykov" userId="S::t.zhaxalykov@kbtu.kz::037320a9-8ef1-4acb-bb74-1ab60141db9d" providerId="AD" clId="Web-{60121BD5-462E-B985-A5ED-96E89F28A089}" dt="2026-01-25T16:04:42.288" v="364"/>
          <ac:spMkLst>
            <pc:docMk/>
            <pc:sldMk cId="1470734460" sldId="310"/>
            <ac:spMk id="12" creationId="{BC4C4868-CB8F-4AF9-9CDB-8108F2C19B67}"/>
          </ac:spMkLst>
        </pc:spChg>
        <pc:spChg chg="add">
          <ac:chgData name="Temirlan Zhaxalykov" userId="S::t.zhaxalykov@kbtu.kz::037320a9-8ef1-4acb-bb74-1ab60141db9d" providerId="AD" clId="Web-{60121BD5-462E-B985-A5ED-96E89F28A089}" dt="2026-01-25T16:04:42.288" v="364"/>
          <ac:spMkLst>
            <pc:docMk/>
            <pc:sldMk cId="1470734460" sldId="310"/>
            <ac:spMk id="14" creationId="{375E0459-6403-40CD-989D-56A4407CA12E}"/>
          </ac:spMkLst>
        </pc:spChg>
        <pc:spChg chg="add">
          <ac:chgData name="Temirlan Zhaxalykov" userId="S::t.zhaxalykov@kbtu.kz::037320a9-8ef1-4acb-bb74-1ab60141db9d" providerId="AD" clId="Web-{60121BD5-462E-B985-A5ED-96E89F28A089}" dt="2026-01-25T16:04:42.288" v="364"/>
          <ac:spMkLst>
            <pc:docMk/>
            <pc:sldMk cId="1470734460" sldId="310"/>
            <ac:spMk id="16" creationId="{53E5B1A8-3AC9-4BD1-9BBC-78CA94F2D1BA}"/>
          </ac:spMkLst>
        </pc:spChg>
      </pc:sldChg>
      <pc:sldChg chg="addSp modSp new mod setBg">
        <pc:chgData name="Temirlan Zhaxalykov" userId="S::t.zhaxalykov@kbtu.kz::037320a9-8ef1-4acb-bb74-1ab60141db9d" providerId="AD" clId="Web-{60121BD5-462E-B985-A5ED-96E89F28A089}" dt="2026-01-25T16:05:40.367" v="377"/>
        <pc:sldMkLst>
          <pc:docMk/>
          <pc:sldMk cId="2404723957" sldId="311"/>
        </pc:sldMkLst>
        <pc:spChg chg="mod">
          <ac:chgData name="Temirlan Zhaxalykov" userId="S::t.zhaxalykov@kbtu.kz::037320a9-8ef1-4acb-bb74-1ab60141db9d" providerId="AD" clId="Web-{60121BD5-462E-B985-A5ED-96E89F28A089}" dt="2026-01-25T16:05:32.445" v="376"/>
          <ac:spMkLst>
            <pc:docMk/>
            <pc:sldMk cId="2404723957" sldId="311"/>
            <ac:spMk id="2" creationId="{9EEC1C32-C2EB-4ECE-B932-AFFB1AF57E37}"/>
          </ac:spMkLst>
        </pc:spChg>
        <pc:spChg chg="mod">
          <ac:chgData name="Temirlan Zhaxalykov" userId="S::t.zhaxalykov@kbtu.kz::037320a9-8ef1-4acb-bb74-1ab60141db9d" providerId="AD" clId="Web-{60121BD5-462E-B985-A5ED-96E89F28A089}" dt="2026-01-25T16:05:40.367" v="377"/>
          <ac:spMkLst>
            <pc:docMk/>
            <pc:sldMk cId="2404723957" sldId="311"/>
            <ac:spMk id="3" creationId="{6965FCFA-A419-72B5-9A80-504F06592E2D}"/>
          </ac:spMkLst>
        </pc:spChg>
        <pc:spChg chg="add">
          <ac:chgData name="Temirlan Zhaxalykov" userId="S::t.zhaxalykov@kbtu.kz::037320a9-8ef1-4acb-bb74-1ab60141db9d" providerId="AD" clId="Web-{60121BD5-462E-B985-A5ED-96E89F28A089}" dt="2026-01-25T16:05:32.445" v="376"/>
          <ac:spMkLst>
            <pc:docMk/>
            <pc:sldMk cId="2404723957" sldId="311"/>
            <ac:spMk id="8" creationId="{1B15ED52-F352-441B-82BF-E0EA34836D08}"/>
          </ac:spMkLst>
        </pc:spChg>
        <pc:spChg chg="add">
          <ac:chgData name="Temirlan Zhaxalykov" userId="S::t.zhaxalykov@kbtu.kz::037320a9-8ef1-4acb-bb74-1ab60141db9d" providerId="AD" clId="Web-{60121BD5-462E-B985-A5ED-96E89F28A089}" dt="2026-01-25T16:05:32.445" v="376"/>
          <ac:spMkLst>
            <pc:docMk/>
            <pc:sldMk cId="2404723957" sldId="311"/>
            <ac:spMk id="10" creationId="{3B2E3793-BFE6-45A2-9B7B-E18844431C99}"/>
          </ac:spMkLst>
        </pc:spChg>
        <pc:spChg chg="add">
          <ac:chgData name="Temirlan Zhaxalykov" userId="S::t.zhaxalykov@kbtu.kz::037320a9-8ef1-4acb-bb74-1ab60141db9d" providerId="AD" clId="Web-{60121BD5-462E-B985-A5ED-96E89F28A089}" dt="2026-01-25T16:05:32.445" v="376"/>
          <ac:spMkLst>
            <pc:docMk/>
            <pc:sldMk cId="2404723957" sldId="311"/>
            <ac:spMk id="12" creationId="{BC4C4868-CB8F-4AF9-9CDB-8108F2C19B67}"/>
          </ac:spMkLst>
        </pc:spChg>
        <pc:spChg chg="add">
          <ac:chgData name="Temirlan Zhaxalykov" userId="S::t.zhaxalykov@kbtu.kz::037320a9-8ef1-4acb-bb74-1ab60141db9d" providerId="AD" clId="Web-{60121BD5-462E-B985-A5ED-96E89F28A089}" dt="2026-01-25T16:05:32.445" v="376"/>
          <ac:spMkLst>
            <pc:docMk/>
            <pc:sldMk cId="2404723957" sldId="311"/>
            <ac:spMk id="14" creationId="{375E0459-6403-40CD-989D-56A4407CA12E}"/>
          </ac:spMkLst>
        </pc:spChg>
        <pc:spChg chg="add">
          <ac:chgData name="Temirlan Zhaxalykov" userId="S::t.zhaxalykov@kbtu.kz::037320a9-8ef1-4acb-bb74-1ab60141db9d" providerId="AD" clId="Web-{60121BD5-462E-B985-A5ED-96E89F28A089}" dt="2026-01-25T16:05:32.445" v="376"/>
          <ac:spMkLst>
            <pc:docMk/>
            <pc:sldMk cId="2404723957" sldId="311"/>
            <ac:spMk id="16" creationId="{53E5B1A8-3AC9-4BD1-9BBC-78CA94F2D1BA}"/>
          </ac:spMkLst>
        </pc:spChg>
      </pc:sldChg>
      <pc:sldChg chg="addSp modSp new mod setBg">
        <pc:chgData name="Temirlan Zhaxalykov" userId="S::t.zhaxalykov@kbtu.kz::037320a9-8ef1-4acb-bb74-1ab60141db9d" providerId="AD" clId="Web-{60121BD5-462E-B985-A5ED-96E89F28A089}" dt="2026-01-25T16:06:44.165" v="391" actId="20577"/>
        <pc:sldMkLst>
          <pc:docMk/>
          <pc:sldMk cId="2737993668" sldId="312"/>
        </pc:sldMkLst>
        <pc:spChg chg="mod">
          <ac:chgData name="Temirlan Zhaxalykov" userId="S::t.zhaxalykov@kbtu.kz::037320a9-8ef1-4acb-bb74-1ab60141db9d" providerId="AD" clId="Web-{60121BD5-462E-B985-A5ED-96E89F28A089}" dt="2026-01-25T16:06:35.915" v="387"/>
          <ac:spMkLst>
            <pc:docMk/>
            <pc:sldMk cId="2737993668" sldId="312"/>
            <ac:spMk id="2" creationId="{6FD66C0C-C0FD-6EAD-7FA6-127747B2D28B}"/>
          </ac:spMkLst>
        </pc:spChg>
        <pc:spChg chg="mod">
          <ac:chgData name="Temirlan Zhaxalykov" userId="S::t.zhaxalykov@kbtu.kz::037320a9-8ef1-4acb-bb74-1ab60141db9d" providerId="AD" clId="Web-{60121BD5-462E-B985-A5ED-96E89F28A089}" dt="2026-01-25T16:06:44.165" v="391" actId="20577"/>
          <ac:spMkLst>
            <pc:docMk/>
            <pc:sldMk cId="2737993668" sldId="312"/>
            <ac:spMk id="3" creationId="{39D5A915-42F3-DEB0-7D58-8AB20EF90742}"/>
          </ac:spMkLst>
        </pc:spChg>
        <pc:spChg chg="add">
          <ac:chgData name="Temirlan Zhaxalykov" userId="S::t.zhaxalykov@kbtu.kz::037320a9-8ef1-4acb-bb74-1ab60141db9d" providerId="AD" clId="Web-{60121BD5-462E-B985-A5ED-96E89F28A089}" dt="2026-01-25T16:06:25.665" v="384"/>
          <ac:spMkLst>
            <pc:docMk/>
            <pc:sldMk cId="2737993668" sldId="312"/>
            <ac:spMk id="8" creationId="{1B15ED52-F352-441B-82BF-E0EA34836D08}"/>
          </ac:spMkLst>
        </pc:spChg>
        <pc:spChg chg="add">
          <ac:chgData name="Temirlan Zhaxalykov" userId="S::t.zhaxalykov@kbtu.kz::037320a9-8ef1-4acb-bb74-1ab60141db9d" providerId="AD" clId="Web-{60121BD5-462E-B985-A5ED-96E89F28A089}" dt="2026-01-25T16:06:25.665" v="384"/>
          <ac:spMkLst>
            <pc:docMk/>
            <pc:sldMk cId="2737993668" sldId="312"/>
            <ac:spMk id="10" creationId="{3B2E3793-BFE6-45A2-9B7B-E18844431C99}"/>
          </ac:spMkLst>
        </pc:spChg>
        <pc:spChg chg="add">
          <ac:chgData name="Temirlan Zhaxalykov" userId="S::t.zhaxalykov@kbtu.kz::037320a9-8ef1-4acb-bb74-1ab60141db9d" providerId="AD" clId="Web-{60121BD5-462E-B985-A5ED-96E89F28A089}" dt="2026-01-25T16:06:25.665" v="384"/>
          <ac:spMkLst>
            <pc:docMk/>
            <pc:sldMk cId="2737993668" sldId="312"/>
            <ac:spMk id="12" creationId="{BC4C4868-CB8F-4AF9-9CDB-8108F2C19B67}"/>
          </ac:spMkLst>
        </pc:spChg>
        <pc:spChg chg="add">
          <ac:chgData name="Temirlan Zhaxalykov" userId="S::t.zhaxalykov@kbtu.kz::037320a9-8ef1-4acb-bb74-1ab60141db9d" providerId="AD" clId="Web-{60121BD5-462E-B985-A5ED-96E89F28A089}" dt="2026-01-25T16:06:25.665" v="384"/>
          <ac:spMkLst>
            <pc:docMk/>
            <pc:sldMk cId="2737993668" sldId="312"/>
            <ac:spMk id="14" creationId="{375E0459-6403-40CD-989D-56A4407CA12E}"/>
          </ac:spMkLst>
        </pc:spChg>
        <pc:spChg chg="add">
          <ac:chgData name="Temirlan Zhaxalykov" userId="S::t.zhaxalykov@kbtu.kz::037320a9-8ef1-4acb-bb74-1ab60141db9d" providerId="AD" clId="Web-{60121BD5-462E-B985-A5ED-96E89F28A089}" dt="2026-01-25T16:06:25.665" v="384"/>
          <ac:spMkLst>
            <pc:docMk/>
            <pc:sldMk cId="2737993668" sldId="312"/>
            <ac:spMk id="16" creationId="{53E5B1A8-3AC9-4BD1-9BBC-78CA94F2D1BA}"/>
          </ac:spMkLst>
        </pc:spChg>
      </pc:sldChg>
      <pc:sldChg chg="addSp modSp new mod setBg">
        <pc:chgData name="Temirlan Zhaxalykov" userId="S::t.zhaxalykov@kbtu.kz::037320a9-8ef1-4acb-bb74-1ab60141db9d" providerId="AD" clId="Web-{60121BD5-462E-B985-A5ED-96E89F28A089}" dt="2026-01-25T16:07:30.337" v="402"/>
        <pc:sldMkLst>
          <pc:docMk/>
          <pc:sldMk cId="202471141" sldId="313"/>
        </pc:sldMkLst>
        <pc:spChg chg="mod">
          <ac:chgData name="Temirlan Zhaxalykov" userId="S::t.zhaxalykov@kbtu.kz::037320a9-8ef1-4acb-bb74-1ab60141db9d" providerId="AD" clId="Web-{60121BD5-462E-B985-A5ED-96E89F28A089}" dt="2026-01-25T16:07:30.306" v="401"/>
          <ac:spMkLst>
            <pc:docMk/>
            <pc:sldMk cId="202471141" sldId="313"/>
            <ac:spMk id="2" creationId="{6C53B3D4-090E-7754-1DDE-B6EAD027E4D6}"/>
          </ac:spMkLst>
        </pc:spChg>
        <pc:spChg chg="mod">
          <ac:chgData name="Temirlan Zhaxalykov" userId="S::t.zhaxalykov@kbtu.kz::037320a9-8ef1-4acb-bb74-1ab60141db9d" providerId="AD" clId="Web-{60121BD5-462E-B985-A5ED-96E89F28A089}" dt="2026-01-25T16:07:30.337" v="402"/>
          <ac:spMkLst>
            <pc:docMk/>
            <pc:sldMk cId="202471141" sldId="313"/>
            <ac:spMk id="3" creationId="{7B97E7EC-C4F4-25EA-A4C5-0D9708A33DF6}"/>
          </ac:spMkLst>
        </pc:spChg>
        <pc:spChg chg="add">
          <ac:chgData name="Temirlan Zhaxalykov" userId="S::t.zhaxalykov@kbtu.kz::037320a9-8ef1-4acb-bb74-1ab60141db9d" providerId="AD" clId="Web-{60121BD5-462E-B985-A5ED-96E89F28A089}" dt="2026-01-25T16:07:22.040" v="398"/>
          <ac:spMkLst>
            <pc:docMk/>
            <pc:sldMk cId="202471141" sldId="313"/>
            <ac:spMk id="8" creationId="{1B15ED52-F352-441B-82BF-E0EA34836D08}"/>
          </ac:spMkLst>
        </pc:spChg>
        <pc:spChg chg="add">
          <ac:chgData name="Temirlan Zhaxalykov" userId="S::t.zhaxalykov@kbtu.kz::037320a9-8ef1-4acb-bb74-1ab60141db9d" providerId="AD" clId="Web-{60121BD5-462E-B985-A5ED-96E89F28A089}" dt="2026-01-25T16:07:22.040" v="398"/>
          <ac:spMkLst>
            <pc:docMk/>
            <pc:sldMk cId="202471141" sldId="313"/>
            <ac:spMk id="10" creationId="{3B2E3793-BFE6-45A2-9B7B-E18844431C99}"/>
          </ac:spMkLst>
        </pc:spChg>
        <pc:spChg chg="add">
          <ac:chgData name="Temirlan Zhaxalykov" userId="S::t.zhaxalykov@kbtu.kz::037320a9-8ef1-4acb-bb74-1ab60141db9d" providerId="AD" clId="Web-{60121BD5-462E-B985-A5ED-96E89F28A089}" dt="2026-01-25T16:07:22.040" v="398"/>
          <ac:spMkLst>
            <pc:docMk/>
            <pc:sldMk cId="202471141" sldId="313"/>
            <ac:spMk id="12" creationId="{BC4C4868-CB8F-4AF9-9CDB-8108F2C19B67}"/>
          </ac:spMkLst>
        </pc:spChg>
        <pc:spChg chg="add">
          <ac:chgData name="Temirlan Zhaxalykov" userId="S::t.zhaxalykov@kbtu.kz::037320a9-8ef1-4acb-bb74-1ab60141db9d" providerId="AD" clId="Web-{60121BD5-462E-B985-A5ED-96E89F28A089}" dt="2026-01-25T16:07:22.040" v="398"/>
          <ac:spMkLst>
            <pc:docMk/>
            <pc:sldMk cId="202471141" sldId="313"/>
            <ac:spMk id="14" creationId="{375E0459-6403-40CD-989D-56A4407CA12E}"/>
          </ac:spMkLst>
        </pc:spChg>
        <pc:spChg chg="add">
          <ac:chgData name="Temirlan Zhaxalykov" userId="S::t.zhaxalykov@kbtu.kz::037320a9-8ef1-4acb-bb74-1ab60141db9d" providerId="AD" clId="Web-{60121BD5-462E-B985-A5ED-96E89F28A089}" dt="2026-01-25T16:07:22.040" v="398"/>
          <ac:spMkLst>
            <pc:docMk/>
            <pc:sldMk cId="202471141" sldId="313"/>
            <ac:spMk id="16" creationId="{53E5B1A8-3AC9-4BD1-9BBC-78CA94F2D1BA}"/>
          </ac:spMkLst>
        </pc:spChg>
      </pc:sldChg>
      <pc:sldChg chg="modSp add replId">
        <pc:chgData name="Temirlan Zhaxalykov" userId="S::t.zhaxalykov@kbtu.kz::037320a9-8ef1-4acb-bb74-1ab60141db9d" providerId="AD" clId="Web-{60121BD5-462E-B985-A5ED-96E89F28A089}" dt="2026-01-25T16:09:51.870" v="515" actId="20577"/>
        <pc:sldMkLst>
          <pc:docMk/>
          <pc:sldMk cId="28540473" sldId="315"/>
        </pc:sldMkLst>
        <pc:spChg chg="mod">
          <ac:chgData name="Temirlan Zhaxalykov" userId="S::t.zhaxalykov@kbtu.kz::037320a9-8ef1-4acb-bb74-1ab60141db9d" providerId="AD" clId="Web-{60121BD5-462E-B985-A5ED-96E89F28A089}" dt="2026-01-25T16:08:39.494" v="442" actId="20577"/>
          <ac:spMkLst>
            <pc:docMk/>
            <pc:sldMk cId="28540473" sldId="315"/>
            <ac:spMk id="2" creationId="{0387E4DE-C906-EE62-52F0-B37077638819}"/>
          </ac:spMkLst>
        </pc:spChg>
        <pc:spChg chg="mod">
          <ac:chgData name="Temirlan Zhaxalykov" userId="S::t.zhaxalykov@kbtu.kz::037320a9-8ef1-4acb-bb74-1ab60141db9d" providerId="AD" clId="Web-{60121BD5-462E-B985-A5ED-96E89F28A089}" dt="2026-01-25T16:09:51.870" v="515" actId="20577"/>
          <ac:spMkLst>
            <pc:docMk/>
            <pc:sldMk cId="28540473" sldId="315"/>
            <ac:spMk id="17" creationId="{64CA17C6-FC70-69B4-9568-2DE8C787BAA2}"/>
          </ac:spMkLst>
        </pc:spChg>
      </pc:sldChg>
      <pc:sldChg chg="addSp modSp new mod setBg">
        <pc:chgData name="Temirlan Zhaxalykov" userId="S::t.zhaxalykov@kbtu.kz::037320a9-8ef1-4acb-bb74-1ab60141db9d" providerId="AD" clId="Web-{60121BD5-462E-B985-A5ED-96E89F28A089}" dt="2026-01-25T16:11:29.215" v="523"/>
        <pc:sldMkLst>
          <pc:docMk/>
          <pc:sldMk cId="1455375354" sldId="316"/>
        </pc:sldMkLst>
        <pc:spChg chg="mod">
          <ac:chgData name="Temirlan Zhaxalykov" userId="S::t.zhaxalykov@kbtu.kz::037320a9-8ef1-4acb-bb74-1ab60141db9d" providerId="AD" clId="Web-{60121BD5-462E-B985-A5ED-96E89F28A089}" dt="2026-01-25T16:11:23.636" v="522"/>
          <ac:spMkLst>
            <pc:docMk/>
            <pc:sldMk cId="1455375354" sldId="316"/>
            <ac:spMk id="2" creationId="{DB3EAD5D-4BEA-C7B1-A628-FBB4044B01F4}"/>
          </ac:spMkLst>
        </pc:spChg>
        <pc:spChg chg="mod">
          <ac:chgData name="Temirlan Zhaxalykov" userId="S::t.zhaxalykov@kbtu.kz::037320a9-8ef1-4acb-bb74-1ab60141db9d" providerId="AD" clId="Web-{60121BD5-462E-B985-A5ED-96E89F28A089}" dt="2026-01-25T16:11:29.215" v="523"/>
          <ac:spMkLst>
            <pc:docMk/>
            <pc:sldMk cId="1455375354" sldId="316"/>
            <ac:spMk id="3" creationId="{0C95F293-0113-201B-C36C-0561E797D516}"/>
          </ac:spMkLst>
        </pc:spChg>
        <pc:spChg chg="add">
          <ac:chgData name="Temirlan Zhaxalykov" userId="S::t.zhaxalykov@kbtu.kz::037320a9-8ef1-4acb-bb74-1ab60141db9d" providerId="AD" clId="Web-{60121BD5-462E-B985-A5ED-96E89F28A089}" dt="2026-01-25T16:11:23.636" v="522"/>
          <ac:spMkLst>
            <pc:docMk/>
            <pc:sldMk cId="1455375354" sldId="316"/>
            <ac:spMk id="8" creationId="{1B15ED52-F352-441B-82BF-E0EA34836D08}"/>
          </ac:spMkLst>
        </pc:spChg>
        <pc:spChg chg="add">
          <ac:chgData name="Temirlan Zhaxalykov" userId="S::t.zhaxalykov@kbtu.kz::037320a9-8ef1-4acb-bb74-1ab60141db9d" providerId="AD" clId="Web-{60121BD5-462E-B985-A5ED-96E89F28A089}" dt="2026-01-25T16:11:23.636" v="522"/>
          <ac:spMkLst>
            <pc:docMk/>
            <pc:sldMk cId="1455375354" sldId="316"/>
            <ac:spMk id="10" creationId="{3B2E3793-BFE6-45A2-9B7B-E18844431C99}"/>
          </ac:spMkLst>
        </pc:spChg>
        <pc:spChg chg="add">
          <ac:chgData name="Temirlan Zhaxalykov" userId="S::t.zhaxalykov@kbtu.kz::037320a9-8ef1-4acb-bb74-1ab60141db9d" providerId="AD" clId="Web-{60121BD5-462E-B985-A5ED-96E89F28A089}" dt="2026-01-25T16:11:23.636" v="522"/>
          <ac:spMkLst>
            <pc:docMk/>
            <pc:sldMk cId="1455375354" sldId="316"/>
            <ac:spMk id="12" creationId="{BC4C4868-CB8F-4AF9-9CDB-8108F2C19B67}"/>
          </ac:spMkLst>
        </pc:spChg>
        <pc:spChg chg="add">
          <ac:chgData name="Temirlan Zhaxalykov" userId="S::t.zhaxalykov@kbtu.kz::037320a9-8ef1-4acb-bb74-1ab60141db9d" providerId="AD" clId="Web-{60121BD5-462E-B985-A5ED-96E89F28A089}" dt="2026-01-25T16:11:23.636" v="522"/>
          <ac:spMkLst>
            <pc:docMk/>
            <pc:sldMk cId="1455375354" sldId="316"/>
            <ac:spMk id="14" creationId="{375E0459-6403-40CD-989D-56A4407CA12E}"/>
          </ac:spMkLst>
        </pc:spChg>
        <pc:spChg chg="add">
          <ac:chgData name="Temirlan Zhaxalykov" userId="S::t.zhaxalykov@kbtu.kz::037320a9-8ef1-4acb-bb74-1ab60141db9d" providerId="AD" clId="Web-{60121BD5-462E-B985-A5ED-96E89F28A089}" dt="2026-01-25T16:11:23.636" v="522"/>
          <ac:spMkLst>
            <pc:docMk/>
            <pc:sldMk cId="1455375354" sldId="316"/>
            <ac:spMk id="16" creationId="{53E5B1A8-3AC9-4BD1-9BBC-78CA94F2D1BA}"/>
          </ac:spMkLst>
        </pc:spChg>
      </pc:sldChg>
      <pc:sldChg chg="addSp modSp new mod setBg">
        <pc:chgData name="Temirlan Zhaxalykov" userId="S::t.zhaxalykov@kbtu.kz::037320a9-8ef1-4acb-bb74-1ab60141db9d" providerId="AD" clId="Web-{60121BD5-462E-B985-A5ED-96E89F28A089}" dt="2026-01-25T16:12:35.824" v="541" actId="20577"/>
        <pc:sldMkLst>
          <pc:docMk/>
          <pc:sldMk cId="2348520356" sldId="317"/>
        </pc:sldMkLst>
        <pc:spChg chg="mod">
          <ac:chgData name="Temirlan Zhaxalykov" userId="S::t.zhaxalykov@kbtu.kz::037320a9-8ef1-4acb-bb74-1ab60141db9d" providerId="AD" clId="Web-{60121BD5-462E-B985-A5ED-96E89F28A089}" dt="2026-01-25T16:12:12.402" v="532"/>
          <ac:spMkLst>
            <pc:docMk/>
            <pc:sldMk cId="2348520356" sldId="317"/>
            <ac:spMk id="2" creationId="{538F9F1F-4162-BF2B-30A3-14CD89843FA2}"/>
          </ac:spMkLst>
        </pc:spChg>
        <pc:spChg chg="mod">
          <ac:chgData name="Temirlan Zhaxalykov" userId="S::t.zhaxalykov@kbtu.kz::037320a9-8ef1-4acb-bb74-1ab60141db9d" providerId="AD" clId="Web-{60121BD5-462E-B985-A5ED-96E89F28A089}" dt="2026-01-25T16:12:35.824" v="541" actId="20577"/>
          <ac:spMkLst>
            <pc:docMk/>
            <pc:sldMk cId="2348520356" sldId="317"/>
            <ac:spMk id="3" creationId="{4A33F513-63F2-08D2-EE93-742EF4DAB316}"/>
          </ac:spMkLst>
        </pc:spChg>
        <pc:spChg chg="add">
          <ac:chgData name="Temirlan Zhaxalykov" userId="S::t.zhaxalykov@kbtu.kz::037320a9-8ef1-4acb-bb74-1ab60141db9d" providerId="AD" clId="Web-{60121BD5-462E-B985-A5ED-96E89F28A089}" dt="2026-01-25T16:12:03.230" v="529"/>
          <ac:spMkLst>
            <pc:docMk/>
            <pc:sldMk cId="2348520356" sldId="317"/>
            <ac:spMk id="8" creationId="{1B15ED52-F352-441B-82BF-E0EA34836D08}"/>
          </ac:spMkLst>
        </pc:spChg>
        <pc:spChg chg="add">
          <ac:chgData name="Temirlan Zhaxalykov" userId="S::t.zhaxalykov@kbtu.kz::037320a9-8ef1-4acb-bb74-1ab60141db9d" providerId="AD" clId="Web-{60121BD5-462E-B985-A5ED-96E89F28A089}" dt="2026-01-25T16:12:03.230" v="529"/>
          <ac:spMkLst>
            <pc:docMk/>
            <pc:sldMk cId="2348520356" sldId="317"/>
            <ac:spMk id="10" creationId="{3B2E3793-BFE6-45A2-9B7B-E18844431C99}"/>
          </ac:spMkLst>
        </pc:spChg>
        <pc:spChg chg="add">
          <ac:chgData name="Temirlan Zhaxalykov" userId="S::t.zhaxalykov@kbtu.kz::037320a9-8ef1-4acb-bb74-1ab60141db9d" providerId="AD" clId="Web-{60121BD5-462E-B985-A5ED-96E89F28A089}" dt="2026-01-25T16:12:03.230" v="529"/>
          <ac:spMkLst>
            <pc:docMk/>
            <pc:sldMk cId="2348520356" sldId="317"/>
            <ac:spMk id="12" creationId="{BC4C4868-CB8F-4AF9-9CDB-8108F2C19B67}"/>
          </ac:spMkLst>
        </pc:spChg>
        <pc:spChg chg="add">
          <ac:chgData name="Temirlan Zhaxalykov" userId="S::t.zhaxalykov@kbtu.kz::037320a9-8ef1-4acb-bb74-1ab60141db9d" providerId="AD" clId="Web-{60121BD5-462E-B985-A5ED-96E89F28A089}" dt="2026-01-25T16:12:03.230" v="529"/>
          <ac:spMkLst>
            <pc:docMk/>
            <pc:sldMk cId="2348520356" sldId="317"/>
            <ac:spMk id="14" creationId="{375E0459-6403-40CD-989D-56A4407CA12E}"/>
          </ac:spMkLst>
        </pc:spChg>
        <pc:spChg chg="add">
          <ac:chgData name="Temirlan Zhaxalykov" userId="S::t.zhaxalykov@kbtu.kz::037320a9-8ef1-4acb-bb74-1ab60141db9d" providerId="AD" clId="Web-{60121BD5-462E-B985-A5ED-96E89F28A089}" dt="2026-01-25T16:12:03.230" v="529"/>
          <ac:spMkLst>
            <pc:docMk/>
            <pc:sldMk cId="2348520356" sldId="317"/>
            <ac:spMk id="16" creationId="{53E5B1A8-3AC9-4BD1-9BBC-78CA94F2D1BA}"/>
          </ac:spMkLst>
        </pc:spChg>
      </pc:sldChg>
      <pc:sldChg chg="addSp modSp new mod setBg">
        <pc:chgData name="Temirlan Zhaxalykov" userId="S::t.zhaxalykov@kbtu.kz::037320a9-8ef1-4acb-bb74-1ab60141db9d" providerId="AD" clId="Web-{60121BD5-462E-B985-A5ED-96E89F28A089}" dt="2026-01-25T16:13:47.044" v="557" actId="20577"/>
        <pc:sldMkLst>
          <pc:docMk/>
          <pc:sldMk cId="3268712892" sldId="318"/>
        </pc:sldMkLst>
        <pc:spChg chg="mod">
          <ac:chgData name="Temirlan Zhaxalykov" userId="S::t.zhaxalykov@kbtu.kz::037320a9-8ef1-4acb-bb74-1ab60141db9d" providerId="AD" clId="Web-{60121BD5-462E-B985-A5ED-96E89F28A089}" dt="2026-01-25T16:13:32.559" v="550"/>
          <ac:spMkLst>
            <pc:docMk/>
            <pc:sldMk cId="3268712892" sldId="318"/>
            <ac:spMk id="2" creationId="{5F3F3C22-151A-F2B9-55BD-16B8B61606C3}"/>
          </ac:spMkLst>
        </pc:spChg>
        <pc:spChg chg="mod">
          <ac:chgData name="Temirlan Zhaxalykov" userId="S::t.zhaxalykov@kbtu.kz::037320a9-8ef1-4acb-bb74-1ab60141db9d" providerId="AD" clId="Web-{60121BD5-462E-B985-A5ED-96E89F28A089}" dt="2026-01-25T16:13:47.044" v="557" actId="20577"/>
          <ac:spMkLst>
            <pc:docMk/>
            <pc:sldMk cId="3268712892" sldId="318"/>
            <ac:spMk id="3" creationId="{066135D6-F183-F138-8797-BD2F662BD79B}"/>
          </ac:spMkLst>
        </pc:spChg>
        <pc:spChg chg="add">
          <ac:chgData name="Temirlan Zhaxalykov" userId="S::t.zhaxalykov@kbtu.kz::037320a9-8ef1-4acb-bb74-1ab60141db9d" providerId="AD" clId="Web-{60121BD5-462E-B985-A5ED-96E89F28A089}" dt="2026-01-25T16:13:21.715" v="547"/>
          <ac:spMkLst>
            <pc:docMk/>
            <pc:sldMk cId="3268712892" sldId="318"/>
            <ac:spMk id="8" creationId="{1B15ED52-F352-441B-82BF-E0EA34836D08}"/>
          </ac:spMkLst>
        </pc:spChg>
        <pc:spChg chg="add">
          <ac:chgData name="Temirlan Zhaxalykov" userId="S::t.zhaxalykov@kbtu.kz::037320a9-8ef1-4acb-bb74-1ab60141db9d" providerId="AD" clId="Web-{60121BD5-462E-B985-A5ED-96E89F28A089}" dt="2026-01-25T16:13:21.715" v="547"/>
          <ac:spMkLst>
            <pc:docMk/>
            <pc:sldMk cId="3268712892" sldId="318"/>
            <ac:spMk id="10" creationId="{3B2E3793-BFE6-45A2-9B7B-E18844431C99}"/>
          </ac:spMkLst>
        </pc:spChg>
        <pc:spChg chg="add">
          <ac:chgData name="Temirlan Zhaxalykov" userId="S::t.zhaxalykov@kbtu.kz::037320a9-8ef1-4acb-bb74-1ab60141db9d" providerId="AD" clId="Web-{60121BD5-462E-B985-A5ED-96E89F28A089}" dt="2026-01-25T16:13:21.715" v="547"/>
          <ac:spMkLst>
            <pc:docMk/>
            <pc:sldMk cId="3268712892" sldId="318"/>
            <ac:spMk id="12" creationId="{BC4C4868-CB8F-4AF9-9CDB-8108F2C19B67}"/>
          </ac:spMkLst>
        </pc:spChg>
        <pc:spChg chg="add">
          <ac:chgData name="Temirlan Zhaxalykov" userId="S::t.zhaxalykov@kbtu.kz::037320a9-8ef1-4acb-bb74-1ab60141db9d" providerId="AD" clId="Web-{60121BD5-462E-B985-A5ED-96E89F28A089}" dt="2026-01-25T16:13:21.715" v="547"/>
          <ac:spMkLst>
            <pc:docMk/>
            <pc:sldMk cId="3268712892" sldId="318"/>
            <ac:spMk id="14" creationId="{375E0459-6403-40CD-989D-56A4407CA12E}"/>
          </ac:spMkLst>
        </pc:spChg>
        <pc:spChg chg="add">
          <ac:chgData name="Temirlan Zhaxalykov" userId="S::t.zhaxalykov@kbtu.kz::037320a9-8ef1-4acb-bb74-1ab60141db9d" providerId="AD" clId="Web-{60121BD5-462E-B985-A5ED-96E89F28A089}" dt="2026-01-25T16:13:21.715" v="547"/>
          <ac:spMkLst>
            <pc:docMk/>
            <pc:sldMk cId="3268712892" sldId="318"/>
            <ac:spMk id="16" creationId="{53E5B1A8-3AC9-4BD1-9BBC-78CA94F2D1BA}"/>
          </ac:spMkLst>
        </pc:spChg>
      </pc:sldChg>
      <pc:sldChg chg="addSp modSp new mod setBg">
        <pc:chgData name="Temirlan Zhaxalykov" userId="S::t.zhaxalykov@kbtu.kz::037320a9-8ef1-4acb-bb74-1ab60141db9d" providerId="AD" clId="Web-{60121BD5-462E-B985-A5ED-96E89F28A089}" dt="2026-01-25T16:16:03.533" v="611" actId="1076"/>
        <pc:sldMkLst>
          <pc:docMk/>
          <pc:sldMk cId="231468113" sldId="319"/>
        </pc:sldMkLst>
        <pc:spChg chg="mod">
          <ac:chgData name="Temirlan Zhaxalykov" userId="S::t.zhaxalykov@kbtu.kz::037320a9-8ef1-4acb-bb74-1ab60141db9d" providerId="AD" clId="Web-{60121BD5-462E-B985-A5ED-96E89F28A089}" dt="2026-01-25T16:14:35.185" v="566"/>
          <ac:spMkLst>
            <pc:docMk/>
            <pc:sldMk cId="231468113" sldId="319"/>
            <ac:spMk id="2" creationId="{BDDC4F38-EF51-717B-5398-02D0ECA4D7A3}"/>
          </ac:spMkLst>
        </pc:spChg>
        <pc:spChg chg="mod">
          <ac:chgData name="Temirlan Zhaxalykov" userId="S::t.zhaxalykov@kbtu.kz::037320a9-8ef1-4acb-bb74-1ab60141db9d" providerId="AD" clId="Web-{60121BD5-462E-B985-A5ED-96E89F28A089}" dt="2026-01-25T16:16:03.533" v="611" actId="1076"/>
          <ac:spMkLst>
            <pc:docMk/>
            <pc:sldMk cId="231468113" sldId="319"/>
            <ac:spMk id="3" creationId="{56FA9913-666D-6A3A-84C7-4E358E867419}"/>
          </ac:spMkLst>
        </pc:spChg>
        <pc:spChg chg="add">
          <ac:chgData name="Temirlan Zhaxalykov" userId="S::t.zhaxalykov@kbtu.kz::037320a9-8ef1-4acb-bb74-1ab60141db9d" providerId="AD" clId="Web-{60121BD5-462E-B985-A5ED-96E89F28A089}" dt="2026-01-25T16:14:22.497" v="563"/>
          <ac:spMkLst>
            <pc:docMk/>
            <pc:sldMk cId="231468113" sldId="319"/>
            <ac:spMk id="8" creationId="{1B15ED52-F352-441B-82BF-E0EA34836D08}"/>
          </ac:spMkLst>
        </pc:spChg>
        <pc:spChg chg="add">
          <ac:chgData name="Temirlan Zhaxalykov" userId="S::t.zhaxalykov@kbtu.kz::037320a9-8ef1-4acb-bb74-1ab60141db9d" providerId="AD" clId="Web-{60121BD5-462E-B985-A5ED-96E89F28A089}" dt="2026-01-25T16:14:22.497" v="563"/>
          <ac:spMkLst>
            <pc:docMk/>
            <pc:sldMk cId="231468113" sldId="319"/>
            <ac:spMk id="10" creationId="{3B2E3793-BFE6-45A2-9B7B-E18844431C99}"/>
          </ac:spMkLst>
        </pc:spChg>
        <pc:spChg chg="add">
          <ac:chgData name="Temirlan Zhaxalykov" userId="S::t.zhaxalykov@kbtu.kz::037320a9-8ef1-4acb-bb74-1ab60141db9d" providerId="AD" clId="Web-{60121BD5-462E-B985-A5ED-96E89F28A089}" dt="2026-01-25T16:14:22.497" v="563"/>
          <ac:spMkLst>
            <pc:docMk/>
            <pc:sldMk cId="231468113" sldId="319"/>
            <ac:spMk id="12" creationId="{BC4C4868-CB8F-4AF9-9CDB-8108F2C19B67}"/>
          </ac:spMkLst>
        </pc:spChg>
        <pc:spChg chg="add">
          <ac:chgData name="Temirlan Zhaxalykov" userId="S::t.zhaxalykov@kbtu.kz::037320a9-8ef1-4acb-bb74-1ab60141db9d" providerId="AD" clId="Web-{60121BD5-462E-B985-A5ED-96E89F28A089}" dt="2026-01-25T16:14:22.497" v="563"/>
          <ac:spMkLst>
            <pc:docMk/>
            <pc:sldMk cId="231468113" sldId="319"/>
            <ac:spMk id="14" creationId="{375E0459-6403-40CD-989D-56A4407CA12E}"/>
          </ac:spMkLst>
        </pc:spChg>
        <pc:spChg chg="add">
          <ac:chgData name="Temirlan Zhaxalykov" userId="S::t.zhaxalykov@kbtu.kz::037320a9-8ef1-4acb-bb74-1ab60141db9d" providerId="AD" clId="Web-{60121BD5-462E-B985-A5ED-96E89F28A089}" dt="2026-01-25T16:14:22.497" v="563"/>
          <ac:spMkLst>
            <pc:docMk/>
            <pc:sldMk cId="231468113" sldId="319"/>
            <ac:spMk id="16" creationId="{53E5B1A8-3AC9-4BD1-9BBC-78CA94F2D1BA}"/>
          </ac:spMkLst>
        </pc:spChg>
      </pc:sldChg>
      <pc:sldChg chg="addSp modSp new mod setBg">
        <pc:chgData name="Temirlan Zhaxalykov" userId="S::t.zhaxalykov@kbtu.kz::037320a9-8ef1-4acb-bb74-1ab60141db9d" providerId="AD" clId="Web-{60121BD5-462E-B985-A5ED-96E89F28A089}" dt="2026-01-25T16:17:05.925" v="621"/>
        <pc:sldMkLst>
          <pc:docMk/>
          <pc:sldMk cId="3264721783" sldId="320"/>
        </pc:sldMkLst>
        <pc:spChg chg="mod">
          <ac:chgData name="Temirlan Zhaxalykov" userId="S::t.zhaxalykov@kbtu.kz::037320a9-8ef1-4acb-bb74-1ab60141db9d" providerId="AD" clId="Web-{60121BD5-462E-B985-A5ED-96E89F28A089}" dt="2026-01-25T16:17:05.910" v="620"/>
          <ac:spMkLst>
            <pc:docMk/>
            <pc:sldMk cId="3264721783" sldId="320"/>
            <ac:spMk id="2" creationId="{E4B8712B-CCB0-0A7C-46B6-82E07C253540}"/>
          </ac:spMkLst>
        </pc:spChg>
        <pc:spChg chg="mod">
          <ac:chgData name="Temirlan Zhaxalykov" userId="S::t.zhaxalykov@kbtu.kz::037320a9-8ef1-4acb-bb74-1ab60141db9d" providerId="AD" clId="Web-{60121BD5-462E-B985-A5ED-96E89F28A089}" dt="2026-01-25T16:17:05.925" v="621"/>
          <ac:spMkLst>
            <pc:docMk/>
            <pc:sldMk cId="3264721783" sldId="320"/>
            <ac:spMk id="3" creationId="{9B328D5C-572D-6A5F-81A6-309C03EE6610}"/>
          </ac:spMkLst>
        </pc:spChg>
        <pc:spChg chg="add">
          <ac:chgData name="Temirlan Zhaxalykov" userId="S::t.zhaxalykov@kbtu.kz::037320a9-8ef1-4acb-bb74-1ab60141db9d" providerId="AD" clId="Web-{60121BD5-462E-B985-A5ED-96E89F28A089}" dt="2026-01-25T16:16:49.144" v="617"/>
          <ac:spMkLst>
            <pc:docMk/>
            <pc:sldMk cId="3264721783" sldId="320"/>
            <ac:spMk id="8" creationId="{1B15ED52-F352-441B-82BF-E0EA34836D08}"/>
          </ac:spMkLst>
        </pc:spChg>
        <pc:spChg chg="add">
          <ac:chgData name="Temirlan Zhaxalykov" userId="S::t.zhaxalykov@kbtu.kz::037320a9-8ef1-4acb-bb74-1ab60141db9d" providerId="AD" clId="Web-{60121BD5-462E-B985-A5ED-96E89F28A089}" dt="2026-01-25T16:16:49.144" v="617"/>
          <ac:spMkLst>
            <pc:docMk/>
            <pc:sldMk cId="3264721783" sldId="320"/>
            <ac:spMk id="10" creationId="{3B2E3793-BFE6-45A2-9B7B-E18844431C99}"/>
          </ac:spMkLst>
        </pc:spChg>
        <pc:spChg chg="add">
          <ac:chgData name="Temirlan Zhaxalykov" userId="S::t.zhaxalykov@kbtu.kz::037320a9-8ef1-4acb-bb74-1ab60141db9d" providerId="AD" clId="Web-{60121BD5-462E-B985-A5ED-96E89F28A089}" dt="2026-01-25T16:16:49.144" v="617"/>
          <ac:spMkLst>
            <pc:docMk/>
            <pc:sldMk cId="3264721783" sldId="320"/>
            <ac:spMk id="12" creationId="{BC4C4868-CB8F-4AF9-9CDB-8108F2C19B67}"/>
          </ac:spMkLst>
        </pc:spChg>
        <pc:spChg chg="add">
          <ac:chgData name="Temirlan Zhaxalykov" userId="S::t.zhaxalykov@kbtu.kz::037320a9-8ef1-4acb-bb74-1ab60141db9d" providerId="AD" clId="Web-{60121BD5-462E-B985-A5ED-96E89F28A089}" dt="2026-01-25T16:16:49.144" v="617"/>
          <ac:spMkLst>
            <pc:docMk/>
            <pc:sldMk cId="3264721783" sldId="320"/>
            <ac:spMk id="14" creationId="{375E0459-6403-40CD-989D-56A4407CA12E}"/>
          </ac:spMkLst>
        </pc:spChg>
        <pc:spChg chg="add">
          <ac:chgData name="Temirlan Zhaxalykov" userId="S::t.zhaxalykov@kbtu.kz::037320a9-8ef1-4acb-bb74-1ab60141db9d" providerId="AD" clId="Web-{60121BD5-462E-B985-A5ED-96E89F28A089}" dt="2026-01-25T16:16:49.144" v="617"/>
          <ac:spMkLst>
            <pc:docMk/>
            <pc:sldMk cId="3264721783" sldId="320"/>
            <ac:spMk id="16" creationId="{53E5B1A8-3AC9-4BD1-9BBC-78CA94F2D1BA}"/>
          </ac:spMkLst>
        </pc:spChg>
      </pc:sldChg>
      <pc:sldChg chg="addSp modSp new mod setBg">
        <pc:chgData name="Temirlan Zhaxalykov" userId="S::t.zhaxalykov@kbtu.kz::037320a9-8ef1-4acb-bb74-1ab60141db9d" providerId="AD" clId="Web-{60121BD5-462E-B985-A5ED-96E89F28A089}" dt="2026-01-25T16:20:49.196" v="785"/>
        <pc:sldMkLst>
          <pc:docMk/>
          <pc:sldMk cId="3359267358" sldId="321"/>
        </pc:sldMkLst>
        <pc:spChg chg="mod">
          <ac:chgData name="Temirlan Zhaxalykov" userId="S::t.zhaxalykov@kbtu.kz::037320a9-8ef1-4acb-bb74-1ab60141db9d" providerId="AD" clId="Web-{60121BD5-462E-B985-A5ED-96E89F28A089}" dt="2026-01-25T16:20:41.790" v="784"/>
          <ac:spMkLst>
            <pc:docMk/>
            <pc:sldMk cId="3359267358" sldId="321"/>
            <ac:spMk id="2" creationId="{060C2108-109F-E901-53AB-837C0BE4EF17}"/>
          </ac:spMkLst>
        </pc:spChg>
        <pc:spChg chg="mod">
          <ac:chgData name="Temirlan Zhaxalykov" userId="S::t.zhaxalykov@kbtu.kz::037320a9-8ef1-4acb-bb74-1ab60141db9d" providerId="AD" clId="Web-{60121BD5-462E-B985-A5ED-96E89F28A089}" dt="2026-01-25T16:20:49.196" v="785"/>
          <ac:spMkLst>
            <pc:docMk/>
            <pc:sldMk cId="3359267358" sldId="321"/>
            <ac:spMk id="3" creationId="{4699EC85-2557-D8C1-96C7-CE408FC7308A}"/>
          </ac:spMkLst>
        </pc:spChg>
        <pc:spChg chg="add">
          <ac:chgData name="Temirlan Zhaxalykov" userId="S::t.zhaxalykov@kbtu.kz::037320a9-8ef1-4acb-bb74-1ab60141db9d" providerId="AD" clId="Web-{60121BD5-462E-B985-A5ED-96E89F28A089}" dt="2026-01-25T16:20:41.790" v="784"/>
          <ac:spMkLst>
            <pc:docMk/>
            <pc:sldMk cId="3359267358" sldId="321"/>
            <ac:spMk id="8" creationId="{1B15ED52-F352-441B-82BF-E0EA34836D08}"/>
          </ac:spMkLst>
        </pc:spChg>
        <pc:spChg chg="add">
          <ac:chgData name="Temirlan Zhaxalykov" userId="S::t.zhaxalykov@kbtu.kz::037320a9-8ef1-4acb-bb74-1ab60141db9d" providerId="AD" clId="Web-{60121BD5-462E-B985-A5ED-96E89F28A089}" dt="2026-01-25T16:20:41.790" v="784"/>
          <ac:spMkLst>
            <pc:docMk/>
            <pc:sldMk cId="3359267358" sldId="321"/>
            <ac:spMk id="10" creationId="{3B2E3793-BFE6-45A2-9B7B-E18844431C99}"/>
          </ac:spMkLst>
        </pc:spChg>
        <pc:spChg chg="add">
          <ac:chgData name="Temirlan Zhaxalykov" userId="S::t.zhaxalykov@kbtu.kz::037320a9-8ef1-4acb-bb74-1ab60141db9d" providerId="AD" clId="Web-{60121BD5-462E-B985-A5ED-96E89F28A089}" dt="2026-01-25T16:20:41.790" v="784"/>
          <ac:spMkLst>
            <pc:docMk/>
            <pc:sldMk cId="3359267358" sldId="321"/>
            <ac:spMk id="12" creationId="{BC4C4868-CB8F-4AF9-9CDB-8108F2C19B67}"/>
          </ac:spMkLst>
        </pc:spChg>
        <pc:spChg chg="add">
          <ac:chgData name="Temirlan Zhaxalykov" userId="S::t.zhaxalykov@kbtu.kz::037320a9-8ef1-4acb-bb74-1ab60141db9d" providerId="AD" clId="Web-{60121BD5-462E-B985-A5ED-96E89F28A089}" dt="2026-01-25T16:20:41.790" v="784"/>
          <ac:spMkLst>
            <pc:docMk/>
            <pc:sldMk cId="3359267358" sldId="321"/>
            <ac:spMk id="14" creationId="{375E0459-6403-40CD-989D-56A4407CA12E}"/>
          </ac:spMkLst>
        </pc:spChg>
        <pc:spChg chg="add">
          <ac:chgData name="Temirlan Zhaxalykov" userId="S::t.zhaxalykov@kbtu.kz::037320a9-8ef1-4acb-bb74-1ab60141db9d" providerId="AD" clId="Web-{60121BD5-462E-B985-A5ED-96E89F28A089}" dt="2026-01-25T16:20:41.790" v="784"/>
          <ac:spMkLst>
            <pc:docMk/>
            <pc:sldMk cId="3359267358" sldId="321"/>
            <ac:spMk id="16" creationId="{53E5B1A8-3AC9-4BD1-9BBC-78CA94F2D1BA}"/>
          </ac:spMkLst>
        </pc:spChg>
      </pc:sldChg>
      <pc:sldChg chg="modSp add replId">
        <pc:chgData name="Temirlan Zhaxalykov" userId="S::t.zhaxalykov@kbtu.kz::037320a9-8ef1-4acb-bb74-1ab60141db9d" providerId="AD" clId="Web-{60121BD5-462E-B985-A5ED-96E89F28A089}" dt="2026-01-25T16:20:13.461" v="778" actId="20577"/>
        <pc:sldMkLst>
          <pc:docMk/>
          <pc:sldMk cId="328868990" sldId="322"/>
        </pc:sldMkLst>
        <pc:spChg chg="mod">
          <ac:chgData name="Temirlan Zhaxalykov" userId="S::t.zhaxalykov@kbtu.kz::037320a9-8ef1-4acb-bb74-1ab60141db9d" providerId="AD" clId="Web-{60121BD5-462E-B985-A5ED-96E89F28A089}" dt="2026-01-25T16:18:04.162" v="648" actId="20577"/>
          <ac:spMkLst>
            <pc:docMk/>
            <pc:sldMk cId="328868990" sldId="322"/>
            <ac:spMk id="2" creationId="{EBC94E64-46D9-3DAA-D0C3-6340B1EC8575}"/>
          </ac:spMkLst>
        </pc:spChg>
        <pc:spChg chg="mod">
          <ac:chgData name="Temirlan Zhaxalykov" userId="S::t.zhaxalykov@kbtu.kz::037320a9-8ef1-4acb-bb74-1ab60141db9d" providerId="AD" clId="Web-{60121BD5-462E-B985-A5ED-96E89F28A089}" dt="2026-01-25T16:20:13.461" v="778" actId="20577"/>
          <ac:spMkLst>
            <pc:docMk/>
            <pc:sldMk cId="328868990" sldId="322"/>
            <ac:spMk id="17" creationId="{75C81BC6-ABBA-1F39-F3BC-4FC3BFE1D3E9}"/>
          </ac:spMkLst>
        </pc:spChg>
      </pc:sldChg>
      <pc:sldChg chg="addSp modSp new mod setBg">
        <pc:chgData name="Temirlan Zhaxalykov" userId="S::t.zhaxalykov@kbtu.kz::037320a9-8ef1-4acb-bb74-1ab60141db9d" providerId="AD" clId="Web-{60121BD5-462E-B985-A5ED-96E89F28A089}" dt="2026-01-25T16:21:42.900" v="798"/>
        <pc:sldMkLst>
          <pc:docMk/>
          <pc:sldMk cId="4113606024" sldId="323"/>
        </pc:sldMkLst>
        <pc:spChg chg="mod">
          <ac:chgData name="Temirlan Zhaxalykov" userId="S::t.zhaxalykov@kbtu.kz::037320a9-8ef1-4acb-bb74-1ab60141db9d" providerId="AD" clId="Web-{60121BD5-462E-B985-A5ED-96E89F28A089}" dt="2026-01-25T16:21:42.869" v="797"/>
          <ac:spMkLst>
            <pc:docMk/>
            <pc:sldMk cId="4113606024" sldId="323"/>
            <ac:spMk id="2" creationId="{8E8163A7-9CA9-4730-29CA-3607D138BBBF}"/>
          </ac:spMkLst>
        </pc:spChg>
        <pc:spChg chg="mod">
          <ac:chgData name="Temirlan Zhaxalykov" userId="S::t.zhaxalykov@kbtu.kz::037320a9-8ef1-4acb-bb74-1ab60141db9d" providerId="AD" clId="Web-{60121BD5-462E-B985-A5ED-96E89F28A089}" dt="2026-01-25T16:21:42.900" v="798"/>
          <ac:spMkLst>
            <pc:docMk/>
            <pc:sldMk cId="4113606024" sldId="323"/>
            <ac:spMk id="3" creationId="{013439F7-4C26-0BED-330E-F99A4A046F70}"/>
          </ac:spMkLst>
        </pc:spChg>
        <pc:spChg chg="add">
          <ac:chgData name="Temirlan Zhaxalykov" userId="S::t.zhaxalykov@kbtu.kz::037320a9-8ef1-4acb-bb74-1ab60141db9d" providerId="AD" clId="Web-{60121BD5-462E-B985-A5ED-96E89F28A089}" dt="2026-01-25T16:21:22.338" v="791"/>
          <ac:spMkLst>
            <pc:docMk/>
            <pc:sldMk cId="4113606024" sldId="323"/>
            <ac:spMk id="8" creationId="{1B15ED52-F352-441B-82BF-E0EA34836D08}"/>
          </ac:spMkLst>
        </pc:spChg>
        <pc:spChg chg="add">
          <ac:chgData name="Temirlan Zhaxalykov" userId="S::t.zhaxalykov@kbtu.kz::037320a9-8ef1-4acb-bb74-1ab60141db9d" providerId="AD" clId="Web-{60121BD5-462E-B985-A5ED-96E89F28A089}" dt="2026-01-25T16:21:22.338" v="791"/>
          <ac:spMkLst>
            <pc:docMk/>
            <pc:sldMk cId="4113606024" sldId="323"/>
            <ac:spMk id="10" creationId="{3B2E3793-BFE6-45A2-9B7B-E18844431C99}"/>
          </ac:spMkLst>
        </pc:spChg>
        <pc:spChg chg="add">
          <ac:chgData name="Temirlan Zhaxalykov" userId="S::t.zhaxalykov@kbtu.kz::037320a9-8ef1-4acb-bb74-1ab60141db9d" providerId="AD" clId="Web-{60121BD5-462E-B985-A5ED-96E89F28A089}" dt="2026-01-25T16:21:22.338" v="791"/>
          <ac:spMkLst>
            <pc:docMk/>
            <pc:sldMk cId="4113606024" sldId="323"/>
            <ac:spMk id="12" creationId="{BC4C4868-CB8F-4AF9-9CDB-8108F2C19B67}"/>
          </ac:spMkLst>
        </pc:spChg>
        <pc:spChg chg="add">
          <ac:chgData name="Temirlan Zhaxalykov" userId="S::t.zhaxalykov@kbtu.kz::037320a9-8ef1-4acb-bb74-1ab60141db9d" providerId="AD" clId="Web-{60121BD5-462E-B985-A5ED-96E89F28A089}" dt="2026-01-25T16:21:22.338" v="791"/>
          <ac:spMkLst>
            <pc:docMk/>
            <pc:sldMk cId="4113606024" sldId="323"/>
            <ac:spMk id="14" creationId="{375E0459-6403-40CD-989D-56A4407CA12E}"/>
          </ac:spMkLst>
        </pc:spChg>
        <pc:spChg chg="add">
          <ac:chgData name="Temirlan Zhaxalykov" userId="S::t.zhaxalykov@kbtu.kz::037320a9-8ef1-4acb-bb74-1ab60141db9d" providerId="AD" clId="Web-{60121BD5-462E-B985-A5ED-96E89F28A089}" dt="2026-01-25T16:21:22.338" v="791"/>
          <ac:spMkLst>
            <pc:docMk/>
            <pc:sldMk cId="4113606024" sldId="323"/>
            <ac:spMk id="16" creationId="{53E5B1A8-3AC9-4BD1-9BBC-78CA94F2D1BA}"/>
          </ac:spMkLst>
        </pc:spChg>
      </pc:sldChg>
      <pc:sldChg chg="addSp modSp new mod setBg">
        <pc:chgData name="Temirlan Zhaxalykov" userId="S::t.zhaxalykov@kbtu.kz::037320a9-8ef1-4acb-bb74-1ab60141db9d" providerId="AD" clId="Web-{60121BD5-462E-B985-A5ED-96E89F28A089}" dt="2026-01-25T16:22:23.948" v="809" actId="20577"/>
        <pc:sldMkLst>
          <pc:docMk/>
          <pc:sldMk cId="3890490882" sldId="324"/>
        </pc:sldMkLst>
        <pc:spChg chg="mod">
          <ac:chgData name="Temirlan Zhaxalykov" userId="S::t.zhaxalykov@kbtu.kz::037320a9-8ef1-4acb-bb74-1ab60141db9d" providerId="AD" clId="Web-{60121BD5-462E-B985-A5ED-96E89F28A089}" dt="2026-01-25T16:22:19.448" v="806"/>
          <ac:spMkLst>
            <pc:docMk/>
            <pc:sldMk cId="3890490882" sldId="324"/>
            <ac:spMk id="2" creationId="{CF67313E-650B-090D-DDE9-E80E381BB5C0}"/>
          </ac:spMkLst>
        </pc:spChg>
        <pc:spChg chg="mod">
          <ac:chgData name="Temirlan Zhaxalykov" userId="S::t.zhaxalykov@kbtu.kz::037320a9-8ef1-4acb-bb74-1ab60141db9d" providerId="AD" clId="Web-{60121BD5-462E-B985-A5ED-96E89F28A089}" dt="2026-01-25T16:22:23.948" v="809" actId="20577"/>
          <ac:spMkLst>
            <pc:docMk/>
            <pc:sldMk cId="3890490882" sldId="324"/>
            <ac:spMk id="3" creationId="{B8E51549-DD2D-438F-481B-564DD2BC6DA8}"/>
          </ac:spMkLst>
        </pc:spChg>
        <pc:spChg chg="add">
          <ac:chgData name="Temirlan Zhaxalykov" userId="S::t.zhaxalykov@kbtu.kz::037320a9-8ef1-4acb-bb74-1ab60141db9d" providerId="AD" clId="Web-{60121BD5-462E-B985-A5ED-96E89F28A089}" dt="2026-01-25T16:22:10.416" v="803"/>
          <ac:spMkLst>
            <pc:docMk/>
            <pc:sldMk cId="3890490882" sldId="324"/>
            <ac:spMk id="8" creationId="{1B15ED52-F352-441B-82BF-E0EA34836D08}"/>
          </ac:spMkLst>
        </pc:spChg>
        <pc:spChg chg="add">
          <ac:chgData name="Temirlan Zhaxalykov" userId="S::t.zhaxalykov@kbtu.kz::037320a9-8ef1-4acb-bb74-1ab60141db9d" providerId="AD" clId="Web-{60121BD5-462E-B985-A5ED-96E89F28A089}" dt="2026-01-25T16:22:10.416" v="803"/>
          <ac:spMkLst>
            <pc:docMk/>
            <pc:sldMk cId="3890490882" sldId="324"/>
            <ac:spMk id="10" creationId="{3B2E3793-BFE6-45A2-9B7B-E18844431C99}"/>
          </ac:spMkLst>
        </pc:spChg>
        <pc:spChg chg="add">
          <ac:chgData name="Temirlan Zhaxalykov" userId="S::t.zhaxalykov@kbtu.kz::037320a9-8ef1-4acb-bb74-1ab60141db9d" providerId="AD" clId="Web-{60121BD5-462E-B985-A5ED-96E89F28A089}" dt="2026-01-25T16:22:10.416" v="803"/>
          <ac:spMkLst>
            <pc:docMk/>
            <pc:sldMk cId="3890490882" sldId="324"/>
            <ac:spMk id="12" creationId="{BC4C4868-CB8F-4AF9-9CDB-8108F2C19B67}"/>
          </ac:spMkLst>
        </pc:spChg>
        <pc:spChg chg="add">
          <ac:chgData name="Temirlan Zhaxalykov" userId="S::t.zhaxalykov@kbtu.kz::037320a9-8ef1-4acb-bb74-1ab60141db9d" providerId="AD" clId="Web-{60121BD5-462E-B985-A5ED-96E89F28A089}" dt="2026-01-25T16:22:10.416" v="803"/>
          <ac:spMkLst>
            <pc:docMk/>
            <pc:sldMk cId="3890490882" sldId="324"/>
            <ac:spMk id="14" creationId="{375E0459-6403-40CD-989D-56A4407CA12E}"/>
          </ac:spMkLst>
        </pc:spChg>
        <pc:spChg chg="add">
          <ac:chgData name="Temirlan Zhaxalykov" userId="S::t.zhaxalykov@kbtu.kz::037320a9-8ef1-4acb-bb74-1ab60141db9d" providerId="AD" clId="Web-{60121BD5-462E-B985-A5ED-96E89F28A089}" dt="2026-01-25T16:22:10.416" v="803"/>
          <ac:spMkLst>
            <pc:docMk/>
            <pc:sldMk cId="3890490882" sldId="324"/>
            <ac:spMk id="16" creationId="{53E5B1A8-3AC9-4BD1-9BBC-78CA94F2D1BA}"/>
          </ac:spMkLst>
        </pc:spChg>
      </pc:sldChg>
      <pc:sldChg chg="addSp modSp new mod setBg">
        <pc:chgData name="Temirlan Zhaxalykov" userId="S::t.zhaxalykov@kbtu.kz::037320a9-8ef1-4acb-bb74-1ab60141db9d" providerId="AD" clId="Web-{60121BD5-462E-B985-A5ED-96E89F28A089}" dt="2026-01-25T16:23:42.324" v="821" actId="20577"/>
        <pc:sldMkLst>
          <pc:docMk/>
          <pc:sldMk cId="1300429355" sldId="325"/>
        </pc:sldMkLst>
        <pc:spChg chg="mod">
          <ac:chgData name="Temirlan Zhaxalykov" userId="S::t.zhaxalykov@kbtu.kz::037320a9-8ef1-4acb-bb74-1ab60141db9d" providerId="AD" clId="Web-{60121BD5-462E-B985-A5ED-96E89F28A089}" dt="2026-01-25T16:23:37.683" v="818"/>
          <ac:spMkLst>
            <pc:docMk/>
            <pc:sldMk cId="1300429355" sldId="325"/>
            <ac:spMk id="2" creationId="{AB2278E3-85E3-B4F8-1EAF-627212F212DB}"/>
          </ac:spMkLst>
        </pc:spChg>
        <pc:spChg chg="mod">
          <ac:chgData name="Temirlan Zhaxalykov" userId="S::t.zhaxalykov@kbtu.kz::037320a9-8ef1-4acb-bb74-1ab60141db9d" providerId="AD" clId="Web-{60121BD5-462E-B985-A5ED-96E89F28A089}" dt="2026-01-25T16:23:42.324" v="821" actId="20577"/>
          <ac:spMkLst>
            <pc:docMk/>
            <pc:sldMk cId="1300429355" sldId="325"/>
            <ac:spMk id="3" creationId="{1DF978B3-E9C0-8F9C-2070-F8BFC6D08435}"/>
          </ac:spMkLst>
        </pc:spChg>
        <pc:spChg chg="add">
          <ac:chgData name="Temirlan Zhaxalykov" userId="S::t.zhaxalykov@kbtu.kz::037320a9-8ef1-4acb-bb74-1ab60141db9d" providerId="AD" clId="Web-{60121BD5-462E-B985-A5ED-96E89F28A089}" dt="2026-01-25T16:23:26.324" v="815"/>
          <ac:spMkLst>
            <pc:docMk/>
            <pc:sldMk cId="1300429355" sldId="325"/>
            <ac:spMk id="8" creationId="{1B15ED52-F352-441B-82BF-E0EA34836D08}"/>
          </ac:spMkLst>
        </pc:spChg>
        <pc:spChg chg="add">
          <ac:chgData name="Temirlan Zhaxalykov" userId="S::t.zhaxalykov@kbtu.kz::037320a9-8ef1-4acb-bb74-1ab60141db9d" providerId="AD" clId="Web-{60121BD5-462E-B985-A5ED-96E89F28A089}" dt="2026-01-25T16:23:26.324" v="815"/>
          <ac:spMkLst>
            <pc:docMk/>
            <pc:sldMk cId="1300429355" sldId="325"/>
            <ac:spMk id="10" creationId="{3B2E3793-BFE6-45A2-9B7B-E18844431C99}"/>
          </ac:spMkLst>
        </pc:spChg>
        <pc:spChg chg="add">
          <ac:chgData name="Temirlan Zhaxalykov" userId="S::t.zhaxalykov@kbtu.kz::037320a9-8ef1-4acb-bb74-1ab60141db9d" providerId="AD" clId="Web-{60121BD5-462E-B985-A5ED-96E89F28A089}" dt="2026-01-25T16:23:26.324" v="815"/>
          <ac:spMkLst>
            <pc:docMk/>
            <pc:sldMk cId="1300429355" sldId="325"/>
            <ac:spMk id="12" creationId="{BC4C4868-CB8F-4AF9-9CDB-8108F2C19B67}"/>
          </ac:spMkLst>
        </pc:spChg>
        <pc:spChg chg="add">
          <ac:chgData name="Temirlan Zhaxalykov" userId="S::t.zhaxalykov@kbtu.kz::037320a9-8ef1-4acb-bb74-1ab60141db9d" providerId="AD" clId="Web-{60121BD5-462E-B985-A5ED-96E89F28A089}" dt="2026-01-25T16:23:26.324" v="815"/>
          <ac:spMkLst>
            <pc:docMk/>
            <pc:sldMk cId="1300429355" sldId="325"/>
            <ac:spMk id="14" creationId="{375E0459-6403-40CD-989D-56A4407CA12E}"/>
          </ac:spMkLst>
        </pc:spChg>
        <pc:spChg chg="add">
          <ac:chgData name="Temirlan Zhaxalykov" userId="S::t.zhaxalykov@kbtu.kz::037320a9-8ef1-4acb-bb74-1ab60141db9d" providerId="AD" clId="Web-{60121BD5-462E-B985-A5ED-96E89F28A089}" dt="2026-01-25T16:23:26.324" v="815"/>
          <ac:spMkLst>
            <pc:docMk/>
            <pc:sldMk cId="1300429355" sldId="325"/>
            <ac:spMk id="16" creationId="{53E5B1A8-3AC9-4BD1-9BBC-78CA94F2D1BA}"/>
          </ac:spMkLst>
        </pc:spChg>
      </pc:sldChg>
      <pc:sldChg chg="addSp modSp new mod setBg">
        <pc:chgData name="Temirlan Zhaxalykov" userId="S::t.zhaxalykov@kbtu.kz::037320a9-8ef1-4acb-bb74-1ab60141db9d" providerId="AD" clId="Web-{60121BD5-462E-B985-A5ED-96E89F28A089}" dt="2026-01-25T16:25:30.934" v="838" actId="20577"/>
        <pc:sldMkLst>
          <pc:docMk/>
          <pc:sldMk cId="1503517959" sldId="326"/>
        </pc:sldMkLst>
        <pc:spChg chg="mod">
          <ac:chgData name="Temirlan Zhaxalykov" userId="S::t.zhaxalykov@kbtu.kz::037320a9-8ef1-4acb-bb74-1ab60141db9d" providerId="AD" clId="Web-{60121BD5-462E-B985-A5ED-96E89F28A089}" dt="2026-01-25T16:24:43.043" v="828"/>
          <ac:spMkLst>
            <pc:docMk/>
            <pc:sldMk cId="1503517959" sldId="326"/>
            <ac:spMk id="2" creationId="{72582979-2742-4F4E-B2AE-52FAF3BDE3D7}"/>
          </ac:spMkLst>
        </pc:spChg>
        <pc:spChg chg="mod">
          <ac:chgData name="Temirlan Zhaxalykov" userId="S::t.zhaxalykov@kbtu.kz::037320a9-8ef1-4acb-bb74-1ab60141db9d" providerId="AD" clId="Web-{60121BD5-462E-B985-A5ED-96E89F28A089}" dt="2026-01-25T16:25:30.934" v="838" actId="20577"/>
          <ac:spMkLst>
            <pc:docMk/>
            <pc:sldMk cId="1503517959" sldId="326"/>
            <ac:spMk id="3" creationId="{F7295EF1-5163-310D-4860-E9997C48A60E}"/>
          </ac:spMkLst>
        </pc:spChg>
        <pc:spChg chg="add">
          <ac:chgData name="Temirlan Zhaxalykov" userId="S::t.zhaxalykov@kbtu.kz::037320a9-8ef1-4acb-bb74-1ab60141db9d" providerId="AD" clId="Web-{60121BD5-462E-B985-A5ED-96E89F28A089}" dt="2026-01-25T16:24:35.731" v="827"/>
          <ac:spMkLst>
            <pc:docMk/>
            <pc:sldMk cId="1503517959" sldId="326"/>
            <ac:spMk id="8" creationId="{1B15ED52-F352-441B-82BF-E0EA34836D08}"/>
          </ac:spMkLst>
        </pc:spChg>
        <pc:spChg chg="add">
          <ac:chgData name="Temirlan Zhaxalykov" userId="S::t.zhaxalykov@kbtu.kz::037320a9-8ef1-4acb-bb74-1ab60141db9d" providerId="AD" clId="Web-{60121BD5-462E-B985-A5ED-96E89F28A089}" dt="2026-01-25T16:24:35.731" v="827"/>
          <ac:spMkLst>
            <pc:docMk/>
            <pc:sldMk cId="1503517959" sldId="326"/>
            <ac:spMk id="10" creationId="{3B2E3793-BFE6-45A2-9B7B-E18844431C99}"/>
          </ac:spMkLst>
        </pc:spChg>
        <pc:spChg chg="add">
          <ac:chgData name="Temirlan Zhaxalykov" userId="S::t.zhaxalykov@kbtu.kz::037320a9-8ef1-4acb-bb74-1ab60141db9d" providerId="AD" clId="Web-{60121BD5-462E-B985-A5ED-96E89F28A089}" dt="2026-01-25T16:24:35.731" v="827"/>
          <ac:spMkLst>
            <pc:docMk/>
            <pc:sldMk cId="1503517959" sldId="326"/>
            <ac:spMk id="12" creationId="{BC4C4868-CB8F-4AF9-9CDB-8108F2C19B67}"/>
          </ac:spMkLst>
        </pc:spChg>
        <pc:spChg chg="add">
          <ac:chgData name="Temirlan Zhaxalykov" userId="S::t.zhaxalykov@kbtu.kz::037320a9-8ef1-4acb-bb74-1ab60141db9d" providerId="AD" clId="Web-{60121BD5-462E-B985-A5ED-96E89F28A089}" dt="2026-01-25T16:24:35.731" v="827"/>
          <ac:spMkLst>
            <pc:docMk/>
            <pc:sldMk cId="1503517959" sldId="326"/>
            <ac:spMk id="14" creationId="{375E0459-6403-40CD-989D-56A4407CA12E}"/>
          </ac:spMkLst>
        </pc:spChg>
        <pc:spChg chg="add">
          <ac:chgData name="Temirlan Zhaxalykov" userId="S::t.zhaxalykov@kbtu.kz::037320a9-8ef1-4acb-bb74-1ab60141db9d" providerId="AD" clId="Web-{60121BD5-462E-B985-A5ED-96E89F28A089}" dt="2026-01-25T16:24:35.731" v="827"/>
          <ac:spMkLst>
            <pc:docMk/>
            <pc:sldMk cId="1503517959" sldId="326"/>
            <ac:spMk id="16" creationId="{53E5B1A8-3AC9-4BD1-9BBC-78CA94F2D1BA}"/>
          </ac:spMkLst>
        </pc:spChg>
      </pc:sldChg>
      <pc:sldChg chg="addSp modSp new mod setBg">
        <pc:chgData name="Temirlan Zhaxalykov" userId="S::t.zhaxalykov@kbtu.kz::037320a9-8ef1-4acb-bb74-1ab60141db9d" providerId="AD" clId="Web-{60121BD5-462E-B985-A5ED-96E89F28A089}" dt="2026-01-25T16:26:11.935" v="850" actId="20577"/>
        <pc:sldMkLst>
          <pc:docMk/>
          <pc:sldMk cId="2470634815" sldId="327"/>
        </pc:sldMkLst>
        <pc:spChg chg="mod">
          <ac:chgData name="Temirlan Zhaxalykov" userId="S::t.zhaxalykov@kbtu.kz::037320a9-8ef1-4acb-bb74-1ab60141db9d" providerId="AD" clId="Web-{60121BD5-462E-B985-A5ED-96E89F28A089}" dt="2026-01-25T16:26:05.044" v="846"/>
          <ac:spMkLst>
            <pc:docMk/>
            <pc:sldMk cId="2470634815" sldId="327"/>
            <ac:spMk id="2" creationId="{7F8723FA-5D34-14C7-15FD-C7D49A98B7D3}"/>
          </ac:spMkLst>
        </pc:spChg>
        <pc:spChg chg="mod">
          <ac:chgData name="Temirlan Zhaxalykov" userId="S::t.zhaxalykov@kbtu.kz::037320a9-8ef1-4acb-bb74-1ab60141db9d" providerId="AD" clId="Web-{60121BD5-462E-B985-A5ED-96E89F28A089}" dt="2026-01-25T16:26:11.935" v="850" actId="20577"/>
          <ac:spMkLst>
            <pc:docMk/>
            <pc:sldMk cId="2470634815" sldId="327"/>
            <ac:spMk id="3" creationId="{AA3C64D5-B692-2273-9268-5945EE1FB3B9}"/>
          </ac:spMkLst>
        </pc:spChg>
        <pc:spChg chg="add">
          <ac:chgData name="Temirlan Zhaxalykov" userId="S::t.zhaxalykov@kbtu.kz::037320a9-8ef1-4acb-bb74-1ab60141db9d" providerId="AD" clId="Web-{60121BD5-462E-B985-A5ED-96E89F28A089}" dt="2026-01-25T16:25:57.060" v="843"/>
          <ac:spMkLst>
            <pc:docMk/>
            <pc:sldMk cId="2470634815" sldId="327"/>
            <ac:spMk id="8" creationId="{1B15ED52-F352-441B-82BF-E0EA34836D08}"/>
          </ac:spMkLst>
        </pc:spChg>
        <pc:spChg chg="add">
          <ac:chgData name="Temirlan Zhaxalykov" userId="S::t.zhaxalykov@kbtu.kz::037320a9-8ef1-4acb-bb74-1ab60141db9d" providerId="AD" clId="Web-{60121BD5-462E-B985-A5ED-96E89F28A089}" dt="2026-01-25T16:25:57.060" v="843"/>
          <ac:spMkLst>
            <pc:docMk/>
            <pc:sldMk cId="2470634815" sldId="327"/>
            <ac:spMk id="10" creationId="{3B2E3793-BFE6-45A2-9B7B-E18844431C99}"/>
          </ac:spMkLst>
        </pc:spChg>
        <pc:spChg chg="add">
          <ac:chgData name="Temirlan Zhaxalykov" userId="S::t.zhaxalykov@kbtu.kz::037320a9-8ef1-4acb-bb74-1ab60141db9d" providerId="AD" clId="Web-{60121BD5-462E-B985-A5ED-96E89F28A089}" dt="2026-01-25T16:25:57.060" v="843"/>
          <ac:spMkLst>
            <pc:docMk/>
            <pc:sldMk cId="2470634815" sldId="327"/>
            <ac:spMk id="12" creationId="{BC4C4868-CB8F-4AF9-9CDB-8108F2C19B67}"/>
          </ac:spMkLst>
        </pc:spChg>
        <pc:spChg chg="add">
          <ac:chgData name="Temirlan Zhaxalykov" userId="S::t.zhaxalykov@kbtu.kz::037320a9-8ef1-4acb-bb74-1ab60141db9d" providerId="AD" clId="Web-{60121BD5-462E-B985-A5ED-96E89F28A089}" dt="2026-01-25T16:25:57.060" v="843"/>
          <ac:spMkLst>
            <pc:docMk/>
            <pc:sldMk cId="2470634815" sldId="327"/>
            <ac:spMk id="14" creationId="{375E0459-6403-40CD-989D-56A4407CA12E}"/>
          </ac:spMkLst>
        </pc:spChg>
        <pc:spChg chg="add">
          <ac:chgData name="Temirlan Zhaxalykov" userId="S::t.zhaxalykov@kbtu.kz::037320a9-8ef1-4acb-bb74-1ab60141db9d" providerId="AD" clId="Web-{60121BD5-462E-B985-A5ED-96E89F28A089}" dt="2026-01-25T16:25:57.060" v="843"/>
          <ac:spMkLst>
            <pc:docMk/>
            <pc:sldMk cId="2470634815" sldId="327"/>
            <ac:spMk id="16" creationId="{53E5B1A8-3AC9-4BD1-9BBC-78CA94F2D1BA}"/>
          </ac:spMkLst>
        </pc:spChg>
      </pc:sldChg>
      <pc:sldChg chg="addSp modSp new mod setBg">
        <pc:chgData name="Temirlan Zhaxalykov" userId="S::t.zhaxalykov@kbtu.kz::037320a9-8ef1-4acb-bb74-1ab60141db9d" providerId="AD" clId="Web-{60121BD5-462E-B985-A5ED-96E89F28A089}" dt="2026-01-25T16:27:01.420" v="863" actId="20577"/>
        <pc:sldMkLst>
          <pc:docMk/>
          <pc:sldMk cId="4093827115" sldId="328"/>
        </pc:sldMkLst>
        <pc:spChg chg="mod">
          <ac:chgData name="Temirlan Zhaxalykov" userId="S::t.zhaxalykov@kbtu.kz::037320a9-8ef1-4acb-bb74-1ab60141db9d" providerId="AD" clId="Web-{60121BD5-462E-B985-A5ED-96E89F28A089}" dt="2026-01-25T16:26:56.888" v="859"/>
          <ac:spMkLst>
            <pc:docMk/>
            <pc:sldMk cId="4093827115" sldId="328"/>
            <ac:spMk id="2" creationId="{A80E85E3-7493-2A65-8947-2676865B1FE8}"/>
          </ac:spMkLst>
        </pc:spChg>
        <pc:spChg chg="mod">
          <ac:chgData name="Temirlan Zhaxalykov" userId="S::t.zhaxalykov@kbtu.kz::037320a9-8ef1-4acb-bb74-1ab60141db9d" providerId="AD" clId="Web-{60121BD5-462E-B985-A5ED-96E89F28A089}" dt="2026-01-25T16:27:01.420" v="863" actId="20577"/>
          <ac:spMkLst>
            <pc:docMk/>
            <pc:sldMk cId="4093827115" sldId="328"/>
            <ac:spMk id="3" creationId="{3BD313BF-943A-1FA9-B00F-7BED789A78C6}"/>
          </ac:spMkLst>
        </pc:spChg>
        <pc:spChg chg="add">
          <ac:chgData name="Temirlan Zhaxalykov" userId="S::t.zhaxalykov@kbtu.kz::037320a9-8ef1-4acb-bb74-1ab60141db9d" providerId="AD" clId="Web-{60121BD5-462E-B985-A5ED-96E89F28A089}" dt="2026-01-25T16:26:49.388" v="856"/>
          <ac:spMkLst>
            <pc:docMk/>
            <pc:sldMk cId="4093827115" sldId="328"/>
            <ac:spMk id="8" creationId="{1B15ED52-F352-441B-82BF-E0EA34836D08}"/>
          </ac:spMkLst>
        </pc:spChg>
        <pc:spChg chg="add">
          <ac:chgData name="Temirlan Zhaxalykov" userId="S::t.zhaxalykov@kbtu.kz::037320a9-8ef1-4acb-bb74-1ab60141db9d" providerId="AD" clId="Web-{60121BD5-462E-B985-A5ED-96E89F28A089}" dt="2026-01-25T16:26:49.388" v="856"/>
          <ac:spMkLst>
            <pc:docMk/>
            <pc:sldMk cId="4093827115" sldId="328"/>
            <ac:spMk id="10" creationId="{3B2E3793-BFE6-45A2-9B7B-E18844431C99}"/>
          </ac:spMkLst>
        </pc:spChg>
        <pc:spChg chg="add">
          <ac:chgData name="Temirlan Zhaxalykov" userId="S::t.zhaxalykov@kbtu.kz::037320a9-8ef1-4acb-bb74-1ab60141db9d" providerId="AD" clId="Web-{60121BD5-462E-B985-A5ED-96E89F28A089}" dt="2026-01-25T16:26:49.388" v="856"/>
          <ac:spMkLst>
            <pc:docMk/>
            <pc:sldMk cId="4093827115" sldId="328"/>
            <ac:spMk id="12" creationId="{BC4C4868-CB8F-4AF9-9CDB-8108F2C19B67}"/>
          </ac:spMkLst>
        </pc:spChg>
        <pc:spChg chg="add">
          <ac:chgData name="Temirlan Zhaxalykov" userId="S::t.zhaxalykov@kbtu.kz::037320a9-8ef1-4acb-bb74-1ab60141db9d" providerId="AD" clId="Web-{60121BD5-462E-B985-A5ED-96E89F28A089}" dt="2026-01-25T16:26:49.388" v="856"/>
          <ac:spMkLst>
            <pc:docMk/>
            <pc:sldMk cId="4093827115" sldId="328"/>
            <ac:spMk id="14" creationId="{375E0459-6403-40CD-989D-56A4407CA12E}"/>
          </ac:spMkLst>
        </pc:spChg>
        <pc:spChg chg="add">
          <ac:chgData name="Temirlan Zhaxalykov" userId="S::t.zhaxalykov@kbtu.kz::037320a9-8ef1-4acb-bb74-1ab60141db9d" providerId="AD" clId="Web-{60121BD5-462E-B985-A5ED-96E89F28A089}" dt="2026-01-25T16:26:49.388" v="856"/>
          <ac:spMkLst>
            <pc:docMk/>
            <pc:sldMk cId="4093827115" sldId="328"/>
            <ac:spMk id="16" creationId="{53E5B1A8-3AC9-4BD1-9BBC-78CA94F2D1BA}"/>
          </ac:spMkLst>
        </pc:spChg>
      </pc:sldChg>
      <pc:sldChg chg="modSp add replId">
        <pc:chgData name="Temirlan Zhaxalykov" userId="S::t.zhaxalykov@kbtu.kz::037320a9-8ef1-4acb-bb74-1ab60141db9d" providerId="AD" clId="Web-{60121BD5-462E-B985-A5ED-96E89F28A089}" dt="2026-01-25T16:27:48.561" v="874" actId="20577"/>
        <pc:sldMkLst>
          <pc:docMk/>
          <pc:sldMk cId="2327311435" sldId="329"/>
        </pc:sldMkLst>
        <pc:spChg chg="mod">
          <ac:chgData name="Temirlan Zhaxalykov" userId="S::t.zhaxalykov@kbtu.kz::037320a9-8ef1-4acb-bb74-1ab60141db9d" providerId="AD" clId="Web-{60121BD5-462E-B985-A5ED-96E89F28A089}" dt="2026-01-25T16:27:48.561" v="874" actId="20577"/>
          <ac:spMkLst>
            <pc:docMk/>
            <pc:sldMk cId="2327311435" sldId="329"/>
            <ac:spMk id="3" creationId="{CC2F5B84-2353-058C-3B91-4663D306838D}"/>
          </ac:spMkLst>
        </pc:spChg>
      </pc:sldChg>
      <pc:sldChg chg="modSp add replId">
        <pc:chgData name="Temirlan Zhaxalykov" userId="S::t.zhaxalykov@kbtu.kz::037320a9-8ef1-4acb-bb74-1ab60141db9d" providerId="AD" clId="Web-{60121BD5-462E-B985-A5ED-96E89F28A089}" dt="2026-01-25T16:36:32.604" v="987" actId="20577"/>
        <pc:sldMkLst>
          <pc:docMk/>
          <pc:sldMk cId="2701576755" sldId="330"/>
        </pc:sldMkLst>
        <pc:spChg chg="mod">
          <ac:chgData name="Temirlan Zhaxalykov" userId="S::t.zhaxalykov@kbtu.kz::037320a9-8ef1-4acb-bb74-1ab60141db9d" providerId="AD" clId="Web-{60121BD5-462E-B985-A5ED-96E89F28A089}" dt="2026-01-25T16:34:19.476" v="886" actId="20577"/>
          <ac:spMkLst>
            <pc:docMk/>
            <pc:sldMk cId="2701576755" sldId="330"/>
            <ac:spMk id="2" creationId="{9547E9FC-3841-61E7-43BF-17E179705033}"/>
          </ac:spMkLst>
        </pc:spChg>
        <pc:spChg chg="mod">
          <ac:chgData name="Temirlan Zhaxalykov" userId="S::t.zhaxalykov@kbtu.kz::037320a9-8ef1-4acb-bb74-1ab60141db9d" providerId="AD" clId="Web-{60121BD5-462E-B985-A5ED-96E89F28A089}" dt="2026-01-25T16:36:32.604" v="987" actId="20577"/>
          <ac:spMkLst>
            <pc:docMk/>
            <pc:sldMk cId="2701576755" sldId="330"/>
            <ac:spMk id="17" creationId="{8E8B7010-58F2-275F-6D12-0F70A5338902}"/>
          </ac:spMkLst>
        </pc:spChg>
      </pc:sldChg>
      <pc:sldChg chg="modSp add replId">
        <pc:chgData name="Temirlan Zhaxalykov" userId="S::t.zhaxalykov@kbtu.kz::037320a9-8ef1-4acb-bb74-1ab60141db9d" providerId="AD" clId="Web-{60121BD5-462E-B985-A5ED-96E89F28A089}" dt="2026-01-25T16:40:45.799" v="1006"/>
        <pc:sldMkLst>
          <pc:docMk/>
          <pc:sldMk cId="3191204677" sldId="332"/>
        </pc:sldMkLst>
        <pc:spChg chg="mod">
          <ac:chgData name="Temirlan Zhaxalykov" userId="S::t.zhaxalykov@kbtu.kz::037320a9-8ef1-4acb-bb74-1ab60141db9d" providerId="AD" clId="Web-{60121BD5-462E-B985-A5ED-96E89F28A089}" dt="2026-01-25T16:40:28.155" v="1002" actId="20577"/>
          <ac:spMkLst>
            <pc:docMk/>
            <pc:sldMk cId="3191204677" sldId="332"/>
            <ac:spMk id="2" creationId="{97E7020C-D206-F042-0DB5-C6B3C815BDB4}"/>
          </ac:spMkLst>
        </pc:spChg>
        <pc:spChg chg="mod">
          <ac:chgData name="Temirlan Zhaxalykov" userId="S::t.zhaxalykov@kbtu.kz::037320a9-8ef1-4acb-bb74-1ab60141db9d" providerId="AD" clId="Web-{60121BD5-462E-B985-A5ED-96E89F28A089}" dt="2026-01-25T16:40:45.799" v="1006"/>
          <ac:spMkLst>
            <pc:docMk/>
            <pc:sldMk cId="3191204677" sldId="332"/>
            <ac:spMk id="3" creationId="{D4D3A359-F4CE-9459-5355-B2E23B65D3C9}"/>
          </ac:spMkLst>
        </pc:spChg>
      </pc:sldChg>
      <pc:sldChg chg="addSp modSp new mod setBg">
        <pc:chgData name="Temirlan Zhaxalykov" userId="S::t.zhaxalykov@kbtu.kz::037320a9-8ef1-4acb-bb74-1ab60141db9d" providerId="AD" clId="Web-{60121BD5-462E-B985-A5ED-96E89F28A089}" dt="2026-01-25T16:41:50.382" v="1015" actId="20577"/>
        <pc:sldMkLst>
          <pc:docMk/>
          <pc:sldMk cId="4209025430" sldId="333"/>
        </pc:sldMkLst>
        <pc:spChg chg="mod">
          <ac:chgData name="Temirlan Zhaxalykov" userId="S::t.zhaxalykov@kbtu.kz::037320a9-8ef1-4acb-bb74-1ab60141db9d" providerId="AD" clId="Web-{60121BD5-462E-B985-A5ED-96E89F28A089}" dt="2026-01-25T16:41:45.991" v="1012"/>
          <ac:spMkLst>
            <pc:docMk/>
            <pc:sldMk cId="4209025430" sldId="333"/>
            <ac:spMk id="2" creationId="{C22D98F6-F18F-EEB9-59C7-853E4C800BBD}"/>
          </ac:spMkLst>
        </pc:spChg>
        <pc:spChg chg="mod">
          <ac:chgData name="Temirlan Zhaxalykov" userId="S::t.zhaxalykov@kbtu.kz::037320a9-8ef1-4acb-bb74-1ab60141db9d" providerId="AD" clId="Web-{60121BD5-462E-B985-A5ED-96E89F28A089}" dt="2026-01-25T16:41:50.382" v="1015" actId="20577"/>
          <ac:spMkLst>
            <pc:docMk/>
            <pc:sldMk cId="4209025430" sldId="333"/>
            <ac:spMk id="3" creationId="{D203FA61-2EEA-3A9A-1014-28D85F81A7A1}"/>
          </ac:spMkLst>
        </pc:spChg>
        <pc:spChg chg="add">
          <ac:chgData name="Temirlan Zhaxalykov" userId="S::t.zhaxalykov@kbtu.kz::037320a9-8ef1-4acb-bb74-1ab60141db9d" providerId="AD" clId="Web-{60121BD5-462E-B985-A5ED-96E89F28A089}" dt="2026-01-25T16:41:39.881" v="1011"/>
          <ac:spMkLst>
            <pc:docMk/>
            <pc:sldMk cId="4209025430" sldId="333"/>
            <ac:spMk id="8" creationId="{1B15ED52-F352-441B-82BF-E0EA34836D08}"/>
          </ac:spMkLst>
        </pc:spChg>
        <pc:spChg chg="add">
          <ac:chgData name="Temirlan Zhaxalykov" userId="S::t.zhaxalykov@kbtu.kz::037320a9-8ef1-4acb-bb74-1ab60141db9d" providerId="AD" clId="Web-{60121BD5-462E-B985-A5ED-96E89F28A089}" dt="2026-01-25T16:41:39.881" v="1011"/>
          <ac:spMkLst>
            <pc:docMk/>
            <pc:sldMk cId="4209025430" sldId="333"/>
            <ac:spMk id="10" creationId="{3B2E3793-BFE6-45A2-9B7B-E18844431C99}"/>
          </ac:spMkLst>
        </pc:spChg>
        <pc:spChg chg="add">
          <ac:chgData name="Temirlan Zhaxalykov" userId="S::t.zhaxalykov@kbtu.kz::037320a9-8ef1-4acb-bb74-1ab60141db9d" providerId="AD" clId="Web-{60121BD5-462E-B985-A5ED-96E89F28A089}" dt="2026-01-25T16:41:39.881" v="1011"/>
          <ac:spMkLst>
            <pc:docMk/>
            <pc:sldMk cId="4209025430" sldId="333"/>
            <ac:spMk id="12" creationId="{BC4C4868-CB8F-4AF9-9CDB-8108F2C19B67}"/>
          </ac:spMkLst>
        </pc:spChg>
        <pc:spChg chg="add">
          <ac:chgData name="Temirlan Zhaxalykov" userId="S::t.zhaxalykov@kbtu.kz::037320a9-8ef1-4acb-bb74-1ab60141db9d" providerId="AD" clId="Web-{60121BD5-462E-B985-A5ED-96E89F28A089}" dt="2026-01-25T16:41:39.881" v="1011"/>
          <ac:spMkLst>
            <pc:docMk/>
            <pc:sldMk cId="4209025430" sldId="333"/>
            <ac:spMk id="14" creationId="{375E0459-6403-40CD-989D-56A4407CA12E}"/>
          </ac:spMkLst>
        </pc:spChg>
        <pc:spChg chg="add">
          <ac:chgData name="Temirlan Zhaxalykov" userId="S::t.zhaxalykov@kbtu.kz::037320a9-8ef1-4acb-bb74-1ab60141db9d" providerId="AD" clId="Web-{60121BD5-462E-B985-A5ED-96E89F28A089}" dt="2026-01-25T16:41:39.881" v="1011"/>
          <ac:spMkLst>
            <pc:docMk/>
            <pc:sldMk cId="4209025430" sldId="333"/>
            <ac:spMk id="16" creationId="{53E5B1A8-3AC9-4BD1-9BBC-78CA94F2D1BA}"/>
          </ac:spMkLst>
        </pc:spChg>
      </pc:sldChg>
      <pc:sldChg chg="addSp modSp new mod setBg">
        <pc:chgData name="Temirlan Zhaxalykov" userId="S::t.zhaxalykov@kbtu.kz::037320a9-8ef1-4acb-bb74-1ab60141db9d" providerId="AD" clId="Web-{60121BD5-462E-B985-A5ED-96E89F28A089}" dt="2026-01-25T16:44:27.242" v="1069" actId="20577"/>
        <pc:sldMkLst>
          <pc:docMk/>
          <pc:sldMk cId="2948328386" sldId="334"/>
        </pc:sldMkLst>
        <pc:spChg chg="mod">
          <ac:chgData name="Temirlan Zhaxalykov" userId="S::t.zhaxalykov@kbtu.kz::037320a9-8ef1-4acb-bb74-1ab60141db9d" providerId="AD" clId="Web-{60121BD5-462E-B985-A5ED-96E89F28A089}" dt="2026-01-25T16:44:20.821" v="1065"/>
          <ac:spMkLst>
            <pc:docMk/>
            <pc:sldMk cId="2948328386" sldId="334"/>
            <ac:spMk id="2" creationId="{523DFC6F-1AEC-1D07-366B-514DEDB23B52}"/>
          </ac:spMkLst>
        </pc:spChg>
        <pc:spChg chg="mod">
          <ac:chgData name="Temirlan Zhaxalykov" userId="S::t.zhaxalykov@kbtu.kz::037320a9-8ef1-4acb-bb74-1ab60141db9d" providerId="AD" clId="Web-{60121BD5-462E-B985-A5ED-96E89F28A089}" dt="2026-01-25T16:44:27.242" v="1069" actId="20577"/>
          <ac:spMkLst>
            <pc:docMk/>
            <pc:sldMk cId="2948328386" sldId="334"/>
            <ac:spMk id="3" creationId="{80A6337C-BE99-2A95-E65C-E043748BDD11}"/>
          </ac:spMkLst>
        </pc:spChg>
        <pc:spChg chg="add mod">
          <ac:chgData name="Temirlan Zhaxalykov" userId="S::t.zhaxalykov@kbtu.kz::037320a9-8ef1-4acb-bb74-1ab60141db9d" providerId="AD" clId="Web-{60121BD5-462E-B985-A5ED-96E89F28A089}" dt="2026-01-25T16:44:23.867" v="1067" actId="20577"/>
          <ac:spMkLst>
            <pc:docMk/>
            <pc:sldMk cId="2948328386" sldId="334"/>
            <ac:spMk id="8" creationId="{1B15ED52-F352-441B-82BF-E0EA34836D08}"/>
          </ac:spMkLst>
        </pc:spChg>
        <pc:spChg chg="add">
          <ac:chgData name="Temirlan Zhaxalykov" userId="S::t.zhaxalykov@kbtu.kz::037320a9-8ef1-4acb-bb74-1ab60141db9d" providerId="AD" clId="Web-{60121BD5-462E-B985-A5ED-96E89F28A089}" dt="2026-01-25T16:42:16.007" v="1020"/>
          <ac:spMkLst>
            <pc:docMk/>
            <pc:sldMk cId="2948328386" sldId="334"/>
            <ac:spMk id="10" creationId="{3B2E3793-BFE6-45A2-9B7B-E18844431C99}"/>
          </ac:spMkLst>
        </pc:spChg>
        <pc:spChg chg="add">
          <ac:chgData name="Temirlan Zhaxalykov" userId="S::t.zhaxalykov@kbtu.kz::037320a9-8ef1-4acb-bb74-1ab60141db9d" providerId="AD" clId="Web-{60121BD5-462E-B985-A5ED-96E89F28A089}" dt="2026-01-25T16:42:16.007" v="1020"/>
          <ac:spMkLst>
            <pc:docMk/>
            <pc:sldMk cId="2948328386" sldId="334"/>
            <ac:spMk id="12" creationId="{BC4C4868-CB8F-4AF9-9CDB-8108F2C19B67}"/>
          </ac:spMkLst>
        </pc:spChg>
        <pc:spChg chg="add">
          <ac:chgData name="Temirlan Zhaxalykov" userId="S::t.zhaxalykov@kbtu.kz::037320a9-8ef1-4acb-bb74-1ab60141db9d" providerId="AD" clId="Web-{60121BD5-462E-B985-A5ED-96E89F28A089}" dt="2026-01-25T16:42:16.007" v="1020"/>
          <ac:spMkLst>
            <pc:docMk/>
            <pc:sldMk cId="2948328386" sldId="334"/>
            <ac:spMk id="14" creationId="{375E0459-6403-40CD-989D-56A4407CA12E}"/>
          </ac:spMkLst>
        </pc:spChg>
        <pc:spChg chg="add">
          <ac:chgData name="Temirlan Zhaxalykov" userId="S::t.zhaxalykov@kbtu.kz::037320a9-8ef1-4acb-bb74-1ab60141db9d" providerId="AD" clId="Web-{60121BD5-462E-B985-A5ED-96E89F28A089}" dt="2026-01-25T16:42:16.007" v="1020"/>
          <ac:spMkLst>
            <pc:docMk/>
            <pc:sldMk cId="2948328386" sldId="334"/>
            <ac:spMk id="16" creationId="{53E5B1A8-3AC9-4BD1-9BBC-78CA94F2D1BA}"/>
          </ac:spMkLst>
        </pc:spChg>
      </pc:sldChg>
      <pc:sldChg chg="addSp modSp new mod setBg">
        <pc:chgData name="Temirlan Zhaxalykov" userId="S::t.zhaxalykov@kbtu.kz::037320a9-8ef1-4acb-bb74-1ab60141db9d" providerId="AD" clId="Web-{60121BD5-462E-B985-A5ED-96E89F28A089}" dt="2026-01-25T16:45:44.711" v="1089"/>
        <pc:sldMkLst>
          <pc:docMk/>
          <pc:sldMk cId="1248222799" sldId="335"/>
        </pc:sldMkLst>
        <pc:spChg chg="mod">
          <ac:chgData name="Temirlan Zhaxalykov" userId="S::t.zhaxalykov@kbtu.kz::037320a9-8ef1-4acb-bb74-1ab60141db9d" providerId="AD" clId="Web-{60121BD5-462E-B985-A5ED-96E89F28A089}" dt="2026-01-25T16:45:44.680" v="1088"/>
          <ac:spMkLst>
            <pc:docMk/>
            <pc:sldMk cId="1248222799" sldId="335"/>
            <ac:spMk id="2" creationId="{34CF0DCF-90AA-9BDE-A577-616B1A234B94}"/>
          </ac:spMkLst>
        </pc:spChg>
        <pc:spChg chg="mod">
          <ac:chgData name="Temirlan Zhaxalykov" userId="S::t.zhaxalykov@kbtu.kz::037320a9-8ef1-4acb-bb74-1ab60141db9d" providerId="AD" clId="Web-{60121BD5-462E-B985-A5ED-96E89F28A089}" dt="2026-01-25T16:45:44.711" v="1089"/>
          <ac:spMkLst>
            <pc:docMk/>
            <pc:sldMk cId="1248222799" sldId="335"/>
            <ac:spMk id="3" creationId="{39CEF247-7E03-2001-9B45-E48757203191}"/>
          </ac:spMkLst>
        </pc:spChg>
        <pc:spChg chg="add">
          <ac:chgData name="Temirlan Zhaxalykov" userId="S::t.zhaxalykov@kbtu.kz::037320a9-8ef1-4acb-bb74-1ab60141db9d" providerId="AD" clId="Web-{60121BD5-462E-B985-A5ED-96E89F28A089}" dt="2026-01-25T16:45:28.540" v="1082"/>
          <ac:spMkLst>
            <pc:docMk/>
            <pc:sldMk cId="1248222799" sldId="335"/>
            <ac:spMk id="8" creationId="{1B15ED52-F352-441B-82BF-E0EA34836D08}"/>
          </ac:spMkLst>
        </pc:spChg>
        <pc:spChg chg="add">
          <ac:chgData name="Temirlan Zhaxalykov" userId="S::t.zhaxalykov@kbtu.kz::037320a9-8ef1-4acb-bb74-1ab60141db9d" providerId="AD" clId="Web-{60121BD5-462E-B985-A5ED-96E89F28A089}" dt="2026-01-25T16:45:28.540" v="1082"/>
          <ac:spMkLst>
            <pc:docMk/>
            <pc:sldMk cId="1248222799" sldId="335"/>
            <ac:spMk id="10" creationId="{3B2E3793-BFE6-45A2-9B7B-E18844431C99}"/>
          </ac:spMkLst>
        </pc:spChg>
        <pc:spChg chg="add">
          <ac:chgData name="Temirlan Zhaxalykov" userId="S::t.zhaxalykov@kbtu.kz::037320a9-8ef1-4acb-bb74-1ab60141db9d" providerId="AD" clId="Web-{60121BD5-462E-B985-A5ED-96E89F28A089}" dt="2026-01-25T16:45:28.540" v="1082"/>
          <ac:spMkLst>
            <pc:docMk/>
            <pc:sldMk cId="1248222799" sldId="335"/>
            <ac:spMk id="12" creationId="{BC4C4868-CB8F-4AF9-9CDB-8108F2C19B67}"/>
          </ac:spMkLst>
        </pc:spChg>
        <pc:spChg chg="add">
          <ac:chgData name="Temirlan Zhaxalykov" userId="S::t.zhaxalykov@kbtu.kz::037320a9-8ef1-4acb-bb74-1ab60141db9d" providerId="AD" clId="Web-{60121BD5-462E-B985-A5ED-96E89F28A089}" dt="2026-01-25T16:45:28.540" v="1082"/>
          <ac:spMkLst>
            <pc:docMk/>
            <pc:sldMk cId="1248222799" sldId="335"/>
            <ac:spMk id="14" creationId="{375E0459-6403-40CD-989D-56A4407CA12E}"/>
          </ac:spMkLst>
        </pc:spChg>
        <pc:spChg chg="add">
          <ac:chgData name="Temirlan Zhaxalykov" userId="S::t.zhaxalykov@kbtu.kz::037320a9-8ef1-4acb-bb74-1ab60141db9d" providerId="AD" clId="Web-{60121BD5-462E-B985-A5ED-96E89F28A089}" dt="2026-01-25T16:45:28.540" v="1082"/>
          <ac:spMkLst>
            <pc:docMk/>
            <pc:sldMk cId="1248222799" sldId="335"/>
            <ac:spMk id="16" creationId="{53E5B1A8-3AC9-4BD1-9BBC-78CA94F2D1BA}"/>
          </ac:spMkLst>
        </pc:spChg>
      </pc:sldChg>
      <pc:sldChg chg="addSp modSp new mod setBg">
        <pc:chgData name="Temirlan Zhaxalykov" userId="S::t.zhaxalykov@kbtu.kz::037320a9-8ef1-4acb-bb74-1ab60141db9d" providerId="AD" clId="Web-{60121BD5-462E-B985-A5ED-96E89F28A089}" dt="2026-01-25T16:46:41.383" v="1099"/>
        <pc:sldMkLst>
          <pc:docMk/>
          <pc:sldMk cId="3479202196" sldId="336"/>
        </pc:sldMkLst>
        <pc:spChg chg="mod">
          <ac:chgData name="Temirlan Zhaxalykov" userId="S::t.zhaxalykov@kbtu.kz::037320a9-8ef1-4acb-bb74-1ab60141db9d" providerId="AD" clId="Web-{60121BD5-462E-B985-A5ED-96E89F28A089}" dt="2026-01-25T16:46:41.352" v="1098"/>
          <ac:spMkLst>
            <pc:docMk/>
            <pc:sldMk cId="3479202196" sldId="336"/>
            <ac:spMk id="2" creationId="{33980A40-EB61-F783-9697-E9797603B1CC}"/>
          </ac:spMkLst>
        </pc:spChg>
        <pc:spChg chg="mod">
          <ac:chgData name="Temirlan Zhaxalykov" userId="S::t.zhaxalykov@kbtu.kz::037320a9-8ef1-4acb-bb74-1ab60141db9d" providerId="AD" clId="Web-{60121BD5-462E-B985-A5ED-96E89F28A089}" dt="2026-01-25T16:46:41.383" v="1099"/>
          <ac:spMkLst>
            <pc:docMk/>
            <pc:sldMk cId="3479202196" sldId="336"/>
            <ac:spMk id="3" creationId="{D7552A3C-08C7-11E0-74FB-D1A529DD5549}"/>
          </ac:spMkLst>
        </pc:spChg>
        <pc:spChg chg="add">
          <ac:chgData name="Temirlan Zhaxalykov" userId="S::t.zhaxalykov@kbtu.kz::037320a9-8ef1-4acb-bb74-1ab60141db9d" providerId="AD" clId="Web-{60121BD5-462E-B985-A5ED-96E89F28A089}" dt="2026-01-25T16:46:30.180" v="1095"/>
          <ac:spMkLst>
            <pc:docMk/>
            <pc:sldMk cId="3479202196" sldId="336"/>
            <ac:spMk id="8" creationId="{1B15ED52-F352-441B-82BF-E0EA34836D08}"/>
          </ac:spMkLst>
        </pc:spChg>
        <pc:spChg chg="add">
          <ac:chgData name="Temirlan Zhaxalykov" userId="S::t.zhaxalykov@kbtu.kz::037320a9-8ef1-4acb-bb74-1ab60141db9d" providerId="AD" clId="Web-{60121BD5-462E-B985-A5ED-96E89F28A089}" dt="2026-01-25T16:46:30.180" v="1095"/>
          <ac:spMkLst>
            <pc:docMk/>
            <pc:sldMk cId="3479202196" sldId="336"/>
            <ac:spMk id="10" creationId="{3B2E3793-BFE6-45A2-9B7B-E18844431C99}"/>
          </ac:spMkLst>
        </pc:spChg>
        <pc:spChg chg="add">
          <ac:chgData name="Temirlan Zhaxalykov" userId="S::t.zhaxalykov@kbtu.kz::037320a9-8ef1-4acb-bb74-1ab60141db9d" providerId="AD" clId="Web-{60121BD5-462E-B985-A5ED-96E89F28A089}" dt="2026-01-25T16:46:30.180" v="1095"/>
          <ac:spMkLst>
            <pc:docMk/>
            <pc:sldMk cId="3479202196" sldId="336"/>
            <ac:spMk id="12" creationId="{BC4C4868-CB8F-4AF9-9CDB-8108F2C19B67}"/>
          </ac:spMkLst>
        </pc:spChg>
        <pc:spChg chg="add">
          <ac:chgData name="Temirlan Zhaxalykov" userId="S::t.zhaxalykov@kbtu.kz::037320a9-8ef1-4acb-bb74-1ab60141db9d" providerId="AD" clId="Web-{60121BD5-462E-B985-A5ED-96E89F28A089}" dt="2026-01-25T16:46:30.180" v="1095"/>
          <ac:spMkLst>
            <pc:docMk/>
            <pc:sldMk cId="3479202196" sldId="336"/>
            <ac:spMk id="14" creationId="{375E0459-6403-40CD-989D-56A4407CA12E}"/>
          </ac:spMkLst>
        </pc:spChg>
        <pc:spChg chg="add">
          <ac:chgData name="Temirlan Zhaxalykov" userId="S::t.zhaxalykov@kbtu.kz::037320a9-8ef1-4acb-bb74-1ab60141db9d" providerId="AD" clId="Web-{60121BD5-462E-B985-A5ED-96E89F28A089}" dt="2026-01-25T16:46:30.180" v="1095"/>
          <ac:spMkLst>
            <pc:docMk/>
            <pc:sldMk cId="3479202196" sldId="336"/>
            <ac:spMk id="16" creationId="{53E5B1A8-3AC9-4BD1-9BBC-78CA94F2D1BA}"/>
          </ac:spMkLst>
        </pc:spChg>
      </pc:sldChg>
      <pc:sldChg chg="addSp modSp new mod setBg">
        <pc:chgData name="Temirlan Zhaxalykov" userId="S::t.zhaxalykov@kbtu.kz::037320a9-8ef1-4acb-bb74-1ab60141db9d" providerId="AD" clId="Web-{60121BD5-462E-B985-A5ED-96E89F28A089}" dt="2026-01-25T16:48:16.716" v="1113" actId="20577"/>
        <pc:sldMkLst>
          <pc:docMk/>
          <pc:sldMk cId="3163886550" sldId="337"/>
        </pc:sldMkLst>
        <pc:spChg chg="mod">
          <ac:chgData name="Temirlan Zhaxalykov" userId="S::t.zhaxalykov@kbtu.kz::037320a9-8ef1-4acb-bb74-1ab60141db9d" providerId="AD" clId="Web-{60121BD5-462E-B985-A5ED-96E89F28A089}" dt="2026-01-25T16:48:05.122" v="1107"/>
          <ac:spMkLst>
            <pc:docMk/>
            <pc:sldMk cId="3163886550" sldId="337"/>
            <ac:spMk id="2" creationId="{7AA145D4-1F89-5CC1-D098-6F6120004761}"/>
          </ac:spMkLst>
        </pc:spChg>
        <pc:spChg chg="mod">
          <ac:chgData name="Temirlan Zhaxalykov" userId="S::t.zhaxalykov@kbtu.kz::037320a9-8ef1-4acb-bb74-1ab60141db9d" providerId="AD" clId="Web-{60121BD5-462E-B985-A5ED-96E89F28A089}" dt="2026-01-25T16:48:16.716" v="1113" actId="20577"/>
          <ac:spMkLst>
            <pc:docMk/>
            <pc:sldMk cId="3163886550" sldId="337"/>
            <ac:spMk id="3" creationId="{16967792-9BA6-F46B-948A-60E436A1D050}"/>
          </ac:spMkLst>
        </pc:spChg>
        <pc:spChg chg="add">
          <ac:chgData name="Temirlan Zhaxalykov" userId="S::t.zhaxalykov@kbtu.kz::037320a9-8ef1-4acb-bb74-1ab60141db9d" providerId="AD" clId="Web-{60121BD5-462E-B985-A5ED-96E89F28A089}" dt="2026-01-25T16:47:55.496" v="1104"/>
          <ac:spMkLst>
            <pc:docMk/>
            <pc:sldMk cId="3163886550" sldId="337"/>
            <ac:spMk id="8" creationId="{1B15ED52-F352-441B-82BF-E0EA34836D08}"/>
          </ac:spMkLst>
        </pc:spChg>
        <pc:spChg chg="add">
          <ac:chgData name="Temirlan Zhaxalykov" userId="S::t.zhaxalykov@kbtu.kz::037320a9-8ef1-4acb-bb74-1ab60141db9d" providerId="AD" clId="Web-{60121BD5-462E-B985-A5ED-96E89F28A089}" dt="2026-01-25T16:47:55.496" v="1104"/>
          <ac:spMkLst>
            <pc:docMk/>
            <pc:sldMk cId="3163886550" sldId="337"/>
            <ac:spMk id="10" creationId="{3B2E3793-BFE6-45A2-9B7B-E18844431C99}"/>
          </ac:spMkLst>
        </pc:spChg>
        <pc:spChg chg="add">
          <ac:chgData name="Temirlan Zhaxalykov" userId="S::t.zhaxalykov@kbtu.kz::037320a9-8ef1-4acb-bb74-1ab60141db9d" providerId="AD" clId="Web-{60121BD5-462E-B985-A5ED-96E89F28A089}" dt="2026-01-25T16:47:55.496" v="1104"/>
          <ac:spMkLst>
            <pc:docMk/>
            <pc:sldMk cId="3163886550" sldId="337"/>
            <ac:spMk id="12" creationId="{BC4C4868-CB8F-4AF9-9CDB-8108F2C19B67}"/>
          </ac:spMkLst>
        </pc:spChg>
        <pc:spChg chg="add">
          <ac:chgData name="Temirlan Zhaxalykov" userId="S::t.zhaxalykov@kbtu.kz::037320a9-8ef1-4acb-bb74-1ab60141db9d" providerId="AD" clId="Web-{60121BD5-462E-B985-A5ED-96E89F28A089}" dt="2026-01-25T16:47:55.496" v="1104"/>
          <ac:spMkLst>
            <pc:docMk/>
            <pc:sldMk cId="3163886550" sldId="337"/>
            <ac:spMk id="14" creationId="{375E0459-6403-40CD-989D-56A4407CA12E}"/>
          </ac:spMkLst>
        </pc:spChg>
        <pc:spChg chg="add">
          <ac:chgData name="Temirlan Zhaxalykov" userId="S::t.zhaxalykov@kbtu.kz::037320a9-8ef1-4acb-bb74-1ab60141db9d" providerId="AD" clId="Web-{60121BD5-462E-B985-A5ED-96E89F28A089}" dt="2026-01-25T16:47:55.496" v="1104"/>
          <ac:spMkLst>
            <pc:docMk/>
            <pc:sldMk cId="3163886550" sldId="337"/>
            <ac:spMk id="16" creationId="{53E5B1A8-3AC9-4BD1-9BBC-78CA94F2D1BA}"/>
          </ac:spMkLst>
        </pc:spChg>
      </pc:sldChg>
      <pc:sldChg chg="addSp modSp new mod setBg">
        <pc:chgData name="Temirlan Zhaxalykov" userId="S::t.zhaxalykov@kbtu.kz::037320a9-8ef1-4acb-bb74-1ab60141db9d" providerId="AD" clId="Web-{60121BD5-462E-B985-A5ED-96E89F28A089}" dt="2026-01-25T16:49:57.200" v="1131" actId="20577"/>
        <pc:sldMkLst>
          <pc:docMk/>
          <pc:sldMk cId="2831104110" sldId="338"/>
        </pc:sldMkLst>
        <pc:spChg chg="mod">
          <ac:chgData name="Temirlan Zhaxalykov" userId="S::t.zhaxalykov@kbtu.kz::037320a9-8ef1-4acb-bb74-1ab60141db9d" providerId="AD" clId="Web-{60121BD5-462E-B985-A5ED-96E89F28A089}" dt="2026-01-25T16:48:59.044" v="1121"/>
          <ac:spMkLst>
            <pc:docMk/>
            <pc:sldMk cId="2831104110" sldId="338"/>
            <ac:spMk id="2" creationId="{B8D19B57-E6D8-A146-C555-B2CA1552A234}"/>
          </ac:spMkLst>
        </pc:spChg>
        <pc:spChg chg="mod">
          <ac:chgData name="Temirlan Zhaxalykov" userId="S::t.zhaxalykov@kbtu.kz::037320a9-8ef1-4acb-bb74-1ab60141db9d" providerId="AD" clId="Web-{60121BD5-462E-B985-A5ED-96E89F28A089}" dt="2026-01-25T16:49:57.200" v="1131" actId="20577"/>
          <ac:spMkLst>
            <pc:docMk/>
            <pc:sldMk cId="2831104110" sldId="338"/>
            <ac:spMk id="3" creationId="{F56F8300-CE96-CCF6-E018-E16CFF0C3001}"/>
          </ac:spMkLst>
        </pc:spChg>
        <pc:spChg chg="add">
          <ac:chgData name="Temirlan Zhaxalykov" userId="S::t.zhaxalykov@kbtu.kz::037320a9-8ef1-4acb-bb74-1ab60141db9d" providerId="AD" clId="Web-{60121BD5-462E-B985-A5ED-96E89F28A089}" dt="2026-01-25T16:48:49.450" v="1118"/>
          <ac:spMkLst>
            <pc:docMk/>
            <pc:sldMk cId="2831104110" sldId="338"/>
            <ac:spMk id="8" creationId="{1B15ED52-F352-441B-82BF-E0EA34836D08}"/>
          </ac:spMkLst>
        </pc:spChg>
        <pc:spChg chg="add">
          <ac:chgData name="Temirlan Zhaxalykov" userId="S::t.zhaxalykov@kbtu.kz::037320a9-8ef1-4acb-bb74-1ab60141db9d" providerId="AD" clId="Web-{60121BD5-462E-B985-A5ED-96E89F28A089}" dt="2026-01-25T16:48:49.450" v="1118"/>
          <ac:spMkLst>
            <pc:docMk/>
            <pc:sldMk cId="2831104110" sldId="338"/>
            <ac:spMk id="10" creationId="{3B2E3793-BFE6-45A2-9B7B-E18844431C99}"/>
          </ac:spMkLst>
        </pc:spChg>
        <pc:spChg chg="add">
          <ac:chgData name="Temirlan Zhaxalykov" userId="S::t.zhaxalykov@kbtu.kz::037320a9-8ef1-4acb-bb74-1ab60141db9d" providerId="AD" clId="Web-{60121BD5-462E-B985-A5ED-96E89F28A089}" dt="2026-01-25T16:48:49.450" v="1118"/>
          <ac:spMkLst>
            <pc:docMk/>
            <pc:sldMk cId="2831104110" sldId="338"/>
            <ac:spMk id="12" creationId="{BC4C4868-CB8F-4AF9-9CDB-8108F2C19B67}"/>
          </ac:spMkLst>
        </pc:spChg>
        <pc:spChg chg="add">
          <ac:chgData name="Temirlan Zhaxalykov" userId="S::t.zhaxalykov@kbtu.kz::037320a9-8ef1-4acb-bb74-1ab60141db9d" providerId="AD" clId="Web-{60121BD5-462E-B985-A5ED-96E89F28A089}" dt="2026-01-25T16:48:49.450" v="1118"/>
          <ac:spMkLst>
            <pc:docMk/>
            <pc:sldMk cId="2831104110" sldId="338"/>
            <ac:spMk id="14" creationId="{375E0459-6403-40CD-989D-56A4407CA12E}"/>
          </ac:spMkLst>
        </pc:spChg>
        <pc:spChg chg="add">
          <ac:chgData name="Temirlan Zhaxalykov" userId="S::t.zhaxalykov@kbtu.kz::037320a9-8ef1-4acb-bb74-1ab60141db9d" providerId="AD" clId="Web-{60121BD5-462E-B985-A5ED-96E89F28A089}" dt="2026-01-25T16:48:49.450" v="1118"/>
          <ac:spMkLst>
            <pc:docMk/>
            <pc:sldMk cId="2831104110" sldId="338"/>
            <ac:spMk id="16" creationId="{53E5B1A8-3AC9-4BD1-9BBC-78CA94F2D1BA}"/>
          </ac:spMkLst>
        </pc:spChg>
      </pc:sldChg>
      <pc:sldChg chg="addSp modSp new mod setBg">
        <pc:chgData name="Temirlan Zhaxalykov" userId="S::t.zhaxalykov@kbtu.kz::037320a9-8ef1-4acb-bb74-1ab60141db9d" providerId="AD" clId="Web-{60121BD5-462E-B985-A5ED-96E89F28A089}" dt="2026-01-25T16:50:42.013" v="1140"/>
        <pc:sldMkLst>
          <pc:docMk/>
          <pc:sldMk cId="322072839" sldId="339"/>
        </pc:sldMkLst>
        <pc:spChg chg="mod">
          <ac:chgData name="Temirlan Zhaxalykov" userId="S::t.zhaxalykov@kbtu.kz::037320a9-8ef1-4acb-bb74-1ab60141db9d" providerId="AD" clId="Web-{60121BD5-462E-B985-A5ED-96E89F28A089}" dt="2026-01-25T16:50:41.997" v="1139"/>
          <ac:spMkLst>
            <pc:docMk/>
            <pc:sldMk cId="322072839" sldId="339"/>
            <ac:spMk id="2" creationId="{6D4D301D-870B-7230-5765-3861C4995DB1}"/>
          </ac:spMkLst>
        </pc:spChg>
        <pc:spChg chg="mod">
          <ac:chgData name="Temirlan Zhaxalykov" userId="S::t.zhaxalykov@kbtu.kz::037320a9-8ef1-4acb-bb74-1ab60141db9d" providerId="AD" clId="Web-{60121BD5-462E-B985-A5ED-96E89F28A089}" dt="2026-01-25T16:50:42.013" v="1140"/>
          <ac:spMkLst>
            <pc:docMk/>
            <pc:sldMk cId="322072839" sldId="339"/>
            <ac:spMk id="3" creationId="{E49782EE-31BD-4ADD-6BA3-637625DA03C7}"/>
          </ac:spMkLst>
        </pc:spChg>
        <pc:spChg chg="add">
          <ac:chgData name="Temirlan Zhaxalykov" userId="S::t.zhaxalykov@kbtu.kz::037320a9-8ef1-4acb-bb74-1ab60141db9d" providerId="AD" clId="Web-{60121BD5-462E-B985-A5ED-96E89F28A089}" dt="2026-01-25T16:50:28.763" v="1136"/>
          <ac:spMkLst>
            <pc:docMk/>
            <pc:sldMk cId="322072839" sldId="339"/>
            <ac:spMk id="8" creationId="{1B15ED52-F352-441B-82BF-E0EA34836D08}"/>
          </ac:spMkLst>
        </pc:spChg>
        <pc:spChg chg="add">
          <ac:chgData name="Temirlan Zhaxalykov" userId="S::t.zhaxalykov@kbtu.kz::037320a9-8ef1-4acb-bb74-1ab60141db9d" providerId="AD" clId="Web-{60121BD5-462E-B985-A5ED-96E89F28A089}" dt="2026-01-25T16:50:28.763" v="1136"/>
          <ac:spMkLst>
            <pc:docMk/>
            <pc:sldMk cId="322072839" sldId="339"/>
            <ac:spMk id="10" creationId="{3B2E3793-BFE6-45A2-9B7B-E18844431C99}"/>
          </ac:spMkLst>
        </pc:spChg>
        <pc:spChg chg="add">
          <ac:chgData name="Temirlan Zhaxalykov" userId="S::t.zhaxalykov@kbtu.kz::037320a9-8ef1-4acb-bb74-1ab60141db9d" providerId="AD" clId="Web-{60121BD5-462E-B985-A5ED-96E89F28A089}" dt="2026-01-25T16:50:28.763" v="1136"/>
          <ac:spMkLst>
            <pc:docMk/>
            <pc:sldMk cId="322072839" sldId="339"/>
            <ac:spMk id="12" creationId="{BC4C4868-CB8F-4AF9-9CDB-8108F2C19B67}"/>
          </ac:spMkLst>
        </pc:spChg>
        <pc:spChg chg="add">
          <ac:chgData name="Temirlan Zhaxalykov" userId="S::t.zhaxalykov@kbtu.kz::037320a9-8ef1-4acb-bb74-1ab60141db9d" providerId="AD" clId="Web-{60121BD5-462E-B985-A5ED-96E89F28A089}" dt="2026-01-25T16:50:28.763" v="1136"/>
          <ac:spMkLst>
            <pc:docMk/>
            <pc:sldMk cId="322072839" sldId="339"/>
            <ac:spMk id="14" creationId="{375E0459-6403-40CD-989D-56A4407CA12E}"/>
          </ac:spMkLst>
        </pc:spChg>
        <pc:spChg chg="add">
          <ac:chgData name="Temirlan Zhaxalykov" userId="S::t.zhaxalykov@kbtu.kz::037320a9-8ef1-4acb-bb74-1ab60141db9d" providerId="AD" clId="Web-{60121BD5-462E-B985-A5ED-96E89F28A089}" dt="2026-01-25T16:50:28.763" v="1136"/>
          <ac:spMkLst>
            <pc:docMk/>
            <pc:sldMk cId="322072839" sldId="339"/>
            <ac:spMk id="16" creationId="{53E5B1A8-3AC9-4BD1-9BBC-78CA94F2D1BA}"/>
          </ac:spMkLst>
        </pc:spChg>
      </pc:sldChg>
      <pc:sldChg chg="addSp modSp new mod setBg">
        <pc:chgData name="Temirlan Zhaxalykov" userId="S::t.zhaxalykov@kbtu.kz::037320a9-8ef1-4acb-bb74-1ab60141db9d" providerId="AD" clId="Web-{60121BD5-462E-B985-A5ED-96E89F28A089}" dt="2026-01-25T16:51:26.934" v="1152" actId="20577"/>
        <pc:sldMkLst>
          <pc:docMk/>
          <pc:sldMk cId="3166257546" sldId="340"/>
        </pc:sldMkLst>
        <pc:spChg chg="mod">
          <ac:chgData name="Temirlan Zhaxalykov" userId="S::t.zhaxalykov@kbtu.kz::037320a9-8ef1-4acb-bb74-1ab60141db9d" providerId="AD" clId="Web-{60121BD5-462E-B985-A5ED-96E89F28A089}" dt="2026-01-25T16:51:20.138" v="1147"/>
          <ac:spMkLst>
            <pc:docMk/>
            <pc:sldMk cId="3166257546" sldId="340"/>
            <ac:spMk id="2" creationId="{86DFA9E0-8916-F89A-C5EB-801CEB7B4E00}"/>
          </ac:spMkLst>
        </pc:spChg>
        <pc:spChg chg="mod">
          <ac:chgData name="Temirlan Zhaxalykov" userId="S::t.zhaxalykov@kbtu.kz::037320a9-8ef1-4acb-bb74-1ab60141db9d" providerId="AD" clId="Web-{60121BD5-462E-B985-A5ED-96E89F28A089}" dt="2026-01-25T16:51:26.934" v="1152" actId="20577"/>
          <ac:spMkLst>
            <pc:docMk/>
            <pc:sldMk cId="3166257546" sldId="340"/>
            <ac:spMk id="3" creationId="{8932A2CF-8C23-46D0-A385-E4976B282D6F}"/>
          </ac:spMkLst>
        </pc:spChg>
        <pc:spChg chg="add">
          <ac:chgData name="Temirlan Zhaxalykov" userId="S::t.zhaxalykov@kbtu.kz::037320a9-8ef1-4acb-bb74-1ab60141db9d" providerId="AD" clId="Web-{60121BD5-462E-B985-A5ED-96E89F28A089}" dt="2026-01-25T16:51:13.481" v="1146"/>
          <ac:spMkLst>
            <pc:docMk/>
            <pc:sldMk cId="3166257546" sldId="340"/>
            <ac:spMk id="8" creationId="{1B15ED52-F352-441B-82BF-E0EA34836D08}"/>
          </ac:spMkLst>
        </pc:spChg>
        <pc:spChg chg="add">
          <ac:chgData name="Temirlan Zhaxalykov" userId="S::t.zhaxalykov@kbtu.kz::037320a9-8ef1-4acb-bb74-1ab60141db9d" providerId="AD" clId="Web-{60121BD5-462E-B985-A5ED-96E89F28A089}" dt="2026-01-25T16:51:13.481" v="1146"/>
          <ac:spMkLst>
            <pc:docMk/>
            <pc:sldMk cId="3166257546" sldId="340"/>
            <ac:spMk id="10" creationId="{3B2E3793-BFE6-45A2-9B7B-E18844431C99}"/>
          </ac:spMkLst>
        </pc:spChg>
        <pc:spChg chg="add">
          <ac:chgData name="Temirlan Zhaxalykov" userId="S::t.zhaxalykov@kbtu.kz::037320a9-8ef1-4acb-bb74-1ab60141db9d" providerId="AD" clId="Web-{60121BD5-462E-B985-A5ED-96E89F28A089}" dt="2026-01-25T16:51:13.481" v="1146"/>
          <ac:spMkLst>
            <pc:docMk/>
            <pc:sldMk cId="3166257546" sldId="340"/>
            <ac:spMk id="12" creationId="{BC4C4868-CB8F-4AF9-9CDB-8108F2C19B67}"/>
          </ac:spMkLst>
        </pc:spChg>
        <pc:spChg chg="add">
          <ac:chgData name="Temirlan Zhaxalykov" userId="S::t.zhaxalykov@kbtu.kz::037320a9-8ef1-4acb-bb74-1ab60141db9d" providerId="AD" clId="Web-{60121BD5-462E-B985-A5ED-96E89F28A089}" dt="2026-01-25T16:51:13.481" v="1146"/>
          <ac:spMkLst>
            <pc:docMk/>
            <pc:sldMk cId="3166257546" sldId="340"/>
            <ac:spMk id="14" creationId="{375E0459-6403-40CD-989D-56A4407CA12E}"/>
          </ac:spMkLst>
        </pc:spChg>
        <pc:spChg chg="add">
          <ac:chgData name="Temirlan Zhaxalykov" userId="S::t.zhaxalykov@kbtu.kz::037320a9-8ef1-4acb-bb74-1ab60141db9d" providerId="AD" clId="Web-{60121BD5-462E-B985-A5ED-96E89F28A089}" dt="2026-01-25T16:51:13.481" v="1146"/>
          <ac:spMkLst>
            <pc:docMk/>
            <pc:sldMk cId="3166257546" sldId="340"/>
            <ac:spMk id="16" creationId="{53E5B1A8-3AC9-4BD1-9BBC-78CA94F2D1BA}"/>
          </ac:spMkLst>
        </pc:spChg>
      </pc:sldChg>
      <pc:sldChg chg="addSp modSp new mod setBg">
        <pc:chgData name="Temirlan Zhaxalykov" userId="S::t.zhaxalykov@kbtu.kz::037320a9-8ef1-4acb-bb74-1ab60141db9d" providerId="AD" clId="Web-{60121BD5-462E-B985-A5ED-96E89F28A089}" dt="2026-01-25T16:52:29.482" v="1170" actId="20577"/>
        <pc:sldMkLst>
          <pc:docMk/>
          <pc:sldMk cId="3382240378" sldId="341"/>
        </pc:sldMkLst>
        <pc:spChg chg="mod">
          <ac:chgData name="Temirlan Zhaxalykov" userId="S::t.zhaxalykov@kbtu.kz::037320a9-8ef1-4acb-bb74-1ab60141db9d" providerId="AD" clId="Web-{60121BD5-462E-B985-A5ED-96E89F28A089}" dt="2026-01-25T16:52:21.341" v="1166"/>
          <ac:spMkLst>
            <pc:docMk/>
            <pc:sldMk cId="3382240378" sldId="341"/>
            <ac:spMk id="2" creationId="{98C182C0-BED2-73B2-BEC0-411F85D94EB2}"/>
          </ac:spMkLst>
        </pc:spChg>
        <pc:spChg chg="mod">
          <ac:chgData name="Temirlan Zhaxalykov" userId="S::t.zhaxalykov@kbtu.kz::037320a9-8ef1-4acb-bb74-1ab60141db9d" providerId="AD" clId="Web-{60121BD5-462E-B985-A5ED-96E89F28A089}" dt="2026-01-25T16:52:29.482" v="1170" actId="20577"/>
          <ac:spMkLst>
            <pc:docMk/>
            <pc:sldMk cId="3382240378" sldId="341"/>
            <ac:spMk id="3" creationId="{74AC1015-9D15-FEBB-D3E2-E97190C0FCF6}"/>
          </ac:spMkLst>
        </pc:spChg>
        <pc:spChg chg="add">
          <ac:chgData name="Temirlan Zhaxalykov" userId="S::t.zhaxalykov@kbtu.kz::037320a9-8ef1-4acb-bb74-1ab60141db9d" providerId="AD" clId="Web-{60121BD5-462E-B985-A5ED-96E89F28A089}" dt="2026-01-25T16:51:52.919" v="1157"/>
          <ac:spMkLst>
            <pc:docMk/>
            <pc:sldMk cId="3382240378" sldId="341"/>
            <ac:spMk id="8" creationId="{1B15ED52-F352-441B-82BF-E0EA34836D08}"/>
          </ac:spMkLst>
        </pc:spChg>
        <pc:spChg chg="add">
          <ac:chgData name="Temirlan Zhaxalykov" userId="S::t.zhaxalykov@kbtu.kz::037320a9-8ef1-4acb-bb74-1ab60141db9d" providerId="AD" clId="Web-{60121BD5-462E-B985-A5ED-96E89F28A089}" dt="2026-01-25T16:51:52.919" v="1157"/>
          <ac:spMkLst>
            <pc:docMk/>
            <pc:sldMk cId="3382240378" sldId="341"/>
            <ac:spMk id="10" creationId="{3B2E3793-BFE6-45A2-9B7B-E18844431C99}"/>
          </ac:spMkLst>
        </pc:spChg>
        <pc:spChg chg="add">
          <ac:chgData name="Temirlan Zhaxalykov" userId="S::t.zhaxalykov@kbtu.kz::037320a9-8ef1-4acb-bb74-1ab60141db9d" providerId="AD" clId="Web-{60121BD5-462E-B985-A5ED-96E89F28A089}" dt="2026-01-25T16:51:52.919" v="1157"/>
          <ac:spMkLst>
            <pc:docMk/>
            <pc:sldMk cId="3382240378" sldId="341"/>
            <ac:spMk id="12" creationId="{BC4C4868-CB8F-4AF9-9CDB-8108F2C19B67}"/>
          </ac:spMkLst>
        </pc:spChg>
        <pc:spChg chg="add">
          <ac:chgData name="Temirlan Zhaxalykov" userId="S::t.zhaxalykov@kbtu.kz::037320a9-8ef1-4acb-bb74-1ab60141db9d" providerId="AD" clId="Web-{60121BD5-462E-B985-A5ED-96E89F28A089}" dt="2026-01-25T16:51:52.919" v="1157"/>
          <ac:spMkLst>
            <pc:docMk/>
            <pc:sldMk cId="3382240378" sldId="341"/>
            <ac:spMk id="14" creationId="{375E0459-6403-40CD-989D-56A4407CA12E}"/>
          </ac:spMkLst>
        </pc:spChg>
        <pc:spChg chg="add">
          <ac:chgData name="Temirlan Zhaxalykov" userId="S::t.zhaxalykov@kbtu.kz::037320a9-8ef1-4acb-bb74-1ab60141db9d" providerId="AD" clId="Web-{60121BD5-462E-B985-A5ED-96E89F28A089}" dt="2026-01-25T16:51:52.919" v="1157"/>
          <ac:spMkLst>
            <pc:docMk/>
            <pc:sldMk cId="3382240378" sldId="341"/>
            <ac:spMk id="16" creationId="{53E5B1A8-3AC9-4BD1-9BBC-78CA94F2D1BA}"/>
          </ac:spMkLst>
        </pc:spChg>
      </pc:sldChg>
      <pc:sldChg chg="addSp modSp new mod setBg">
        <pc:chgData name="Temirlan Zhaxalykov" userId="S::t.zhaxalykov@kbtu.kz::037320a9-8ef1-4acb-bb74-1ab60141db9d" providerId="AD" clId="Web-{60121BD5-462E-B985-A5ED-96E89F28A089}" dt="2026-01-25T16:53:07.264" v="1180"/>
        <pc:sldMkLst>
          <pc:docMk/>
          <pc:sldMk cId="3397115230" sldId="342"/>
        </pc:sldMkLst>
        <pc:spChg chg="mod">
          <ac:chgData name="Temirlan Zhaxalykov" userId="S::t.zhaxalykov@kbtu.kz::037320a9-8ef1-4acb-bb74-1ab60141db9d" providerId="AD" clId="Web-{60121BD5-462E-B985-A5ED-96E89F28A089}" dt="2026-01-25T16:53:07.233" v="1179"/>
          <ac:spMkLst>
            <pc:docMk/>
            <pc:sldMk cId="3397115230" sldId="342"/>
            <ac:spMk id="2" creationId="{6E3F5BAF-5513-E1CC-0A1E-57F8F950F35F}"/>
          </ac:spMkLst>
        </pc:spChg>
        <pc:spChg chg="mod">
          <ac:chgData name="Temirlan Zhaxalykov" userId="S::t.zhaxalykov@kbtu.kz::037320a9-8ef1-4acb-bb74-1ab60141db9d" providerId="AD" clId="Web-{60121BD5-462E-B985-A5ED-96E89F28A089}" dt="2026-01-25T16:53:07.264" v="1180"/>
          <ac:spMkLst>
            <pc:docMk/>
            <pc:sldMk cId="3397115230" sldId="342"/>
            <ac:spMk id="3" creationId="{9B19C2C8-5EA7-BBE5-234A-DB0E5C87C148}"/>
          </ac:spMkLst>
        </pc:spChg>
        <pc:spChg chg="add">
          <ac:chgData name="Temirlan Zhaxalykov" userId="S::t.zhaxalykov@kbtu.kz::037320a9-8ef1-4acb-bb74-1ab60141db9d" providerId="AD" clId="Web-{60121BD5-462E-B985-A5ED-96E89F28A089}" dt="2026-01-25T16:52:57.138" v="1176"/>
          <ac:spMkLst>
            <pc:docMk/>
            <pc:sldMk cId="3397115230" sldId="342"/>
            <ac:spMk id="8" creationId="{1B15ED52-F352-441B-82BF-E0EA34836D08}"/>
          </ac:spMkLst>
        </pc:spChg>
        <pc:spChg chg="add">
          <ac:chgData name="Temirlan Zhaxalykov" userId="S::t.zhaxalykov@kbtu.kz::037320a9-8ef1-4acb-bb74-1ab60141db9d" providerId="AD" clId="Web-{60121BD5-462E-B985-A5ED-96E89F28A089}" dt="2026-01-25T16:52:57.138" v="1176"/>
          <ac:spMkLst>
            <pc:docMk/>
            <pc:sldMk cId="3397115230" sldId="342"/>
            <ac:spMk id="10" creationId="{3B2E3793-BFE6-45A2-9B7B-E18844431C99}"/>
          </ac:spMkLst>
        </pc:spChg>
        <pc:spChg chg="add">
          <ac:chgData name="Temirlan Zhaxalykov" userId="S::t.zhaxalykov@kbtu.kz::037320a9-8ef1-4acb-bb74-1ab60141db9d" providerId="AD" clId="Web-{60121BD5-462E-B985-A5ED-96E89F28A089}" dt="2026-01-25T16:52:57.138" v="1176"/>
          <ac:spMkLst>
            <pc:docMk/>
            <pc:sldMk cId="3397115230" sldId="342"/>
            <ac:spMk id="12" creationId="{BC4C4868-CB8F-4AF9-9CDB-8108F2C19B67}"/>
          </ac:spMkLst>
        </pc:spChg>
        <pc:spChg chg="add">
          <ac:chgData name="Temirlan Zhaxalykov" userId="S::t.zhaxalykov@kbtu.kz::037320a9-8ef1-4acb-bb74-1ab60141db9d" providerId="AD" clId="Web-{60121BD5-462E-B985-A5ED-96E89F28A089}" dt="2026-01-25T16:52:57.138" v="1176"/>
          <ac:spMkLst>
            <pc:docMk/>
            <pc:sldMk cId="3397115230" sldId="342"/>
            <ac:spMk id="14" creationId="{375E0459-6403-40CD-989D-56A4407CA12E}"/>
          </ac:spMkLst>
        </pc:spChg>
        <pc:spChg chg="add">
          <ac:chgData name="Temirlan Zhaxalykov" userId="S::t.zhaxalykov@kbtu.kz::037320a9-8ef1-4acb-bb74-1ab60141db9d" providerId="AD" clId="Web-{60121BD5-462E-B985-A5ED-96E89F28A089}" dt="2026-01-25T16:52:57.138" v="1176"/>
          <ac:spMkLst>
            <pc:docMk/>
            <pc:sldMk cId="3397115230" sldId="342"/>
            <ac:spMk id="16" creationId="{53E5B1A8-3AC9-4BD1-9BBC-78CA94F2D1BA}"/>
          </ac:spMkLst>
        </pc:spChg>
      </pc:sldChg>
      <pc:sldChg chg="modSp add replId">
        <pc:chgData name="Temirlan Zhaxalykov" userId="S::t.zhaxalykov@kbtu.kz::037320a9-8ef1-4acb-bb74-1ab60141db9d" providerId="AD" clId="Web-{60121BD5-462E-B985-A5ED-96E89F28A089}" dt="2026-01-25T16:55:35.835" v="1271" actId="20577"/>
        <pc:sldMkLst>
          <pc:docMk/>
          <pc:sldMk cId="1567890219" sldId="344"/>
        </pc:sldMkLst>
        <pc:spChg chg="mod">
          <ac:chgData name="Temirlan Zhaxalykov" userId="S::t.zhaxalykov@kbtu.kz::037320a9-8ef1-4acb-bb74-1ab60141db9d" providerId="AD" clId="Web-{60121BD5-462E-B985-A5ED-96E89F28A089}" dt="2026-01-25T16:54:01.111" v="1211" actId="20577"/>
          <ac:spMkLst>
            <pc:docMk/>
            <pc:sldMk cId="1567890219" sldId="344"/>
            <ac:spMk id="2" creationId="{A7BCA86F-E8F2-EB77-E985-01F0FB954D44}"/>
          </ac:spMkLst>
        </pc:spChg>
        <pc:spChg chg="mod">
          <ac:chgData name="Temirlan Zhaxalykov" userId="S::t.zhaxalykov@kbtu.kz::037320a9-8ef1-4acb-bb74-1ab60141db9d" providerId="AD" clId="Web-{60121BD5-462E-B985-A5ED-96E89F28A089}" dt="2026-01-25T16:55:35.835" v="1271" actId="20577"/>
          <ac:spMkLst>
            <pc:docMk/>
            <pc:sldMk cId="1567890219" sldId="344"/>
            <ac:spMk id="17" creationId="{5BFCD3D0-5338-6911-5589-9586B72FB8A7}"/>
          </ac:spMkLst>
        </pc:spChg>
      </pc:sldChg>
      <pc:sldChg chg="addSp modSp new mod setBg">
        <pc:chgData name="Temirlan Zhaxalykov" userId="S::t.zhaxalykov@kbtu.kz::037320a9-8ef1-4acb-bb74-1ab60141db9d" providerId="AD" clId="Web-{60121BD5-462E-B985-A5ED-96E89F28A089}" dt="2026-01-25T16:56:19.851" v="1285" actId="20577"/>
        <pc:sldMkLst>
          <pc:docMk/>
          <pc:sldMk cId="1283694301" sldId="345"/>
        </pc:sldMkLst>
        <pc:spChg chg="mod">
          <ac:chgData name="Temirlan Zhaxalykov" userId="S::t.zhaxalykov@kbtu.kz::037320a9-8ef1-4acb-bb74-1ab60141db9d" providerId="AD" clId="Web-{60121BD5-462E-B985-A5ED-96E89F28A089}" dt="2026-01-25T16:56:15.601" v="1281"/>
          <ac:spMkLst>
            <pc:docMk/>
            <pc:sldMk cId="1283694301" sldId="345"/>
            <ac:spMk id="2" creationId="{57BE144F-0F9B-3E4E-B693-E62FCF981E2B}"/>
          </ac:spMkLst>
        </pc:spChg>
        <pc:spChg chg="mod">
          <ac:chgData name="Temirlan Zhaxalykov" userId="S::t.zhaxalykov@kbtu.kz::037320a9-8ef1-4acb-bb74-1ab60141db9d" providerId="AD" clId="Web-{60121BD5-462E-B985-A5ED-96E89F28A089}" dt="2026-01-25T16:56:19.851" v="1285" actId="20577"/>
          <ac:spMkLst>
            <pc:docMk/>
            <pc:sldMk cId="1283694301" sldId="345"/>
            <ac:spMk id="3" creationId="{93A3A51C-3788-93C9-99C7-F9835DBE143B}"/>
          </ac:spMkLst>
        </pc:spChg>
        <pc:spChg chg="add">
          <ac:chgData name="Temirlan Zhaxalykov" userId="S::t.zhaxalykov@kbtu.kz::037320a9-8ef1-4acb-bb74-1ab60141db9d" providerId="AD" clId="Web-{60121BD5-462E-B985-A5ED-96E89F28A089}" dt="2026-01-25T16:56:08.304" v="1280"/>
          <ac:spMkLst>
            <pc:docMk/>
            <pc:sldMk cId="1283694301" sldId="345"/>
            <ac:spMk id="8" creationId="{1B15ED52-F352-441B-82BF-E0EA34836D08}"/>
          </ac:spMkLst>
        </pc:spChg>
        <pc:spChg chg="add">
          <ac:chgData name="Temirlan Zhaxalykov" userId="S::t.zhaxalykov@kbtu.kz::037320a9-8ef1-4acb-bb74-1ab60141db9d" providerId="AD" clId="Web-{60121BD5-462E-B985-A5ED-96E89F28A089}" dt="2026-01-25T16:56:08.304" v="1280"/>
          <ac:spMkLst>
            <pc:docMk/>
            <pc:sldMk cId="1283694301" sldId="345"/>
            <ac:spMk id="10" creationId="{3B2E3793-BFE6-45A2-9B7B-E18844431C99}"/>
          </ac:spMkLst>
        </pc:spChg>
        <pc:spChg chg="add">
          <ac:chgData name="Temirlan Zhaxalykov" userId="S::t.zhaxalykov@kbtu.kz::037320a9-8ef1-4acb-bb74-1ab60141db9d" providerId="AD" clId="Web-{60121BD5-462E-B985-A5ED-96E89F28A089}" dt="2026-01-25T16:56:08.304" v="1280"/>
          <ac:spMkLst>
            <pc:docMk/>
            <pc:sldMk cId="1283694301" sldId="345"/>
            <ac:spMk id="12" creationId="{BC4C4868-CB8F-4AF9-9CDB-8108F2C19B67}"/>
          </ac:spMkLst>
        </pc:spChg>
        <pc:spChg chg="add">
          <ac:chgData name="Temirlan Zhaxalykov" userId="S::t.zhaxalykov@kbtu.kz::037320a9-8ef1-4acb-bb74-1ab60141db9d" providerId="AD" clId="Web-{60121BD5-462E-B985-A5ED-96E89F28A089}" dt="2026-01-25T16:56:08.304" v="1280"/>
          <ac:spMkLst>
            <pc:docMk/>
            <pc:sldMk cId="1283694301" sldId="345"/>
            <ac:spMk id="14" creationId="{375E0459-6403-40CD-989D-56A4407CA12E}"/>
          </ac:spMkLst>
        </pc:spChg>
        <pc:spChg chg="add">
          <ac:chgData name="Temirlan Zhaxalykov" userId="S::t.zhaxalykov@kbtu.kz::037320a9-8ef1-4acb-bb74-1ab60141db9d" providerId="AD" clId="Web-{60121BD5-462E-B985-A5ED-96E89F28A089}" dt="2026-01-25T16:56:08.304" v="1280"/>
          <ac:spMkLst>
            <pc:docMk/>
            <pc:sldMk cId="1283694301" sldId="345"/>
            <ac:spMk id="16" creationId="{53E5B1A8-3AC9-4BD1-9BBC-78CA94F2D1BA}"/>
          </ac:spMkLst>
        </pc:spChg>
      </pc:sldChg>
      <pc:sldChg chg="addSp modSp new mod setBg">
        <pc:chgData name="Temirlan Zhaxalykov" userId="S::t.zhaxalykov@kbtu.kz::037320a9-8ef1-4acb-bb74-1ab60141db9d" providerId="AD" clId="Web-{60121BD5-462E-B985-A5ED-96E89F28A089}" dt="2026-01-25T16:57:03.257" v="1296" actId="20577"/>
        <pc:sldMkLst>
          <pc:docMk/>
          <pc:sldMk cId="932398686" sldId="346"/>
        </pc:sldMkLst>
        <pc:spChg chg="mod">
          <ac:chgData name="Temirlan Zhaxalykov" userId="S::t.zhaxalykov@kbtu.kz::037320a9-8ef1-4acb-bb74-1ab60141db9d" providerId="AD" clId="Web-{60121BD5-462E-B985-A5ED-96E89F28A089}" dt="2026-01-25T16:56:59.101" v="1293"/>
          <ac:spMkLst>
            <pc:docMk/>
            <pc:sldMk cId="932398686" sldId="346"/>
            <ac:spMk id="2" creationId="{2A896D5C-D59A-3521-C2DA-1E9262D07807}"/>
          </ac:spMkLst>
        </pc:spChg>
        <pc:spChg chg="mod">
          <ac:chgData name="Temirlan Zhaxalykov" userId="S::t.zhaxalykov@kbtu.kz::037320a9-8ef1-4acb-bb74-1ab60141db9d" providerId="AD" clId="Web-{60121BD5-462E-B985-A5ED-96E89F28A089}" dt="2026-01-25T16:57:03.257" v="1296" actId="20577"/>
          <ac:spMkLst>
            <pc:docMk/>
            <pc:sldMk cId="932398686" sldId="346"/>
            <ac:spMk id="3" creationId="{B9A48EAF-A319-337A-A6A9-B3232DD6F3D5}"/>
          </ac:spMkLst>
        </pc:spChg>
        <pc:spChg chg="add">
          <ac:chgData name="Temirlan Zhaxalykov" userId="S::t.zhaxalykov@kbtu.kz::037320a9-8ef1-4acb-bb74-1ab60141db9d" providerId="AD" clId="Web-{60121BD5-462E-B985-A5ED-96E89F28A089}" dt="2026-01-25T16:56:45.632" v="1290"/>
          <ac:spMkLst>
            <pc:docMk/>
            <pc:sldMk cId="932398686" sldId="346"/>
            <ac:spMk id="8" creationId="{1B15ED52-F352-441B-82BF-E0EA34836D08}"/>
          </ac:spMkLst>
        </pc:spChg>
        <pc:spChg chg="add">
          <ac:chgData name="Temirlan Zhaxalykov" userId="S::t.zhaxalykov@kbtu.kz::037320a9-8ef1-4acb-bb74-1ab60141db9d" providerId="AD" clId="Web-{60121BD5-462E-B985-A5ED-96E89F28A089}" dt="2026-01-25T16:56:45.632" v="1290"/>
          <ac:spMkLst>
            <pc:docMk/>
            <pc:sldMk cId="932398686" sldId="346"/>
            <ac:spMk id="10" creationId="{3B2E3793-BFE6-45A2-9B7B-E18844431C99}"/>
          </ac:spMkLst>
        </pc:spChg>
        <pc:spChg chg="add">
          <ac:chgData name="Temirlan Zhaxalykov" userId="S::t.zhaxalykov@kbtu.kz::037320a9-8ef1-4acb-bb74-1ab60141db9d" providerId="AD" clId="Web-{60121BD5-462E-B985-A5ED-96E89F28A089}" dt="2026-01-25T16:56:45.632" v="1290"/>
          <ac:spMkLst>
            <pc:docMk/>
            <pc:sldMk cId="932398686" sldId="346"/>
            <ac:spMk id="12" creationId="{BC4C4868-CB8F-4AF9-9CDB-8108F2C19B67}"/>
          </ac:spMkLst>
        </pc:spChg>
        <pc:spChg chg="add">
          <ac:chgData name="Temirlan Zhaxalykov" userId="S::t.zhaxalykov@kbtu.kz::037320a9-8ef1-4acb-bb74-1ab60141db9d" providerId="AD" clId="Web-{60121BD5-462E-B985-A5ED-96E89F28A089}" dt="2026-01-25T16:56:45.632" v="1290"/>
          <ac:spMkLst>
            <pc:docMk/>
            <pc:sldMk cId="932398686" sldId="346"/>
            <ac:spMk id="14" creationId="{375E0459-6403-40CD-989D-56A4407CA12E}"/>
          </ac:spMkLst>
        </pc:spChg>
        <pc:spChg chg="add">
          <ac:chgData name="Temirlan Zhaxalykov" userId="S::t.zhaxalykov@kbtu.kz::037320a9-8ef1-4acb-bb74-1ab60141db9d" providerId="AD" clId="Web-{60121BD5-462E-B985-A5ED-96E89F28A089}" dt="2026-01-25T16:56:45.632" v="1290"/>
          <ac:spMkLst>
            <pc:docMk/>
            <pc:sldMk cId="932398686" sldId="346"/>
            <ac:spMk id="16" creationId="{53E5B1A8-3AC9-4BD1-9BBC-78CA94F2D1BA}"/>
          </ac:spMkLst>
        </pc:spChg>
      </pc:sldChg>
      <pc:sldChg chg="addSp modSp new mod setBg">
        <pc:chgData name="Temirlan Zhaxalykov" userId="S::t.zhaxalykov@kbtu.kz::037320a9-8ef1-4acb-bb74-1ab60141db9d" providerId="AD" clId="Web-{60121BD5-462E-B985-A5ED-96E89F28A089}" dt="2026-01-25T16:57:46.148" v="1307" actId="20577"/>
        <pc:sldMkLst>
          <pc:docMk/>
          <pc:sldMk cId="1234339699" sldId="347"/>
        </pc:sldMkLst>
        <pc:spChg chg="mod">
          <ac:chgData name="Temirlan Zhaxalykov" userId="S::t.zhaxalykov@kbtu.kz::037320a9-8ef1-4acb-bb74-1ab60141db9d" providerId="AD" clId="Web-{60121BD5-462E-B985-A5ED-96E89F28A089}" dt="2026-01-25T16:57:41.335" v="1304"/>
          <ac:spMkLst>
            <pc:docMk/>
            <pc:sldMk cId="1234339699" sldId="347"/>
            <ac:spMk id="2" creationId="{B7357E9F-C42B-5E41-BF3F-A2E33D4E3B72}"/>
          </ac:spMkLst>
        </pc:spChg>
        <pc:spChg chg="mod">
          <ac:chgData name="Temirlan Zhaxalykov" userId="S::t.zhaxalykov@kbtu.kz::037320a9-8ef1-4acb-bb74-1ab60141db9d" providerId="AD" clId="Web-{60121BD5-462E-B985-A5ED-96E89F28A089}" dt="2026-01-25T16:57:46.148" v="1307" actId="20577"/>
          <ac:spMkLst>
            <pc:docMk/>
            <pc:sldMk cId="1234339699" sldId="347"/>
            <ac:spMk id="3" creationId="{9B9C91D5-FDC0-EB8A-14F0-60277D060918}"/>
          </ac:spMkLst>
        </pc:spChg>
        <pc:spChg chg="add">
          <ac:chgData name="Temirlan Zhaxalykov" userId="S::t.zhaxalykov@kbtu.kz::037320a9-8ef1-4acb-bb74-1ab60141db9d" providerId="AD" clId="Web-{60121BD5-462E-B985-A5ED-96E89F28A089}" dt="2026-01-25T16:57:32.601" v="1301"/>
          <ac:spMkLst>
            <pc:docMk/>
            <pc:sldMk cId="1234339699" sldId="347"/>
            <ac:spMk id="8" creationId="{1B15ED52-F352-441B-82BF-E0EA34836D08}"/>
          </ac:spMkLst>
        </pc:spChg>
        <pc:spChg chg="add">
          <ac:chgData name="Temirlan Zhaxalykov" userId="S::t.zhaxalykov@kbtu.kz::037320a9-8ef1-4acb-bb74-1ab60141db9d" providerId="AD" clId="Web-{60121BD5-462E-B985-A5ED-96E89F28A089}" dt="2026-01-25T16:57:32.601" v="1301"/>
          <ac:spMkLst>
            <pc:docMk/>
            <pc:sldMk cId="1234339699" sldId="347"/>
            <ac:spMk id="10" creationId="{3B2E3793-BFE6-45A2-9B7B-E18844431C99}"/>
          </ac:spMkLst>
        </pc:spChg>
        <pc:spChg chg="add">
          <ac:chgData name="Temirlan Zhaxalykov" userId="S::t.zhaxalykov@kbtu.kz::037320a9-8ef1-4acb-bb74-1ab60141db9d" providerId="AD" clId="Web-{60121BD5-462E-B985-A5ED-96E89F28A089}" dt="2026-01-25T16:57:32.601" v="1301"/>
          <ac:spMkLst>
            <pc:docMk/>
            <pc:sldMk cId="1234339699" sldId="347"/>
            <ac:spMk id="12" creationId="{BC4C4868-CB8F-4AF9-9CDB-8108F2C19B67}"/>
          </ac:spMkLst>
        </pc:spChg>
        <pc:spChg chg="add">
          <ac:chgData name="Temirlan Zhaxalykov" userId="S::t.zhaxalykov@kbtu.kz::037320a9-8ef1-4acb-bb74-1ab60141db9d" providerId="AD" clId="Web-{60121BD5-462E-B985-A5ED-96E89F28A089}" dt="2026-01-25T16:57:32.601" v="1301"/>
          <ac:spMkLst>
            <pc:docMk/>
            <pc:sldMk cId="1234339699" sldId="347"/>
            <ac:spMk id="14" creationId="{375E0459-6403-40CD-989D-56A4407CA12E}"/>
          </ac:spMkLst>
        </pc:spChg>
        <pc:spChg chg="add">
          <ac:chgData name="Temirlan Zhaxalykov" userId="S::t.zhaxalykov@kbtu.kz::037320a9-8ef1-4acb-bb74-1ab60141db9d" providerId="AD" clId="Web-{60121BD5-462E-B985-A5ED-96E89F28A089}" dt="2026-01-25T16:57:32.601" v="1301"/>
          <ac:spMkLst>
            <pc:docMk/>
            <pc:sldMk cId="1234339699" sldId="347"/>
            <ac:spMk id="16" creationId="{53E5B1A8-3AC9-4BD1-9BBC-78CA94F2D1BA}"/>
          </ac:spMkLst>
        </pc:spChg>
      </pc:sldChg>
      <pc:sldChg chg="addSp modSp new mod setBg">
        <pc:chgData name="Temirlan Zhaxalykov" userId="S::t.zhaxalykov@kbtu.kz::037320a9-8ef1-4acb-bb74-1ab60141db9d" providerId="AD" clId="Web-{60121BD5-462E-B985-A5ED-96E89F28A089}" dt="2026-01-25T16:58:38.742" v="1324" actId="20577"/>
        <pc:sldMkLst>
          <pc:docMk/>
          <pc:sldMk cId="1816933857" sldId="348"/>
        </pc:sldMkLst>
        <pc:spChg chg="mod">
          <ac:chgData name="Temirlan Zhaxalykov" userId="S::t.zhaxalykov@kbtu.kz::037320a9-8ef1-4acb-bb74-1ab60141db9d" providerId="AD" clId="Web-{60121BD5-462E-B985-A5ED-96E89F28A089}" dt="2026-01-25T16:58:23.023" v="1316"/>
          <ac:spMkLst>
            <pc:docMk/>
            <pc:sldMk cId="1816933857" sldId="348"/>
            <ac:spMk id="2" creationId="{1D8D34B2-353E-401C-31B0-F014E0F70D42}"/>
          </ac:spMkLst>
        </pc:spChg>
        <pc:spChg chg="mod">
          <ac:chgData name="Temirlan Zhaxalykov" userId="S::t.zhaxalykov@kbtu.kz::037320a9-8ef1-4acb-bb74-1ab60141db9d" providerId="AD" clId="Web-{60121BD5-462E-B985-A5ED-96E89F28A089}" dt="2026-01-25T16:58:38.742" v="1324" actId="20577"/>
          <ac:spMkLst>
            <pc:docMk/>
            <pc:sldMk cId="1816933857" sldId="348"/>
            <ac:spMk id="3" creationId="{B5EA2306-968E-264A-B3F0-614B3B90BF97}"/>
          </ac:spMkLst>
        </pc:spChg>
        <pc:spChg chg="add">
          <ac:chgData name="Temirlan Zhaxalykov" userId="S::t.zhaxalykov@kbtu.kz::037320a9-8ef1-4acb-bb74-1ab60141db9d" providerId="AD" clId="Web-{60121BD5-462E-B985-A5ED-96E89F28A089}" dt="2026-01-25T16:58:16.382" v="1313"/>
          <ac:spMkLst>
            <pc:docMk/>
            <pc:sldMk cId="1816933857" sldId="348"/>
            <ac:spMk id="8" creationId="{1B15ED52-F352-441B-82BF-E0EA34836D08}"/>
          </ac:spMkLst>
        </pc:spChg>
        <pc:spChg chg="add">
          <ac:chgData name="Temirlan Zhaxalykov" userId="S::t.zhaxalykov@kbtu.kz::037320a9-8ef1-4acb-bb74-1ab60141db9d" providerId="AD" clId="Web-{60121BD5-462E-B985-A5ED-96E89F28A089}" dt="2026-01-25T16:58:16.382" v="1313"/>
          <ac:spMkLst>
            <pc:docMk/>
            <pc:sldMk cId="1816933857" sldId="348"/>
            <ac:spMk id="10" creationId="{3B2E3793-BFE6-45A2-9B7B-E18844431C99}"/>
          </ac:spMkLst>
        </pc:spChg>
        <pc:spChg chg="add">
          <ac:chgData name="Temirlan Zhaxalykov" userId="S::t.zhaxalykov@kbtu.kz::037320a9-8ef1-4acb-bb74-1ab60141db9d" providerId="AD" clId="Web-{60121BD5-462E-B985-A5ED-96E89F28A089}" dt="2026-01-25T16:58:16.382" v="1313"/>
          <ac:spMkLst>
            <pc:docMk/>
            <pc:sldMk cId="1816933857" sldId="348"/>
            <ac:spMk id="12" creationId="{BC4C4868-CB8F-4AF9-9CDB-8108F2C19B67}"/>
          </ac:spMkLst>
        </pc:spChg>
        <pc:spChg chg="add">
          <ac:chgData name="Temirlan Zhaxalykov" userId="S::t.zhaxalykov@kbtu.kz::037320a9-8ef1-4acb-bb74-1ab60141db9d" providerId="AD" clId="Web-{60121BD5-462E-B985-A5ED-96E89F28A089}" dt="2026-01-25T16:58:16.382" v="1313"/>
          <ac:spMkLst>
            <pc:docMk/>
            <pc:sldMk cId="1816933857" sldId="348"/>
            <ac:spMk id="14" creationId="{375E0459-6403-40CD-989D-56A4407CA12E}"/>
          </ac:spMkLst>
        </pc:spChg>
        <pc:spChg chg="add">
          <ac:chgData name="Temirlan Zhaxalykov" userId="S::t.zhaxalykov@kbtu.kz::037320a9-8ef1-4acb-bb74-1ab60141db9d" providerId="AD" clId="Web-{60121BD5-462E-B985-A5ED-96E89F28A089}" dt="2026-01-25T16:58:16.382" v="1313"/>
          <ac:spMkLst>
            <pc:docMk/>
            <pc:sldMk cId="1816933857" sldId="348"/>
            <ac:spMk id="16" creationId="{53E5B1A8-3AC9-4BD1-9BBC-78CA94F2D1BA}"/>
          </ac:spMkLst>
        </pc:spChg>
      </pc:sldChg>
      <pc:sldChg chg="addSp modSp new mod setBg">
        <pc:chgData name="Temirlan Zhaxalykov" userId="S::t.zhaxalykov@kbtu.kz::037320a9-8ef1-4acb-bb74-1ab60141db9d" providerId="AD" clId="Web-{60121BD5-462E-B985-A5ED-96E89F28A089}" dt="2026-01-25T16:59:44.929" v="1343"/>
        <pc:sldMkLst>
          <pc:docMk/>
          <pc:sldMk cId="1772972847" sldId="349"/>
        </pc:sldMkLst>
        <pc:spChg chg="mod">
          <ac:chgData name="Temirlan Zhaxalykov" userId="S::t.zhaxalykov@kbtu.kz::037320a9-8ef1-4acb-bb74-1ab60141db9d" providerId="AD" clId="Web-{60121BD5-462E-B985-A5ED-96E89F28A089}" dt="2026-01-25T16:59:44.835" v="1342"/>
          <ac:spMkLst>
            <pc:docMk/>
            <pc:sldMk cId="1772972847" sldId="349"/>
            <ac:spMk id="2" creationId="{494D7745-0208-9F74-4F5B-219CD053C579}"/>
          </ac:spMkLst>
        </pc:spChg>
        <pc:spChg chg="mod">
          <ac:chgData name="Temirlan Zhaxalykov" userId="S::t.zhaxalykov@kbtu.kz::037320a9-8ef1-4acb-bb74-1ab60141db9d" providerId="AD" clId="Web-{60121BD5-462E-B985-A5ED-96E89F28A089}" dt="2026-01-25T16:59:44.929" v="1343"/>
          <ac:spMkLst>
            <pc:docMk/>
            <pc:sldMk cId="1772972847" sldId="349"/>
            <ac:spMk id="3" creationId="{9E8FD021-D5B7-6C9E-456B-102415A19C9A}"/>
          </ac:spMkLst>
        </pc:spChg>
        <pc:spChg chg="add">
          <ac:chgData name="Temirlan Zhaxalykov" userId="S::t.zhaxalykov@kbtu.kz::037320a9-8ef1-4acb-bb74-1ab60141db9d" providerId="AD" clId="Web-{60121BD5-462E-B985-A5ED-96E89F28A089}" dt="2026-01-25T16:59:19.085" v="1330"/>
          <ac:spMkLst>
            <pc:docMk/>
            <pc:sldMk cId="1772972847" sldId="349"/>
            <ac:spMk id="8" creationId="{1B15ED52-F352-441B-82BF-E0EA34836D08}"/>
          </ac:spMkLst>
        </pc:spChg>
        <pc:spChg chg="add">
          <ac:chgData name="Temirlan Zhaxalykov" userId="S::t.zhaxalykov@kbtu.kz::037320a9-8ef1-4acb-bb74-1ab60141db9d" providerId="AD" clId="Web-{60121BD5-462E-B985-A5ED-96E89F28A089}" dt="2026-01-25T16:59:19.085" v="1330"/>
          <ac:spMkLst>
            <pc:docMk/>
            <pc:sldMk cId="1772972847" sldId="349"/>
            <ac:spMk id="10" creationId="{3B2E3793-BFE6-45A2-9B7B-E18844431C99}"/>
          </ac:spMkLst>
        </pc:spChg>
        <pc:spChg chg="add">
          <ac:chgData name="Temirlan Zhaxalykov" userId="S::t.zhaxalykov@kbtu.kz::037320a9-8ef1-4acb-bb74-1ab60141db9d" providerId="AD" clId="Web-{60121BD5-462E-B985-A5ED-96E89F28A089}" dt="2026-01-25T16:59:19.085" v="1330"/>
          <ac:spMkLst>
            <pc:docMk/>
            <pc:sldMk cId="1772972847" sldId="349"/>
            <ac:spMk id="12" creationId="{BC4C4868-CB8F-4AF9-9CDB-8108F2C19B67}"/>
          </ac:spMkLst>
        </pc:spChg>
        <pc:spChg chg="add">
          <ac:chgData name="Temirlan Zhaxalykov" userId="S::t.zhaxalykov@kbtu.kz::037320a9-8ef1-4acb-bb74-1ab60141db9d" providerId="AD" clId="Web-{60121BD5-462E-B985-A5ED-96E89F28A089}" dt="2026-01-25T16:59:19.085" v="1330"/>
          <ac:spMkLst>
            <pc:docMk/>
            <pc:sldMk cId="1772972847" sldId="349"/>
            <ac:spMk id="14" creationId="{375E0459-6403-40CD-989D-56A4407CA12E}"/>
          </ac:spMkLst>
        </pc:spChg>
        <pc:spChg chg="add">
          <ac:chgData name="Temirlan Zhaxalykov" userId="S::t.zhaxalykov@kbtu.kz::037320a9-8ef1-4acb-bb74-1ab60141db9d" providerId="AD" clId="Web-{60121BD5-462E-B985-A5ED-96E89F28A089}" dt="2026-01-25T16:59:19.085" v="1330"/>
          <ac:spMkLst>
            <pc:docMk/>
            <pc:sldMk cId="1772972847" sldId="349"/>
            <ac:spMk id="16" creationId="{53E5B1A8-3AC9-4BD1-9BBC-78CA94F2D1BA}"/>
          </ac:spMkLst>
        </pc:spChg>
      </pc:sldChg>
      <pc:sldChg chg="addSp modSp new mod setBg">
        <pc:chgData name="Temirlan Zhaxalykov" userId="S::t.zhaxalykov@kbtu.kz::037320a9-8ef1-4acb-bb74-1ab60141db9d" providerId="AD" clId="Web-{60121BD5-462E-B985-A5ED-96E89F28A089}" dt="2026-01-25T17:00:27.367" v="1354"/>
        <pc:sldMkLst>
          <pc:docMk/>
          <pc:sldMk cId="2390715587" sldId="350"/>
        </pc:sldMkLst>
        <pc:spChg chg="mod">
          <ac:chgData name="Temirlan Zhaxalykov" userId="S::t.zhaxalykov@kbtu.kz::037320a9-8ef1-4acb-bb74-1ab60141db9d" providerId="AD" clId="Web-{60121BD5-462E-B985-A5ED-96E89F28A089}" dt="2026-01-25T17:00:27.335" v="1353"/>
          <ac:spMkLst>
            <pc:docMk/>
            <pc:sldMk cId="2390715587" sldId="350"/>
            <ac:spMk id="2" creationId="{62D5ED7B-B137-A8EA-0785-EA160845D254}"/>
          </ac:spMkLst>
        </pc:spChg>
        <pc:spChg chg="mod">
          <ac:chgData name="Temirlan Zhaxalykov" userId="S::t.zhaxalykov@kbtu.kz::037320a9-8ef1-4acb-bb74-1ab60141db9d" providerId="AD" clId="Web-{60121BD5-462E-B985-A5ED-96E89F28A089}" dt="2026-01-25T17:00:27.367" v="1354"/>
          <ac:spMkLst>
            <pc:docMk/>
            <pc:sldMk cId="2390715587" sldId="350"/>
            <ac:spMk id="3" creationId="{87E7F063-88C6-4F80-D574-8109FDC3A4FD}"/>
          </ac:spMkLst>
        </pc:spChg>
        <pc:spChg chg="add">
          <ac:chgData name="Temirlan Zhaxalykov" userId="S::t.zhaxalykov@kbtu.kz::037320a9-8ef1-4acb-bb74-1ab60141db9d" providerId="AD" clId="Web-{60121BD5-462E-B985-A5ED-96E89F28A089}" dt="2026-01-25T17:00:20.898" v="1352"/>
          <ac:spMkLst>
            <pc:docMk/>
            <pc:sldMk cId="2390715587" sldId="350"/>
            <ac:spMk id="8" creationId="{1B15ED52-F352-441B-82BF-E0EA34836D08}"/>
          </ac:spMkLst>
        </pc:spChg>
        <pc:spChg chg="add">
          <ac:chgData name="Temirlan Zhaxalykov" userId="S::t.zhaxalykov@kbtu.kz::037320a9-8ef1-4acb-bb74-1ab60141db9d" providerId="AD" clId="Web-{60121BD5-462E-B985-A5ED-96E89F28A089}" dt="2026-01-25T17:00:20.898" v="1352"/>
          <ac:spMkLst>
            <pc:docMk/>
            <pc:sldMk cId="2390715587" sldId="350"/>
            <ac:spMk id="10" creationId="{3B2E3793-BFE6-45A2-9B7B-E18844431C99}"/>
          </ac:spMkLst>
        </pc:spChg>
        <pc:spChg chg="add">
          <ac:chgData name="Temirlan Zhaxalykov" userId="S::t.zhaxalykov@kbtu.kz::037320a9-8ef1-4acb-bb74-1ab60141db9d" providerId="AD" clId="Web-{60121BD5-462E-B985-A5ED-96E89F28A089}" dt="2026-01-25T17:00:20.898" v="1352"/>
          <ac:spMkLst>
            <pc:docMk/>
            <pc:sldMk cId="2390715587" sldId="350"/>
            <ac:spMk id="12" creationId="{BC4C4868-CB8F-4AF9-9CDB-8108F2C19B67}"/>
          </ac:spMkLst>
        </pc:spChg>
        <pc:spChg chg="add">
          <ac:chgData name="Temirlan Zhaxalykov" userId="S::t.zhaxalykov@kbtu.kz::037320a9-8ef1-4acb-bb74-1ab60141db9d" providerId="AD" clId="Web-{60121BD5-462E-B985-A5ED-96E89F28A089}" dt="2026-01-25T17:00:20.898" v="1352"/>
          <ac:spMkLst>
            <pc:docMk/>
            <pc:sldMk cId="2390715587" sldId="350"/>
            <ac:spMk id="14" creationId="{375E0459-6403-40CD-989D-56A4407CA12E}"/>
          </ac:spMkLst>
        </pc:spChg>
        <pc:spChg chg="add">
          <ac:chgData name="Temirlan Zhaxalykov" userId="S::t.zhaxalykov@kbtu.kz::037320a9-8ef1-4acb-bb74-1ab60141db9d" providerId="AD" clId="Web-{60121BD5-462E-B985-A5ED-96E89F28A089}" dt="2026-01-25T17:00:20.898" v="1352"/>
          <ac:spMkLst>
            <pc:docMk/>
            <pc:sldMk cId="2390715587" sldId="350"/>
            <ac:spMk id="16" creationId="{53E5B1A8-3AC9-4BD1-9BBC-78CA94F2D1BA}"/>
          </ac:spMkLst>
        </pc:spChg>
      </pc:sldChg>
      <pc:sldChg chg="addSp modSp new mod setBg">
        <pc:chgData name="Temirlan Zhaxalykov" userId="S::t.zhaxalykov@kbtu.kz::037320a9-8ef1-4acb-bb74-1ab60141db9d" providerId="AD" clId="Web-{60121BD5-462E-B985-A5ED-96E89F28A089}" dt="2026-01-25T17:01:03.835" v="1362"/>
        <pc:sldMkLst>
          <pc:docMk/>
          <pc:sldMk cId="3761518627" sldId="351"/>
        </pc:sldMkLst>
        <pc:spChg chg="mod">
          <ac:chgData name="Temirlan Zhaxalykov" userId="S::t.zhaxalykov@kbtu.kz::037320a9-8ef1-4acb-bb74-1ab60141db9d" providerId="AD" clId="Web-{60121BD5-462E-B985-A5ED-96E89F28A089}" dt="2026-01-25T17:01:03.820" v="1361"/>
          <ac:spMkLst>
            <pc:docMk/>
            <pc:sldMk cId="3761518627" sldId="351"/>
            <ac:spMk id="2" creationId="{2D3683CA-7C8D-BAC3-2BC7-59DC5CD4ED37}"/>
          </ac:spMkLst>
        </pc:spChg>
        <pc:spChg chg="mod">
          <ac:chgData name="Temirlan Zhaxalykov" userId="S::t.zhaxalykov@kbtu.kz::037320a9-8ef1-4acb-bb74-1ab60141db9d" providerId="AD" clId="Web-{60121BD5-462E-B985-A5ED-96E89F28A089}" dt="2026-01-25T17:01:03.835" v="1362"/>
          <ac:spMkLst>
            <pc:docMk/>
            <pc:sldMk cId="3761518627" sldId="351"/>
            <ac:spMk id="3" creationId="{35CAD77D-4BFB-37B4-7EC3-20978278A160}"/>
          </ac:spMkLst>
        </pc:spChg>
        <pc:spChg chg="add">
          <ac:chgData name="Temirlan Zhaxalykov" userId="S::t.zhaxalykov@kbtu.kz::037320a9-8ef1-4acb-bb74-1ab60141db9d" providerId="AD" clId="Web-{60121BD5-462E-B985-A5ED-96E89F28A089}" dt="2026-01-25T17:00:58.210" v="1360"/>
          <ac:spMkLst>
            <pc:docMk/>
            <pc:sldMk cId="3761518627" sldId="351"/>
            <ac:spMk id="8" creationId="{1B15ED52-F352-441B-82BF-E0EA34836D08}"/>
          </ac:spMkLst>
        </pc:spChg>
        <pc:spChg chg="add">
          <ac:chgData name="Temirlan Zhaxalykov" userId="S::t.zhaxalykov@kbtu.kz::037320a9-8ef1-4acb-bb74-1ab60141db9d" providerId="AD" clId="Web-{60121BD5-462E-B985-A5ED-96E89F28A089}" dt="2026-01-25T17:00:58.210" v="1360"/>
          <ac:spMkLst>
            <pc:docMk/>
            <pc:sldMk cId="3761518627" sldId="351"/>
            <ac:spMk id="10" creationId="{3B2E3793-BFE6-45A2-9B7B-E18844431C99}"/>
          </ac:spMkLst>
        </pc:spChg>
        <pc:spChg chg="add">
          <ac:chgData name="Temirlan Zhaxalykov" userId="S::t.zhaxalykov@kbtu.kz::037320a9-8ef1-4acb-bb74-1ab60141db9d" providerId="AD" clId="Web-{60121BD5-462E-B985-A5ED-96E89F28A089}" dt="2026-01-25T17:00:58.210" v="1360"/>
          <ac:spMkLst>
            <pc:docMk/>
            <pc:sldMk cId="3761518627" sldId="351"/>
            <ac:spMk id="12" creationId="{BC4C4868-CB8F-4AF9-9CDB-8108F2C19B67}"/>
          </ac:spMkLst>
        </pc:spChg>
        <pc:spChg chg="add">
          <ac:chgData name="Temirlan Zhaxalykov" userId="S::t.zhaxalykov@kbtu.kz::037320a9-8ef1-4acb-bb74-1ab60141db9d" providerId="AD" clId="Web-{60121BD5-462E-B985-A5ED-96E89F28A089}" dt="2026-01-25T17:00:58.210" v="1360"/>
          <ac:spMkLst>
            <pc:docMk/>
            <pc:sldMk cId="3761518627" sldId="351"/>
            <ac:spMk id="14" creationId="{375E0459-6403-40CD-989D-56A4407CA12E}"/>
          </ac:spMkLst>
        </pc:spChg>
        <pc:spChg chg="add">
          <ac:chgData name="Temirlan Zhaxalykov" userId="S::t.zhaxalykov@kbtu.kz::037320a9-8ef1-4acb-bb74-1ab60141db9d" providerId="AD" clId="Web-{60121BD5-462E-B985-A5ED-96E89F28A089}" dt="2026-01-25T17:00:58.210" v="1360"/>
          <ac:spMkLst>
            <pc:docMk/>
            <pc:sldMk cId="3761518627" sldId="351"/>
            <ac:spMk id="16" creationId="{53E5B1A8-3AC9-4BD1-9BBC-78CA94F2D1BA}"/>
          </ac:spMkLst>
        </pc:spChg>
      </pc:sldChg>
      <pc:sldChg chg="addSp modSp new mod setBg">
        <pc:chgData name="Temirlan Zhaxalykov" userId="S::t.zhaxalykov@kbtu.kz::037320a9-8ef1-4acb-bb74-1ab60141db9d" providerId="AD" clId="Web-{60121BD5-462E-B985-A5ED-96E89F28A089}" dt="2026-01-25T17:01:37.617" v="1369"/>
        <pc:sldMkLst>
          <pc:docMk/>
          <pc:sldMk cId="838335217" sldId="352"/>
        </pc:sldMkLst>
        <pc:spChg chg="mod">
          <ac:chgData name="Temirlan Zhaxalykov" userId="S::t.zhaxalykov@kbtu.kz::037320a9-8ef1-4acb-bb74-1ab60141db9d" providerId="AD" clId="Web-{60121BD5-462E-B985-A5ED-96E89F28A089}" dt="2026-01-25T17:01:37.601" v="1368"/>
          <ac:spMkLst>
            <pc:docMk/>
            <pc:sldMk cId="838335217" sldId="352"/>
            <ac:spMk id="2" creationId="{5B44C146-9B76-A251-4BE7-C11CF64600FE}"/>
          </ac:spMkLst>
        </pc:spChg>
        <pc:spChg chg="mod">
          <ac:chgData name="Temirlan Zhaxalykov" userId="S::t.zhaxalykov@kbtu.kz::037320a9-8ef1-4acb-bb74-1ab60141db9d" providerId="AD" clId="Web-{60121BD5-462E-B985-A5ED-96E89F28A089}" dt="2026-01-25T17:01:37.617" v="1369"/>
          <ac:spMkLst>
            <pc:docMk/>
            <pc:sldMk cId="838335217" sldId="352"/>
            <ac:spMk id="3" creationId="{1D915777-8F0B-2BB2-AED1-0C843F540E79}"/>
          </ac:spMkLst>
        </pc:spChg>
        <pc:spChg chg="add">
          <ac:chgData name="Temirlan Zhaxalykov" userId="S::t.zhaxalykov@kbtu.kz::037320a9-8ef1-4acb-bb74-1ab60141db9d" providerId="AD" clId="Web-{60121BD5-462E-B985-A5ED-96E89F28A089}" dt="2026-01-25T17:01:32.429" v="1367"/>
          <ac:spMkLst>
            <pc:docMk/>
            <pc:sldMk cId="838335217" sldId="352"/>
            <ac:spMk id="8" creationId="{1B15ED52-F352-441B-82BF-E0EA34836D08}"/>
          </ac:spMkLst>
        </pc:spChg>
        <pc:spChg chg="add">
          <ac:chgData name="Temirlan Zhaxalykov" userId="S::t.zhaxalykov@kbtu.kz::037320a9-8ef1-4acb-bb74-1ab60141db9d" providerId="AD" clId="Web-{60121BD5-462E-B985-A5ED-96E89F28A089}" dt="2026-01-25T17:01:32.429" v="1367"/>
          <ac:spMkLst>
            <pc:docMk/>
            <pc:sldMk cId="838335217" sldId="352"/>
            <ac:spMk id="10" creationId="{3B2E3793-BFE6-45A2-9B7B-E18844431C99}"/>
          </ac:spMkLst>
        </pc:spChg>
        <pc:spChg chg="add">
          <ac:chgData name="Temirlan Zhaxalykov" userId="S::t.zhaxalykov@kbtu.kz::037320a9-8ef1-4acb-bb74-1ab60141db9d" providerId="AD" clId="Web-{60121BD5-462E-B985-A5ED-96E89F28A089}" dt="2026-01-25T17:01:32.429" v="1367"/>
          <ac:spMkLst>
            <pc:docMk/>
            <pc:sldMk cId="838335217" sldId="352"/>
            <ac:spMk id="12" creationId="{BC4C4868-CB8F-4AF9-9CDB-8108F2C19B67}"/>
          </ac:spMkLst>
        </pc:spChg>
        <pc:spChg chg="add">
          <ac:chgData name="Temirlan Zhaxalykov" userId="S::t.zhaxalykov@kbtu.kz::037320a9-8ef1-4acb-bb74-1ab60141db9d" providerId="AD" clId="Web-{60121BD5-462E-B985-A5ED-96E89F28A089}" dt="2026-01-25T17:01:32.429" v="1367"/>
          <ac:spMkLst>
            <pc:docMk/>
            <pc:sldMk cId="838335217" sldId="352"/>
            <ac:spMk id="14" creationId="{375E0459-6403-40CD-989D-56A4407CA12E}"/>
          </ac:spMkLst>
        </pc:spChg>
        <pc:spChg chg="add">
          <ac:chgData name="Temirlan Zhaxalykov" userId="S::t.zhaxalykov@kbtu.kz::037320a9-8ef1-4acb-bb74-1ab60141db9d" providerId="AD" clId="Web-{60121BD5-462E-B985-A5ED-96E89F28A089}" dt="2026-01-25T17:01:32.429" v="1367"/>
          <ac:spMkLst>
            <pc:docMk/>
            <pc:sldMk cId="838335217" sldId="352"/>
            <ac:spMk id="16" creationId="{53E5B1A8-3AC9-4BD1-9BBC-78CA94F2D1BA}"/>
          </ac:spMkLst>
        </pc:spChg>
      </pc:sldChg>
      <pc:sldChg chg="addSp delSp modSp new mod setBg">
        <pc:chgData name="Temirlan Zhaxalykov" userId="S::t.zhaxalykov@kbtu.kz::037320a9-8ef1-4acb-bb74-1ab60141db9d" providerId="AD" clId="Web-{60121BD5-462E-B985-A5ED-96E89F28A089}" dt="2026-01-25T17:01:59.383" v="1383"/>
        <pc:sldMkLst>
          <pc:docMk/>
          <pc:sldMk cId="2759504168" sldId="353"/>
        </pc:sldMkLst>
        <pc:spChg chg="mod">
          <ac:chgData name="Temirlan Zhaxalykov" userId="S::t.zhaxalykov@kbtu.kz::037320a9-8ef1-4acb-bb74-1ab60141db9d" providerId="AD" clId="Web-{60121BD5-462E-B985-A5ED-96E89F28A089}" dt="2026-01-25T17:01:59.383" v="1383"/>
          <ac:spMkLst>
            <pc:docMk/>
            <pc:sldMk cId="2759504168" sldId="353"/>
            <ac:spMk id="2" creationId="{E107922C-1A9C-B3C1-1C40-1777000A2749}"/>
          </ac:spMkLst>
        </pc:spChg>
        <pc:spChg chg="add">
          <ac:chgData name="Temirlan Zhaxalykov" userId="S::t.zhaxalykov@kbtu.kz::037320a9-8ef1-4acb-bb74-1ab60141db9d" providerId="AD" clId="Web-{60121BD5-462E-B985-A5ED-96E89F28A089}" dt="2026-01-25T17:01:59.383" v="1383"/>
          <ac:spMkLst>
            <pc:docMk/>
            <pc:sldMk cId="2759504168" sldId="353"/>
            <ac:spMk id="19" creationId="{4734BADF-9461-4621-B112-2D7BABEA7DD0}"/>
          </ac:spMkLst>
        </pc:spChg>
        <pc:spChg chg="add">
          <ac:chgData name="Temirlan Zhaxalykov" userId="S::t.zhaxalykov@kbtu.kz::037320a9-8ef1-4acb-bb74-1ab60141db9d" providerId="AD" clId="Web-{60121BD5-462E-B985-A5ED-96E89F28A089}" dt="2026-01-25T17:01:59.383" v="1383"/>
          <ac:spMkLst>
            <pc:docMk/>
            <pc:sldMk cId="2759504168" sldId="353"/>
            <ac:spMk id="20" creationId="{8C790BE2-4E4F-4AAF-81A2-4A6F4885EBE6}"/>
          </ac:spMkLst>
        </pc:spChg>
        <pc:spChg chg="add">
          <ac:chgData name="Temirlan Zhaxalykov" userId="S::t.zhaxalykov@kbtu.kz::037320a9-8ef1-4acb-bb74-1ab60141db9d" providerId="AD" clId="Web-{60121BD5-462E-B985-A5ED-96E89F28A089}" dt="2026-01-25T17:01:59.383" v="1383"/>
          <ac:spMkLst>
            <pc:docMk/>
            <pc:sldMk cId="2759504168" sldId="353"/>
            <ac:spMk id="21" creationId="{D28B54C3-B57B-472A-B96E-1FCB67093DC2}"/>
          </ac:spMkLst>
        </pc:spChg>
        <pc:spChg chg="add">
          <ac:chgData name="Temirlan Zhaxalykov" userId="S::t.zhaxalykov@kbtu.kz::037320a9-8ef1-4acb-bb74-1ab60141db9d" providerId="AD" clId="Web-{60121BD5-462E-B985-A5ED-96E89F28A089}" dt="2026-01-25T17:01:59.383" v="1383"/>
          <ac:spMkLst>
            <pc:docMk/>
            <pc:sldMk cId="2759504168" sldId="353"/>
            <ac:spMk id="22" creationId="{7DB3C429-F8DA-49B9-AF84-21996FCF78B5}"/>
          </ac:spMkLst>
        </pc:spChg>
        <pc:spChg chg="add">
          <ac:chgData name="Temirlan Zhaxalykov" userId="S::t.zhaxalykov@kbtu.kz::037320a9-8ef1-4acb-bb74-1ab60141db9d" providerId="AD" clId="Web-{60121BD5-462E-B985-A5ED-96E89F28A089}" dt="2026-01-25T17:01:59.383" v="1383"/>
          <ac:spMkLst>
            <pc:docMk/>
            <pc:sldMk cId="2759504168" sldId="353"/>
            <ac:spMk id="23" creationId="{E12088DD-B1AD-40E0-8B86-1D87A2CCD9BE}"/>
          </ac:spMkLst>
        </pc:spChg>
        <pc:spChg chg="add">
          <ac:chgData name="Temirlan Zhaxalykov" userId="S::t.zhaxalykov@kbtu.kz::037320a9-8ef1-4acb-bb74-1ab60141db9d" providerId="AD" clId="Web-{60121BD5-462E-B985-A5ED-96E89F28A089}" dt="2026-01-25T17:01:59.383" v="1383"/>
          <ac:spMkLst>
            <pc:docMk/>
            <pc:sldMk cId="2759504168" sldId="353"/>
            <ac:spMk id="24" creationId="{C4C9F2B0-1044-46EB-8AEB-C3BFFDE6C2CC}"/>
          </ac:spMkLst>
        </pc:spChg>
        <pc:spChg chg="add">
          <ac:chgData name="Temirlan Zhaxalykov" userId="S::t.zhaxalykov@kbtu.kz::037320a9-8ef1-4acb-bb74-1ab60141db9d" providerId="AD" clId="Web-{60121BD5-462E-B985-A5ED-96E89F28A089}" dt="2026-01-25T17:01:59.383" v="1383"/>
          <ac:spMkLst>
            <pc:docMk/>
            <pc:sldMk cId="2759504168" sldId="353"/>
            <ac:spMk id="25" creationId="{0C395952-4E26-45A2-8756-2ADFD6E53C6E}"/>
          </ac:spMkLst>
        </pc:spChg>
      </pc:sldChg>
      <pc:sldChg chg="addSp delSp modSp new">
        <pc:chgData name="Temirlan Zhaxalykov" userId="S::t.zhaxalykov@kbtu.kz::037320a9-8ef1-4acb-bb74-1ab60141db9d" providerId="AD" clId="Web-{60121BD5-462E-B985-A5ED-96E89F28A089}" dt="2026-01-25T17:06:34.901" v="1397" actId="14100"/>
        <pc:sldMkLst>
          <pc:docMk/>
          <pc:sldMk cId="1831184013" sldId="354"/>
        </pc:sldMkLst>
        <pc:picChg chg="add mod ord">
          <ac:chgData name="Temirlan Zhaxalykov" userId="S::t.zhaxalykov@kbtu.kz::037320a9-8ef1-4acb-bb74-1ab60141db9d" providerId="AD" clId="Web-{60121BD5-462E-B985-A5ED-96E89F28A089}" dt="2026-01-25T17:06:34.901" v="1397" actId="14100"/>
          <ac:picMkLst>
            <pc:docMk/>
            <pc:sldMk cId="1831184013" sldId="354"/>
            <ac:picMk id="4" creationId="{38D288B3-EFF8-116F-1934-7EB5D726606F}"/>
          </ac:picMkLst>
        </pc:picChg>
      </pc:sldChg>
      <pc:sldChg chg="addSp delSp modSp new">
        <pc:chgData name="Temirlan Zhaxalykov" userId="S::t.zhaxalykov@kbtu.kz::037320a9-8ef1-4acb-bb74-1ab60141db9d" providerId="AD" clId="Web-{60121BD5-462E-B985-A5ED-96E89F28A089}" dt="2026-01-25T17:07:54.542" v="1415" actId="1076"/>
        <pc:sldMkLst>
          <pc:docMk/>
          <pc:sldMk cId="3606619935" sldId="355"/>
        </pc:sldMkLst>
        <pc:picChg chg="add mod ord">
          <ac:chgData name="Temirlan Zhaxalykov" userId="S::t.zhaxalykov@kbtu.kz::037320a9-8ef1-4acb-bb74-1ab60141db9d" providerId="AD" clId="Web-{60121BD5-462E-B985-A5ED-96E89F28A089}" dt="2026-01-25T17:07:54.542" v="1415" actId="1076"/>
          <ac:picMkLst>
            <pc:docMk/>
            <pc:sldMk cId="3606619935" sldId="355"/>
            <ac:picMk id="4" creationId="{CDC9BF05-7D7C-EF42-596A-408D54D9FD4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F2FFB779-270B-4192-84BA-A697F48306DC}" type="datetimeFigureOut">
              <a:rPr lang="ru-RU" smtClean="0"/>
              <a:t>27.01.2026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61079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27.01.2026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703711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2FFB779-270B-4192-84BA-A697F48306DC}" type="datetimeFigureOut">
              <a:rPr lang="ru-RU" smtClean="0"/>
              <a:t>27.01.2026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4076369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F2FFB779-270B-4192-84BA-A697F48306DC}" type="datetimeFigureOut">
              <a:rPr lang="ru-RU" smtClean="0"/>
              <a:t>27.01.2026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625762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F2FFB779-270B-4192-84BA-A697F48306DC}" type="datetimeFigureOut">
              <a:rPr lang="ru-RU" smtClean="0"/>
              <a:t>27.01.2026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88002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F2FFB779-270B-4192-84BA-A697F48306DC}" type="datetimeFigureOut">
              <a:rPr lang="ru-RU" smtClean="0"/>
              <a:t>27.01.2026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29533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2FFB779-270B-4192-84BA-A697F48306DC}" type="datetimeFigureOut">
              <a:rPr lang="ru-RU" smtClean="0"/>
              <a:t>27.01.2026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988754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27.01.2026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3665695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27.01.2026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134169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27.01.2026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06572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27.01.2026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81226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FFB779-270B-4192-84BA-A697F48306DC}" type="datetimeFigureOut">
              <a:rPr lang="ru-RU" smtClean="0"/>
              <a:t>27.01.2026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5DC19C-03DA-4066-9FF7-D0BF1BC6D6F6}" type="slidenum">
              <a:rPr lang="ru-RU" smtClean="0"/>
              <a:t>‹#›</a:t>
            </a:fld>
            <a:endParaRPr lang="ru-RU"/>
          </a:p>
        </p:txBody>
      </p:sp>
    </p:spTree>
    <p:extLst>
      <p:ext uri="{BB962C8B-B14F-4D97-AF65-F5344CB8AC3E}">
        <p14:creationId xmlns:p14="http://schemas.microsoft.com/office/powerpoint/2010/main" val="3154979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ideo" Target="https://www.youtube.com/embed/Y61qn_SQl40?feature=oembe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O4xNJsjtN6E?feature=oembed"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Заголовок 1"/>
          <p:cNvSpPr>
            <a:spLocks noGrp="1"/>
          </p:cNvSpPr>
          <p:nvPr>
            <p:ph type="ctrTitle"/>
          </p:nvPr>
        </p:nvSpPr>
        <p:spPr>
          <a:xfrm>
            <a:off x="359784" y="735106"/>
            <a:ext cx="11709843" cy="2928470"/>
          </a:xfrm>
        </p:spPr>
        <p:txBody>
          <a:bodyPr anchor="b">
            <a:normAutofit/>
          </a:bodyPr>
          <a:lstStyle/>
          <a:p>
            <a:pPr algn="l"/>
            <a:r>
              <a:rPr lang="ru-RU" sz="4600" err="1">
                <a:solidFill>
                  <a:srgbClr val="FFFFFF"/>
                </a:solidFill>
                <a:latin typeface="Times New Roman"/>
                <a:cs typeface="Times New Roman"/>
              </a:rPr>
              <a:t>Lecture</a:t>
            </a:r>
            <a:r>
              <a:rPr lang="ru-RU" sz="4600">
                <a:solidFill>
                  <a:srgbClr val="FFFFFF"/>
                </a:solidFill>
                <a:latin typeface="Times New Roman"/>
                <a:cs typeface="Times New Roman"/>
              </a:rPr>
              <a:t> 2. Block </a:t>
            </a:r>
            <a:r>
              <a:rPr lang="ru-RU" sz="4600" err="1">
                <a:solidFill>
                  <a:srgbClr val="FFFFFF"/>
                </a:solidFill>
                <a:latin typeface="Times New Roman"/>
                <a:cs typeface="Times New Roman"/>
              </a:rPr>
              <a:t>Ciphers</a:t>
            </a:r>
            <a:r>
              <a:rPr lang="ru-RU" sz="4600">
                <a:solidFill>
                  <a:srgbClr val="FFFFFF"/>
                </a:solidFill>
                <a:latin typeface="Times New Roman"/>
                <a:cs typeface="Times New Roman"/>
              </a:rPr>
              <a:t>–Design </a:t>
            </a:r>
            <a:r>
              <a:rPr lang="ru-RU" sz="4600" err="1">
                <a:solidFill>
                  <a:srgbClr val="FFFFFF"/>
                </a:solidFill>
                <a:latin typeface="Times New Roman"/>
                <a:cs typeface="Times New Roman"/>
              </a:rPr>
              <a:t>and</a:t>
            </a:r>
            <a:r>
              <a:rPr lang="ru-RU" sz="4600">
                <a:solidFill>
                  <a:srgbClr val="FFFFFF"/>
                </a:solidFill>
                <a:latin typeface="Times New Roman"/>
                <a:cs typeface="Times New Roman"/>
              </a:rPr>
              <a:t> </a:t>
            </a:r>
            <a:r>
              <a:rPr lang="ru-RU" sz="4600" err="1">
                <a:solidFill>
                  <a:srgbClr val="FFFFFF"/>
                </a:solidFill>
                <a:latin typeface="Times New Roman"/>
                <a:cs typeface="Times New Roman"/>
              </a:rPr>
              <a:t>Structure</a:t>
            </a:r>
            <a:endParaRPr lang="ru-RU" sz="4600">
              <a:solidFill>
                <a:srgbClr val="FFFFFF"/>
              </a:solidFill>
              <a:latin typeface="Times New Roman"/>
              <a:cs typeface="Times New Roman"/>
            </a:endParaRPr>
          </a:p>
        </p:txBody>
      </p:sp>
      <p:sp>
        <p:nvSpPr>
          <p:cNvPr id="3" name="Подзаголовок 2"/>
          <p:cNvSpPr>
            <a:spLocks noGrp="1"/>
          </p:cNvSpPr>
          <p:nvPr>
            <p:ph type="subTitle" idx="1"/>
          </p:nvPr>
        </p:nvSpPr>
        <p:spPr>
          <a:xfrm>
            <a:off x="1350682" y="4870824"/>
            <a:ext cx="10005951" cy="1458258"/>
          </a:xfrm>
        </p:spPr>
        <p:txBody>
          <a:bodyPr vert="horz" lIns="91440" tIns="45720" rIns="91440" bIns="45720" rtlCol="0" anchor="ctr">
            <a:normAutofit/>
          </a:bodyPr>
          <a:lstStyle/>
          <a:p>
            <a:pPr algn="l"/>
            <a:r>
              <a:rPr lang="ru-RU">
                <a:latin typeface="Times New Roman"/>
                <a:cs typeface="Times New Roman"/>
              </a:rPr>
              <a:t>CSE 1204 </a:t>
            </a:r>
            <a:r>
              <a:rPr lang="ru-RU" err="1">
                <a:latin typeface="Times New Roman"/>
                <a:cs typeface="Times New Roman"/>
              </a:rPr>
              <a:t>Applied</a:t>
            </a:r>
            <a:r>
              <a:rPr lang="ru-RU">
                <a:latin typeface="Times New Roman"/>
                <a:cs typeface="Times New Roman"/>
              </a:rPr>
              <a:t> </a:t>
            </a:r>
            <a:r>
              <a:rPr lang="ru-RU" err="1">
                <a:latin typeface="Times New Roman"/>
                <a:cs typeface="Times New Roman"/>
              </a:rPr>
              <a:t>Cryptography</a:t>
            </a:r>
            <a:endParaRPr lang="ru-RU">
              <a:latin typeface="Times New Roman"/>
              <a:cs typeface="Times New Roman"/>
            </a:endParaRPr>
          </a:p>
          <a:p>
            <a:pPr algn="l"/>
            <a:r>
              <a:rPr lang="ru-RU" err="1">
                <a:latin typeface="Times New Roman"/>
                <a:cs typeface="Times New Roman"/>
              </a:rPr>
              <a:t>Lectures</a:t>
            </a:r>
            <a:r>
              <a:rPr lang="ru-RU">
                <a:latin typeface="Times New Roman"/>
                <a:cs typeface="Times New Roman"/>
              </a:rPr>
              <a:t> </a:t>
            </a:r>
            <a:r>
              <a:rPr lang="ru-RU" err="1">
                <a:latin typeface="Times New Roman"/>
                <a:cs typeface="Times New Roman"/>
              </a:rPr>
              <a:t>by</a:t>
            </a:r>
            <a:r>
              <a:rPr lang="ru-RU">
                <a:latin typeface="Times New Roman"/>
                <a:cs typeface="Times New Roman"/>
              </a:rPr>
              <a:t> </a:t>
            </a:r>
            <a:r>
              <a:rPr lang="ru-RU" err="1">
                <a:latin typeface="Times New Roman"/>
                <a:cs typeface="Times New Roman"/>
              </a:rPr>
              <a:t>Zhaxalykov</a:t>
            </a:r>
            <a:r>
              <a:rPr lang="ru-RU">
                <a:latin typeface="Times New Roman"/>
                <a:cs typeface="Times New Roman"/>
              </a:rPr>
              <a:t> T.M.</a:t>
            </a:r>
          </a:p>
        </p:txBody>
      </p:sp>
    </p:spTree>
    <p:extLst>
      <p:ext uri="{BB962C8B-B14F-4D97-AF65-F5344CB8AC3E}">
        <p14:creationId xmlns:p14="http://schemas.microsoft.com/office/powerpoint/2010/main" val="3639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76D9B10-4D7B-7092-6039-08EDA087B5F3}"/>
              </a:ext>
            </a:extLst>
          </p:cNvPr>
          <p:cNvSpPr>
            <a:spLocks noGrp="1"/>
          </p:cNvSpPr>
          <p:nvPr>
            <p:ph type="title"/>
          </p:nvPr>
        </p:nvSpPr>
        <p:spPr>
          <a:xfrm>
            <a:off x="826396" y="586855"/>
            <a:ext cx="4230100" cy="3387497"/>
          </a:xfrm>
        </p:spPr>
        <p:txBody>
          <a:bodyPr anchor="b">
            <a:normAutofit/>
          </a:bodyPr>
          <a:lstStyle/>
          <a:p>
            <a:pPr algn="r"/>
            <a:r>
              <a:rPr lang="ru-RU" sz="4000" b="1" err="1">
                <a:solidFill>
                  <a:srgbClr val="FFFFFF"/>
                </a:solidFill>
                <a:latin typeface="Times New Roman"/>
                <a:cs typeface="Times New Roman"/>
              </a:rPr>
              <a:t>Agenda</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DDE86910-55D0-F75F-EB56-9549B7C29F83}"/>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a:highlight>
                  <a:srgbClr val="FFFFFF"/>
                </a:highlight>
                <a:latin typeface="Times New Roman"/>
                <a:cs typeface="Times New Roman"/>
              </a:rPr>
              <a:t>Introduction to Block Ciphers</a:t>
            </a:r>
          </a:p>
          <a:p>
            <a:r>
              <a:rPr lang="ru-RU" sz="2000">
                <a:highlight>
                  <a:srgbClr val="FFFFFF"/>
                </a:highlight>
                <a:latin typeface="Times New Roman"/>
                <a:cs typeface="Times New Roman"/>
              </a:rPr>
              <a:t>Design Principles: Confusion and Diffusion</a:t>
            </a:r>
          </a:p>
          <a:p>
            <a:r>
              <a:rPr lang="ru-RU" sz="2000">
                <a:highlight>
                  <a:srgbClr val="FFFFFF"/>
                </a:highlight>
                <a:latin typeface="Times New Roman"/>
                <a:cs typeface="Times New Roman"/>
              </a:rPr>
              <a:t>Feistel Network Construction</a:t>
            </a:r>
          </a:p>
          <a:p>
            <a:r>
              <a:rPr lang="ru-RU" sz="2000">
                <a:highlight>
                  <a:srgbClr val="FFFFFF"/>
                </a:highlight>
                <a:latin typeface="Times New Roman"/>
                <a:cs typeface="Times New Roman"/>
              </a:rPr>
              <a:t>Data Encryption Standard (DES)</a:t>
            </a:r>
          </a:p>
          <a:p>
            <a:r>
              <a:rPr lang="ru-RU" sz="2000">
                <a:highlight>
                  <a:srgbClr val="FFFFFF"/>
                </a:highlight>
                <a:latin typeface="Times New Roman"/>
                <a:cs typeface="Times New Roman"/>
              </a:rPr>
              <a:t>Advanced Encryption Standard (AES)</a:t>
            </a:r>
          </a:p>
          <a:p>
            <a:r>
              <a:rPr lang="ru-RU" sz="2000">
                <a:highlight>
                  <a:srgbClr val="FFFFFF"/>
                </a:highlight>
                <a:latin typeface="Times New Roman"/>
                <a:cs typeface="Times New Roman"/>
              </a:rPr>
              <a:t>Security Analysis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Cryptanalysis</a:t>
            </a:r>
          </a:p>
          <a:p>
            <a:endParaRPr lang="ru-RU" sz="2000">
              <a:latin typeface="Times New Roman"/>
              <a:cs typeface="Times New Roman"/>
            </a:endParaRPr>
          </a:p>
        </p:txBody>
      </p:sp>
    </p:spTree>
    <p:extLst>
      <p:ext uri="{BB962C8B-B14F-4D97-AF65-F5344CB8AC3E}">
        <p14:creationId xmlns:p14="http://schemas.microsoft.com/office/powerpoint/2010/main" val="64434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711D198-BC54-1A26-E453-415B3A49633C}"/>
              </a:ext>
            </a:extLst>
          </p:cNvPr>
          <p:cNvSpPr>
            <a:spLocks noGrp="1"/>
          </p:cNvSpPr>
          <p:nvPr>
            <p:ph type="title"/>
          </p:nvPr>
        </p:nvSpPr>
        <p:spPr>
          <a:xfrm>
            <a:off x="826396" y="586855"/>
            <a:ext cx="4230100" cy="3387497"/>
          </a:xfrm>
        </p:spPr>
        <p:txBody>
          <a:bodyPr anchor="b">
            <a:normAutofit/>
          </a:bodyPr>
          <a:lstStyle/>
          <a:p>
            <a:pPr algn="r"/>
            <a:r>
              <a:rPr lang="ru-RU" sz="4000" b="1">
                <a:solidFill>
                  <a:srgbClr val="FFFFFF"/>
                </a:solidFill>
                <a:latin typeface="Times New Roman"/>
                <a:cs typeface="Times New Roman"/>
              </a:rPr>
              <a:t>1.Introduction </a:t>
            </a:r>
            <a:r>
              <a:rPr lang="ru-RU" sz="4000" b="1" err="1">
                <a:solidFill>
                  <a:srgbClr val="FFFFFF"/>
                </a:solidFill>
                <a:latin typeface="Times New Roman"/>
                <a:cs typeface="Times New Roman"/>
              </a:rPr>
              <a:t>to</a:t>
            </a:r>
            <a:r>
              <a:rPr lang="ru-RU" sz="4000" b="1">
                <a:solidFill>
                  <a:srgbClr val="FFFFFF"/>
                </a:solidFill>
                <a:latin typeface="Times New Roman"/>
                <a:cs typeface="Times New Roman"/>
              </a:rPr>
              <a:t> Block </a:t>
            </a:r>
            <a:r>
              <a:rPr lang="ru-RU" sz="4000" b="1" err="1">
                <a:solidFill>
                  <a:srgbClr val="FFFFFF"/>
                </a:solidFill>
                <a:latin typeface="Times New Roman"/>
                <a:cs typeface="Times New Roman"/>
              </a:rPr>
              <a:t>Ciphers</a:t>
            </a:r>
            <a:endParaRPr lang="ru-RU" sz="4000" b="1">
              <a:solidFill>
                <a:srgbClr val="FFFFFF"/>
              </a:solidFill>
              <a:latin typeface="Times New Roman"/>
              <a:cs typeface="Times New Roman"/>
            </a:endParaRPr>
          </a:p>
        </p:txBody>
      </p:sp>
      <p:sp>
        <p:nvSpPr>
          <p:cNvPr id="17" name="Объект 2">
            <a:extLst>
              <a:ext uri="{FF2B5EF4-FFF2-40B4-BE49-F238E27FC236}">
                <a16:creationId xmlns:a16="http://schemas.microsoft.com/office/drawing/2014/main" id="{6E566CF4-7CD9-4868-7FB8-95D549613A1E}"/>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latin typeface="Times New Roman"/>
                <a:cs typeface="Times New Roman"/>
              </a:rPr>
              <a:t>1.1 </a:t>
            </a:r>
            <a:r>
              <a:rPr lang="ru-RU" sz="2000" b="1">
                <a:latin typeface="Times New Roman"/>
                <a:cs typeface="Arial"/>
              </a:rPr>
              <a:t>Definition </a:t>
            </a:r>
            <a:r>
              <a:rPr lang="ru-RU" sz="2000" b="1" err="1">
                <a:latin typeface="Times New Roman"/>
                <a:cs typeface="Arial"/>
              </a:rPr>
              <a:t>and</a:t>
            </a:r>
            <a:r>
              <a:rPr lang="ru-RU" sz="2000" b="1">
                <a:latin typeface="Times New Roman"/>
                <a:cs typeface="Arial"/>
              </a:rPr>
              <a:t> </a:t>
            </a:r>
            <a:r>
              <a:rPr lang="ru-RU" sz="2000" b="1" err="1">
                <a:latin typeface="Times New Roman"/>
                <a:cs typeface="Arial"/>
              </a:rPr>
              <a:t>Characteristics</a:t>
            </a:r>
            <a:endParaRPr lang="ru-RU" sz="2000" b="1">
              <a:latin typeface="Times New Roman"/>
              <a:cs typeface="Times New Roman"/>
            </a:endParaRPr>
          </a:p>
          <a:p>
            <a:r>
              <a:rPr lang="ru-RU" sz="2000" b="1">
                <a:highlight>
                  <a:srgbClr val="FFFFFF"/>
                </a:highlight>
                <a:latin typeface="Times New Roman"/>
                <a:cs typeface="Times New Roman"/>
              </a:rPr>
              <a:t>1.2 </a:t>
            </a:r>
            <a:r>
              <a:rPr lang="ru-RU" sz="2000" b="1">
                <a:highlight>
                  <a:srgbClr val="FFFFFF"/>
                </a:highlight>
                <a:latin typeface="Times New Roman"/>
                <a:cs typeface="Arial"/>
              </a:rPr>
              <a:t>The </a:t>
            </a:r>
            <a:r>
              <a:rPr lang="ru-RU" sz="2000" b="1" err="1">
                <a:highlight>
                  <a:srgbClr val="FFFFFF"/>
                </a:highlight>
                <a:latin typeface="Times New Roman"/>
                <a:cs typeface="Arial"/>
              </a:rPr>
              <a:t>Ideal</a:t>
            </a:r>
            <a:r>
              <a:rPr lang="ru-RU" sz="2000" b="1">
                <a:highlight>
                  <a:srgbClr val="FFFFFF"/>
                </a:highlight>
                <a:latin typeface="Times New Roman"/>
                <a:cs typeface="Arial"/>
              </a:rPr>
              <a:t> </a:t>
            </a:r>
            <a:r>
              <a:rPr lang="ru-RU" sz="2000" b="1" err="1">
                <a:highlight>
                  <a:srgbClr val="FFFFFF"/>
                </a:highlight>
                <a:latin typeface="Times New Roman"/>
                <a:cs typeface="Arial"/>
              </a:rPr>
              <a:t>Cipher</a:t>
            </a:r>
            <a:r>
              <a:rPr lang="ru-RU" sz="2000" b="1">
                <a:highlight>
                  <a:srgbClr val="FFFFFF"/>
                </a:highlight>
                <a:latin typeface="Times New Roman"/>
                <a:cs typeface="Arial"/>
              </a:rPr>
              <a:t> Model</a:t>
            </a:r>
          </a:p>
          <a:p>
            <a:r>
              <a:rPr lang="ru-RU" sz="2000" b="1">
                <a:highlight>
                  <a:srgbClr val="FFFFFF"/>
                </a:highlight>
                <a:latin typeface="Times New Roman"/>
                <a:cs typeface="Arial"/>
              </a:rPr>
              <a:t>1.3 Security </a:t>
            </a:r>
            <a:r>
              <a:rPr lang="ru-RU" sz="2000" b="1" err="1">
                <a:highlight>
                  <a:srgbClr val="FFFFFF"/>
                </a:highlight>
                <a:latin typeface="Times New Roman"/>
                <a:cs typeface="Arial"/>
              </a:rPr>
              <a:t>Goals</a:t>
            </a:r>
            <a:r>
              <a:rPr lang="ru-RU" sz="2000" b="1">
                <a:highlight>
                  <a:srgbClr val="FFFFFF"/>
                </a:highlight>
                <a:latin typeface="Times New Roman"/>
                <a:cs typeface="Arial"/>
              </a:rPr>
              <a:t> </a:t>
            </a:r>
            <a:r>
              <a:rPr lang="ru-RU" sz="2000" b="1" err="1">
                <a:highlight>
                  <a:srgbClr val="FFFFFF"/>
                </a:highlight>
                <a:latin typeface="Times New Roman"/>
                <a:cs typeface="Arial"/>
              </a:rPr>
              <a:t>for</a:t>
            </a:r>
            <a:r>
              <a:rPr lang="ru-RU" sz="2000" b="1">
                <a:highlight>
                  <a:srgbClr val="FFFFFF"/>
                </a:highlight>
                <a:latin typeface="Times New Roman"/>
                <a:cs typeface="Arial"/>
              </a:rPr>
              <a:t> Block </a:t>
            </a:r>
            <a:r>
              <a:rPr lang="ru-RU" sz="2000" b="1" err="1">
                <a:highlight>
                  <a:srgbClr val="FFFFFF"/>
                </a:highlight>
                <a:latin typeface="Times New Roman"/>
                <a:cs typeface="Arial"/>
              </a:rPr>
              <a:t>Ciphers</a:t>
            </a:r>
            <a:endParaRPr lang="ru-RU" sz="2000" b="1">
              <a:highlight>
                <a:srgbClr val="FFFFFF"/>
              </a:highlight>
              <a:latin typeface="Times New Roman"/>
              <a:cs typeface="Arial"/>
            </a:endParaRPr>
          </a:p>
          <a:p>
            <a:endParaRPr lang="ru-RU" sz="2000" b="1">
              <a:highlight>
                <a:srgbClr val="FFFFFF"/>
              </a:highlight>
              <a:latin typeface="Times New Roman"/>
              <a:cs typeface="Arial"/>
            </a:endParaRPr>
          </a:p>
        </p:txBody>
      </p:sp>
    </p:spTree>
    <p:extLst>
      <p:ext uri="{BB962C8B-B14F-4D97-AF65-F5344CB8AC3E}">
        <p14:creationId xmlns:p14="http://schemas.microsoft.com/office/powerpoint/2010/main" val="432503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65E1BC8-D893-1FAD-F6BC-0A776B9E608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1.Introduction </a:t>
            </a:r>
            <a:r>
              <a:rPr lang="ru-RU" sz="4000" b="1" err="1">
                <a:solidFill>
                  <a:srgbClr val="FFFFFF"/>
                </a:solidFill>
                <a:latin typeface="Times New Roman"/>
                <a:cs typeface="Times New Roman"/>
              </a:rPr>
              <a:t>to</a:t>
            </a:r>
            <a:r>
              <a:rPr lang="ru-RU" sz="4000" b="1">
                <a:solidFill>
                  <a:srgbClr val="FFFFFF"/>
                </a:solidFill>
                <a:latin typeface="Times New Roman"/>
                <a:cs typeface="Times New Roman"/>
              </a:rPr>
              <a:t> Block </a:t>
            </a:r>
            <a:r>
              <a:rPr lang="ru-RU" sz="4000" b="1" err="1">
                <a:solidFill>
                  <a:srgbClr val="FFFFFF"/>
                </a:solidFill>
                <a:latin typeface="Times New Roman"/>
                <a:cs typeface="Times New Roman"/>
              </a:rPr>
              <a:t>Ciphers</a:t>
            </a:r>
            <a:r>
              <a:rPr lang="ru-RU" sz="4000" b="1">
                <a:solidFill>
                  <a:srgbClr val="FFFFFF"/>
                </a:solidFill>
                <a:latin typeface="Times New Roman"/>
                <a:cs typeface="Times New Roman"/>
              </a:rPr>
              <a:t> </a:t>
            </a:r>
          </a:p>
        </p:txBody>
      </p:sp>
      <p:sp>
        <p:nvSpPr>
          <p:cNvPr id="3" name="Объект 2">
            <a:extLst>
              <a:ext uri="{FF2B5EF4-FFF2-40B4-BE49-F238E27FC236}">
                <a16:creationId xmlns:a16="http://schemas.microsoft.com/office/drawing/2014/main" id="{25D131E6-DE5F-98CB-EA71-371D9491EBDA}"/>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Arial"/>
              </a:rPr>
              <a:t>Block </a:t>
            </a:r>
            <a:r>
              <a:rPr lang="ru-RU" sz="2000" b="1" err="1">
                <a:highlight>
                  <a:srgbClr val="FFFFFF"/>
                </a:highlight>
                <a:latin typeface="Times New Roman"/>
                <a:cs typeface="Arial"/>
              </a:rPr>
              <a:t>ciphers</a:t>
            </a:r>
            <a:r>
              <a:rPr lang="ru-RU" sz="2000">
                <a:highlight>
                  <a:srgbClr val="FFFFFF"/>
                </a:highlight>
                <a:latin typeface="Times New Roman"/>
                <a:cs typeface="Arial"/>
              </a:rPr>
              <a:t> </a:t>
            </a:r>
            <a:r>
              <a:rPr lang="ru-RU" sz="2000" err="1">
                <a:highlight>
                  <a:srgbClr val="FFFFFF"/>
                </a:highlight>
                <a:latin typeface="Times New Roman"/>
                <a:cs typeface="Arial"/>
              </a:rPr>
              <a:t>constitute</a:t>
            </a:r>
            <a:r>
              <a:rPr lang="ru-RU" sz="2000">
                <a:highlight>
                  <a:srgbClr val="FFFFFF"/>
                </a:highlight>
                <a:latin typeface="Times New Roman"/>
                <a:cs typeface="Arial"/>
              </a:rPr>
              <a:t> </a:t>
            </a:r>
            <a:r>
              <a:rPr lang="ru-RU" sz="2000" err="1">
                <a:highlight>
                  <a:srgbClr val="FFFFFF"/>
                </a:highlight>
                <a:latin typeface="Times New Roman"/>
                <a:cs typeface="Arial"/>
              </a:rPr>
              <a:t>the</a:t>
            </a:r>
            <a:r>
              <a:rPr lang="ru-RU" sz="2000">
                <a:highlight>
                  <a:srgbClr val="FFFFFF"/>
                </a:highlight>
                <a:latin typeface="Times New Roman"/>
                <a:cs typeface="Arial"/>
              </a:rPr>
              <a:t> </a:t>
            </a:r>
            <a:r>
              <a:rPr lang="ru-RU" sz="2000" err="1">
                <a:highlight>
                  <a:srgbClr val="FFFFFF"/>
                </a:highlight>
                <a:latin typeface="Times New Roman"/>
                <a:cs typeface="Arial"/>
              </a:rPr>
              <a:t>foundation</a:t>
            </a:r>
            <a:r>
              <a:rPr lang="ru-RU" sz="2000">
                <a:highlight>
                  <a:srgbClr val="FFFFFF"/>
                </a:highlight>
                <a:latin typeface="Times New Roman"/>
                <a:cs typeface="Arial"/>
              </a:rPr>
              <a:t> </a:t>
            </a:r>
            <a:r>
              <a:rPr lang="ru-RU" sz="2000" err="1">
                <a:highlight>
                  <a:srgbClr val="FFFFFF"/>
                </a:highlight>
                <a:latin typeface="Times New Roman"/>
                <a:cs typeface="Arial"/>
              </a:rPr>
              <a:t>of</a:t>
            </a:r>
            <a:r>
              <a:rPr lang="ru-RU" sz="2000">
                <a:highlight>
                  <a:srgbClr val="FFFFFF"/>
                </a:highlight>
                <a:latin typeface="Times New Roman"/>
                <a:cs typeface="Arial"/>
              </a:rPr>
              <a:t> </a:t>
            </a:r>
            <a:r>
              <a:rPr lang="ru-RU" sz="2000" err="1">
                <a:highlight>
                  <a:srgbClr val="FFFFFF"/>
                </a:highlight>
                <a:latin typeface="Times New Roman"/>
                <a:cs typeface="Arial"/>
              </a:rPr>
              <a:t>modern</a:t>
            </a:r>
            <a:r>
              <a:rPr lang="ru-RU" sz="2000">
                <a:highlight>
                  <a:srgbClr val="FFFFFF"/>
                </a:highlight>
                <a:latin typeface="Times New Roman"/>
                <a:cs typeface="Arial"/>
              </a:rPr>
              <a:t> </a:t>
            </a:r>
            <a:r>
              <a:rPr lang="ru-RU" sz="2000" err="1">
                <a:highlight>
                  <a:srgbClr val="FFFFFF"/>
                </a:highlight>
                <a:latin typeface="Times New Roman"/>
                <a:cs typeface="Arial"/>
              </a:rPr>
              <a:t>symmetric</a:t>
            </a:r>
            <a:r>
              <a:rPr lang="ru-RU" sz="2000">
                <a:highlight>
                  <a:srgbClr val="FFFFFF"/>
                </a:highlight>
                <a:latin typeface="Times New Roman"/>
                <a:cs typeface="Arial"/>
              </a:rPr>
              <a:t> </a:t>
            </a:r>
            <a:r>
              <a:rPr lang="ru-RU" sz="2000" err="1">
                <a:highlight>
                  <a:srgbClr val="FFFFFF"/>
                </a:highlight>
                <a:latin typeface="Times New Roman"/>
                <a:cs typeface="Arial"/>
              </a:rPr>
              <a:t>cryptography</a:t>
            </a:r>
            <a:r>
              <a:rPr lang="ru-RU" sz="2000">
                <a:highlight>
                  <a:srgbClr val="FFFFFF"/>
                </a:highlight>
                <a:latin typeface="Times New Roman"/>
                <a:cs typeface="Arial"/>
              </a:rPr>
              <a:t>, </a:t>
            </a:r>
            <a:r>
              <a:rPr lang="ru-RU" sz="2000" err="1">
                <a:highlight>
                  <a:srgbClr val="FFFFFF"/>
                </a:highlight>
                <a:latin typeface="Times New Roman"/>
                <a:cs typeface="Arial"/>
              </a:rPr>
              <a:t>providing</a:t>
            </a:r>
            <a:r>
              <a:rPr lang="ru-RU" sz="2000">
                <a:highlight>
                  <a:srgbClr val="FFFFFF"/>
                </a:highlight>
                <a:latin typeface="Times New Roman"/>
                <a:cs typeface="Arial"/>
              </a:rPr>
              <a:t> </a:t>
            </a:r>
            <a:r>
              <a:rPr lang="ru-RU" sz="2000" err="1">
                <a:highlight>
                  <a:srgbClr val="FFFFFF"/>
                </a:highlight>
                <a:latin typeface="Times New Roman"/>
                <a:cs typeface="Arial"/>
              </a:rPr>
              <a:t>the</a:t>
            </a:r>
            <a:r>
              <a:rPr lang="ru-RU" sz="2000">
                <a:highlight>
                  <a:srgbClr val="FFFFFF"/>
                </a:highlight>
                <a:latin typeface="Times New Roman"/>
                <a:cs typeface="Arial"/>
              </a:rPr>
              <a:t> </a:t>
            </a:r>
            <a:r>
              <a:rPr lang="ru-RU" sz="2000" err="1">
                <a:highlight>
                  <a:srgbClr val="FFFFFF"/>
                </a:highlight>
                <a:latin typeface="Times New Roman"/>
                <a:cs typeface="Arial"/>
              </a:rPr>
              <a:t>core</a:t>
            </a:r>
            <a:r>
              <a:rPr lang="ru-RU" sz="2000">
                <a:highlight>
                  <a:srgbClr val="FFFFFF"/>
                </a:highlight>
                <a:latin typeface="Times New Roman"/>
                <a:cs typeface="Arial"/>
              </a:rPr>
              <a:t> </a:t>
            </a:r>
            <a:r>
              <a:rPr lang="ru-RU" sz="2000" err="1">
                <a:highlight>
                  <a:srgbClr val="FFFFFF"/>
                </a:highlight>
                <a:latin typeface="Times New Roman"/>
                <a:cs typeface="Arial"/>
              </a:rPr>
              <a:t>primitive</a:t>
            </a:r>
            <a:r>
              <a:rPr lang="ru-RU" sz="2000">
                <a:highlight>
                  <a:srgbClr val="FFFFFF"/>
                </a:highlight>
                <a:latin typeface="Times New Roman"/>
                <a:cs typeface="Arial"/>
              </a:rPr>
              <a:t> </a:t>
            </a:r>
            <a:r>
              <a:rPr lang="ru-RU" sz="2000" err="1">
                <a:highlight>
                  <a:srgbClr val="FFFFFF"/>
                </a:highlight>
                <a:latin typeface="Times New Roman"/>
                <a:cs typeface="Arial"/>
              </a:rPr>
              <a:t>for</a:t>
            </a:r>
            <a:r>
              <a:rPr lang="ru-RU" sz="2000">
                <a:highlight>
                  <a:srgbClr val="FFFFFF"/>
                </a:highlight>
                <a:latin typeface="Times New Roman"/>
                <a:cs typeface="Arial"/>
              </a:rPr>
              <a:t> </a:t>
            </a:r>
            <a:r>
              <a:rPr lang="ru-RU" sz="2000" err="1">
                <a:highlight>
                  <a:srgbClr val="FFFFFF"/>
                </a:highlight>
                <a:latin typeface="Times New Roman"/>
                <a:cs typeface="Arial"/>
              </a:rPr>
              <a:t>encrypting</a:t>
            </a:r>
            <a:r>
              <a:rPr lang="ru-RU" sz="2000">
                <a:highlight>
                  <a:srgbClr val="FFFFFF"/>
                </a:highlight>
                <a:latin typeface="Times New Roman"/>
                <a:cs typeface="Arial"/>
              </a:rPr>
              <a:t> </a:t>
            </a:r>
            <a:r>
              <a:rPr lang="ru-RU" sz="2000" err="1">
                <a:highlight>
                  <a:srgbClr val="FFFFFF"/>
                </a:highlight>
                <a:latin typeface="Times New Roman"/>
                <a:cs typeface="Arial"/>
              </a:rPr>
              <a:t>data</a:t>
            </a:r>
            <a:r>
              <a:rPr lang="ru-RU" sz="2000">
                <a:highlight>
                  <a:srgbClr val="FFFFFF"/>
                </a:highlight>
                <a:latin typeface="Times New Roman"/>
                <a:cs typeface="Arial"/>
              </a:rPr>
              <a:t> </a:t>
            </a:r>
            <a:r>
              <a:rPr lang="ru-RU" sz="2000" err="1">
                <a:highlight>
                  <a:srgbClr val="FFFFFF"/>
                </a:highlight>
                <a:latin typeface="Times New Roman"/>
                <a:cs typeface="Arial"/>
              </a:rPr>
              <a:t>at</a:t>
            </a:r>
            <a:r>
              <a:rPr lang="ru-RU" sz="2000">
                <a:highlight>
                  <a:srgbClr val="FFFFFF"/>
                </a:highlight>
                <a:latin typeface="Times New Roman"/>
                <a:cs typeface="Arial"/>
              </a:rPr>
              <a:t> </a:t>
            </a:r>
            <a:r>
              <a:rPr lang="ru-RU" sz="2000" err="1">
                <a:highlight>
                  <a:srgbClr val="FFFFFF"/>
                </a:highlight>
                <a:latin typeface="Times New Roman"/>
                <a:cs typeface="Arial"/>
              </a:rPr>
              <a:t>rest</a:t>
            </a:r>
            <a:r>
              <a:rPr lang="ru-RU" sz="2000">
                <a:highlight>
                  <a:srgbClr val="FFFFFF"/>
                </a:highlight>
                <a:latin typeface="Times New Roman"/>
                <a:cs typeface="Arial"/>
              </a:rPr>
              <a:t> </a:t>
            </a:r>
            <a:r>
              <a:rPr lang="ru-RU" sz="2000" err="1">
                <a:highlight>
                  <a:srgbClr val="FFFFFF"/>
                </a:highlight>
                <a:latin typeface="Times New Roman"/>
                <a:cs typeface="Arial"/>
              </a:rPr>
              <a:t>and</a:t>
            </a:r>
            <a:r>
              <a:rPr lang="ru-RU" sz="2000">
                <a:highlight>
                  <a:srgbClr val="FFFFFF"/>
                </a:highlight>
                <a:latin typeface="Times New Roman"/>
                <a:cs typeface="Arial"/>
              </a:rPr>
              <a:t> </a:t>
            </a:r>
            <a:r>
              <a:rPr lang="ru-RU" sz="2000" err="1">
                <a:highlight>
                  <a:srgbClr val="FFFFFF"/>
                </a:highlight>
                <a:latin typeface="Times New Roman"/>
                <a:cs typeface="Arial"/>
              </a:rPr>
              <a:t>in</a:t>
            </a:r>
            <a:r>
              <a:rPr lang="ru-RU" sz="2000">
                <a:highlight>
                  <a:srgbClr val="FFFFFF"/>
                </a:highlight>
                <a:latin typeface="Times New Roman"/>
                <a:cs typeface="Arial"/>
              </a:rPr>
              <a:t> </a:t>
            </a:r>
            <a:r>
              <a:rPr lang="ru-RU" sz="2000" err="1">
                <a:highlight>
                  <a:srgbClr val="FFFFFF"/>
                </a:highlight>
                <a:latin typeface="Times New Roman"/>
                <a:cs typeface="Arial"/>
              </a:rPr>
              <a:t>transit</a:t>
            </a:r>
            <a:r>
              <a:rPr lang="ru-RU" sz="2000">
                <a:highlight>
                  <a:srgbClr val="FFFFFF"/>
                </a:highlight>
                <a:latin typeface="Times New Roman"/>
                <a:cs typeface="Arial"/>
              </a:rPr>
              <a:t>. </a:t>
            </a:r>
            <a:r>
              <a:rPr lang="ru-RU" sz="2000" err="1">
                <a:highlight>
                  <a:srgbClr val="FFFFFF"/>
                </a:highlight>
                <a:latin typeface="Times New Roman"/>
                <a:cs typeface="Arial"/>
              </a:rPr>
              <a:t>This</a:t>
            </a:r>
            <a:r>
              <a:rPr lang="ru-RU" sz="2000">
                <a:highlight>
                  <a:srgbClr val="FFFFFF"/>
                </a:highlight>
                <a:latin typeface="Times New Roman"/>
                <a:cs typeface="Arial"/>
              </a:rPr>
              <a:t> </a:t>
            </a:r>
            <a:r>
              <a:rPr lang="ru-RU" sz="2000" err="1">
                <a:highlight>
                  <a:srgbClr val="FFFFFF"/>
                </a:highlight>
                <a:latin typeface="Times New Roman"/>
                <a:cs typeface="Arial"/>
              </a:rPr>
              <a:t>lecture</a:t>
            </a:r>
            <a:r>
              <a:rPr lang="ru-RU" sz="2000">
                <a:highlight>
                  <a:srgbClr val="FFFFFF"/>
                </a:highlight>
                <a:latin typeface="Times New Roman"/>
                <a:cs typeface="Arial"/>
              </a:rPr>
              <a:t> </a:t>
            </a:r>
            <a:r>
              <a:rPr lang="ru-RU" sz="2000" err="1">
                <a:highlight>
                  <a:srgbClr val="FFFFFF"/>
                </a:highlight>
                <a:latin typeface="Times New Roman"/>
                <a:cs typeface="Arial"/>
              </a:rPr>
              <a:t>examines</a:t>
            </a:r>
            <a:r>
              <a:rPr lang="ru-RU" sz="2000">
                <a:highlight>
                  <a:srgbClr val="FFFFFF"/>
                </a:highlight>
                <a:latin typeface="Times New Roman"/>
                <a:cs typeface="Arial"/>
              </a:rPr>
              <a:t> </a:t>
            </a:r>
            <a:r>
              <a:rPr lang="ru-RU" sz="2000" err="1">
                <a:highlight>
                  <a:srgbClr val="FFFFFF"/>
                </a:highlight>
                <a:latin typeface="Times New Roman"/>
                <a:cs typeface="Arial"/>
              </a:rPr>
              <a:t>the</a:t>
            </a:r>
            <a:r>
              <a:rPr lang="ru-RU" sz="2000">
                <a:highlight>
                  <a:srgbClr val="FFFFFF"/>
                </a:highlight>
                <a:latin typeface="Times New Roman"/>
                <a:cs typeface="Arial"/>
              </a:rPr>
              <a:t> </a:t>
            </a:r>
            <a:r>
              <a:rPr lang="ru-RU" sz="2000" err="1">
                <a:highlight>
                  <a:srgbClr val="FFFFFF"/>
                </a:highlight>
                <a:latin typeface="Times New Roman"/>
                <a:cs typeface="Arial"/>
              </a:rPr>
              <a:t>mathematical</a:t>
            </a:r>
            <a:r>
              <a:rPr lang="ru-RU" sz="2000">
                <a:highlight>
                  <a:srgbClr val="FFFFFF"/>
                </a:highlight>
                <a:latin typeface="Times New Roman"/>
                <a:cs typeface="Arial"/>
              </a:rPr>
              <a:t> </a:t>
            </a:r>
            <a:r>
              <a:rPr lang="ru-RU" sz="2000" err="1">
                <a:highlight>
                  <a:srgbClr val="FFFFFF"/>
                </a:highlight>
                <a:latin typeface="Times New Roman"/>
                <a:cs typeface="Arial"/>
              </a:rPr>
              <a:t>structure</a:t>
            </a:r>
            <a:r>
              <a:rPr lang="ru-RU" sz="2000">
                <a:highlight>
                  <a:srgbClr val="FFFFFF"/>
                </a:highlight>
                <a:latin typeface="Times New Roman"/>
                <a:cs typeface="Arial"/>
              </a:rPr>
              <a:t>, </a:t>
            </a:r>
            <a:r>
              <a:rPr lang="ru-RU" sz="2000" err="1">
                <a:highlight>
                  <a:srgbClr val="FFFFFF"/>
                </a:highlight>
                <a:latin typeface="Times New Roman"/>
                <a:cs typeface="Arial"/>
              </a:rPr>
              <a:t>design</a:t>
            </a:r>
            <a:r>
              <a:rPr lang="ru-RU" sz="2000">
                <a:highlight>
                  <a:srgbClr val="FFFFFF"/>
                </a:highlight>
                <a:latin typeface="Times New Roman"/>
                <a:cs typeface="Arial"/>
              </a:rPr>
              <a:t> </a:t>
            </a:r>
            <a:r>
              <a:rPr lang="ru-RU" sz="2000" err="1">
                <a:highlight>
                  <a:srgbClr val="FFFFFF"/>
                </a:highlight>
                <a:latin typeface="Times New Roman"/>
                <a:cs typeface="Arial"/>
              </a:rPr>
              <a:t>principles</a:t>
            </a:r>
            <a:r>
              <a:rPr lang="ru-RU" sz="2000">
                <a:highlight>
                  <a:srgbClr val="FFFFFF"/>
                </a:highlight>
                <a:latin typeface="Times New Roman"/>
                <a:cs typeface="Arial"/>
              </a:rPr>
              <a:t>, </a:t>
            </a:r>
            <a:r>
              <a:rPr lang="ru-RU" sz="2000" err="1">
                <a:highlight>
                  <a:srgbClr val="FFFFFF"/>
                </a:highlight>
                <a:latin typeface="Times New Roman"/>
                <a:cs typeface="Arial"/>
              </a:rPr>
              <a:t>and</a:t>
            </a:r>
            <a:r>
              <a:rPr lang="ru-RU" sz="2000">
                <a:highlight>
                  <a:srgbClr val="FFFFFF"/>
                </a:highlight>
                <a:latin typeface="Times New Roman"/>
                <a:cs typeface="Arial"/>
              </a:rPr>
              <a:t> </a:t>
            </a:r>
            <a:r>
              <a:rPr lang="ru-RU" sz="2000" err="1">
                <a:highlight>
                  <a:srgbClr val="FFFFFF"/>
                </a:highlight>
                <a:latin typeface="Times New Roman"/>
                <a:cs typeface="Arial"/>
              </a:rPr>
              <a:t>security</a:t>
            </a:r>
            <a:r>
              <a:rPr lang="ru-RU" sz="2000">
                <a:highlight>
                  <a:srgbClr val="FFFFFF"/>
                </a:highlight>
                <a:latin typeface="Times New Roman"/>
                <a:cs typeface="Arial"/>
              </a:rPr>
              <a:t> </a:t>
            </a:r>
            <a:r>
              <a:rPr lang="ru-RU" sz="2000" err="1">
                <a:highlight>
                  <a:srgbClr val="FFFFFF"/>
                </a:highlight>
                <a:latin typeface="Times New Roman"/>
                <a:cs typeface="Arial"/>
              </a:rPr>
              <a:t>properties</a:t>
            </a:r>
            <a:r>
              <a:rPr lang="ru-RU" sz="2000">
                <a:highlight>
                  <a:srgbClr val="FFFFFF"/>
                </a:highlight>
                <a:latin typeface="Times New Roman"/>
                <a:cs typeface="Arial"/>
              </a:rPr>
              <a:t> </a:t>
            </a:r>
            <a:r>
              <a:rPr lang="ru-RU" sz="2000" err="1">
                <a:highlight>
                  <a:srgbClr val="FFFFFF"/>
                </a:highlight>
                <a:latin typeface="Times New Roman"/>
                <a:cs typeface="Arial"/>
              </a:rPr>
              <a:t>of</a:t>
            </a:r>
            <a:r>
              <a:rPr lang="ru-RU" sz="2000">
                <a:highlight>
                  <a:srgbClr val="FFFFFF"/>
                </a:highlight>
                <a:latin typeface="Times New Roman"/>
                <a:cs typeface="Arial"/>
              </a:rPr>
              <a:t> </a:t>
            </a:r>
            <a:r>
              <a:rPr lang="ru-RU" sz="2000" err="1">
                <a:highlight>
                  <a:srgbClr val="FFFFFF"/>
                </a:highlight>
                <a:latin typeface="Times New Roman"/>
                <a:cs typeface="Arial"/>
              </a:rPr>
              <a:t>block</a:t>
            </a:r>
            <a:r>
              <a:rPr lang="ru-RU" sz="2000">
                <a:highlight>
                  <a:srgbClr val="FFFFFF"/>
                </a:highlight>
                <a:latin typeface="Times New Roman"/>
                <a:cs typeface="Arial"/>
              </a:rPr>
              <a:t> </a:t>
            </a:r>
            <a:r>
              <a:rPr lang="ru-RU" sz="2000" err="1">
                <a:highlight>
                  <a:srgbClr val="FFFFFF"/>
                </a:highlight>
                <a:latin typeface="Times New Roman"/>
                <a:cs typeface="Arial"/>
              </a:rPr>
              <a:t>ciphers</a:t>
            </a:r>
            <a:r>
              <a:rPr lang="ru-RU" sz="2000">
                <a:highlight>
                  <a:srgbClr val="FFFFFF"/>
                </a:highlight>
                <a:latin typeface="Times New Roman"/>
                <a:cs typeface="Arial"/>
              </a:rPr>
              <a:t>.</a:t>
            </a:r>
            <a:endParaRPr lang="ru-RU" sz="2000">
              <a:latin typeface="Times New Roman"/>
              <a:cs typeface="Times New Roman"/>
            </a:endParaRPr>
          </a:p>
        </p:txBody>
      </p:sp>
    </p:spTree>
    <p:extLst>
      <p:ext uri="{BB962C8B-B14F-4D97-AF65-F5344CB8AC3E}">
        <p14:creationId xmlns:p14="http://schemas.microsoft.com/office/powerpoint/2010/main" val="1922538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B1EC5A0-6104-EF56-4124-68B288E8BB2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1.1 Definition </a:t>
            </a:r>
            <a:r>
              <a:rPr lang="ru-RU" sz="4000" b="1" err="1">
                <a:solidFill>
                  <a:srgbClr val="FFFFFF"/>
                </a:solidFill>
                <a:latin typeface="Times New Roman"/>
                <a:cs typeface="Times New Roman"/>
              </a:rPr>
              <a:t>and</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Characteristics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E0DC518F-583D-838A-D1BF-CFAAEC6C4F3D}"/>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1.1 (Block Cipher): </a:t>
            </a:r>
            <a:r>
              <a:rPr lang="en-US" sz="2000">
                <a:highlight>
                  <a:srgbClr val="FFFFFF"/>
                </a:highlight>
                <a:latin typeface="Times New Roman"/>
                <a:cs typeface="Times New Roman"/>
              </a:rPr>
              <a:t>A block cipher is a deterministic algorithm that operates on fixed-length groups of bits, called blocks, using a symmetric key. Formally, a block cipher is a family of permutations {Eₖ : {0,1}ⁿ → {0,1}ⁿ}ₖ∈𝒦, where n is the block size, 𝒦 is the key space, and for each key k ∈ 𝒦, the encryption function Eₖ is a bijection (permutation) with an efficiently computable inverse Dₖ = Eₖ⁻¹.</a:t>
            </a: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2853359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6DCF39A-9133-D7A6-8E7B-7A7E4C17EEF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1.1 Definition </a:t>
            </a:r>
            <a:r>
              <a:rPr lang="ru-RU" sz="4000" b="1" err="1">
                <a:solidFill>
                  <a:srgbClr val="FFFFFF"/>
                </a:solidFill>
                <a:latin typeface="Times New Roman"/>
                <a:cs typeface="Times New Roman"/>
              </a:rPr>
              <a:t>and</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Characteristics</a:t>
            </a:r>
            <a:endParaRPr lang="ru-RU" sz="40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10F2C8F1-F5DB-C9CA-1CD0-2ACD6D5C606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Key Properties:</a:t>
            </a:r>
            <a:endParaRPr lang="ru-RU"/>
          </a:p>
          <a:p>
            <a:r>
              <a:rPr lang="ru-RU" sz="2000" err="1">
                <a:highlight>
                  <a:srgbClr val="FFFFFF"/>
                </a:highlight>
                <a:latin typeface="Times New Roman"/>
                <a:cs typeface="Times New Roman"/>
              </a:rPr>
              <a:t>Fixed</a:t>
            </a:r>
            <a:r>
              <a:rPr lang="ru-RU" sz="2000">
                <a:highlight>
                  <a:srgbClr val="FFFFFF"/>
                </a:highlight>
                <a:latin typeface="Times New Roman"/>
                <a:cs typeface="Times New Roman"/>
              </a:rPr>
              <a:t> Block </a:t>
            </a:r>
            <a:r>
              <a:rPr lang="ru-RU" sz="2000" err="1">
                <a:highlight>
                  <a:srgbClr val="FFFFFF"/>
                </a:highlight>
                <a:latin typeface="Times New Roman"/>
                <a:cs typeface="Times New Roman"/>
              </a:rPr>
              <a:t>Size</a:t>
            </a:r>
            <a:r>
              <a:rPr lang="ru-RU" sz="2000">
                <a:highlight>
                  <a:srgbClr val="FFFFFF"/>
                </a:highlight>
                <a:latin typeface="Times New Roman"/>
                <a:cs typeface="Times New Roman"/>
              </a:rPr>
              <a:t>: The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processes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exactly</a:t>
            </a:r>
            <a:r>
              <a:rPr lang="ru-RU" sz="2000">
                <a:highlight>
                  <a:srgbClr val="FFFFFF"/>
                </a:highlight>
                <a:latin typeface="Times New Roman"/>
                <a:cs typeface="Times New Roman"/>
              </a:rPr>
              <a:t> n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time</a:t>
            </a:r>
            <a:r>
              <a:rPr lang="ru-RU" sz="2000">
                <a:highlight>
                  <a:srgbClr val="FFFFFF"/>
                </a:highlight>
                <a:latin typeface="Times New Roman"/>
                <a:cs typeface="Times New Roman"/>
              </a:rPr>
              <a:t>. Common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sizes</a:t>
            </a:r>
            <a:r>
              <a:rPr lang="ru-RU" sz="2000">
                <a:highlight>
                  <a:srgbClr val="FFFFFF"/>
                </a:highlight>
                <a:latin typeface="Times New Roman"/>
                <a:cs typeface="Times New Roman"/>
              </a:rPr>
              <a:t>: 64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(DES, 3DES), 128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(AES), 256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some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modern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ciphers</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Deterministic: Given the same plaintext block and key, the cipher always produces the same ciphertext block. This property necessitates careful mode of operation design (covered in Lecture 3).</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Invertibility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Each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must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reversible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same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The </a:t>
            </a:r>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structure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ensures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information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loss</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Key-</a:t>
            </a:r>
            <a:r>
              <a:rPr lang="ru-RU" sz="2000" err="1">
                <a:highlight>
                  <a:srgbClr val="FFFFFF"/>
                </a:highlight>
                <a:latin typeface="Times New Roman"/>
                <a:cs typeface="Times New Roman"/>
              </a:rPr>
              <a:t>Dependent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produce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permutations</a:t>
            </a:r>
            <a:r>
              <a:rPr lang="ru-RU" sz="2000">
                <a:highlight>
                  <a:srgbClr val="FFFFFF"/>
                </a:highlight>
                <a:latin typeface="Times New Roman"/>
                <a:cs typeface="Times New Roman"/>
              </a:rPr>
              <a:t>. Security </a:t>
            </a:r>
            <a:r>
              <a:rPr lang="ru-RU" sz="2000" err="1">
                <a:highlight>
                  <a:srgbClr val="FFFFFF"/>
                </a:highlight>
                <a:latin typeface="Times New Roman"/>
                <a:cs typeface="Times New Roman"/>
              </a:rPr>
              <a:t>relies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adversary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knowing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which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which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used</a:t>
            </a:r>
            <a:r>
              <a:rPr lang="ru-RU" sz="2000">
                <a:highlight>
                  <a:srgbClr val="FFFFFF"/>
                </a:highlight>
                <a:latin typeface="Times New Roman"/>
                <a:cs typeface="Times New Roman"/>
              </a:rPr>
              <a:t>.</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662055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79D689D-910C-1BF7-3836-860B90BF528D}"/>
              </a:ext>
            </a:extLst>
          </p:cNvPr>
          <p:cNvSpPr>
            <a:spLocks noGrp="1"/>
          </p:cNvSpPr>
          <p:nvPr>
            <p:ph type="title"/>
          </p:nvPr>
        </p:nvSpPr>
        <p:spPr>
          <a:xfrm>
            <a:off x="1371599" y="294538"/>
            <a:ext cx="9895951" cy="1033669"/>
          </a:xfrm>
        </p:spPr>
        <p:txBody>
          <a:bodyPr>
            <a:normAutofit/>
          </a:bodyPr>
          <a:lstStyle/>
          <a:p>
            <a:r>
              <a:rPr lang="ru-RU" sz="3700" b="1" err="1">
                <a:solidFill>
                  <a:srgbClr val="FFFFFF"/>
                </a:solidFill>
                <a:latin typeface="Times New Roman"/>
                <a:cs typeface="Times New Roman"/>
              </a:rPr>
              <a:t>Example</a:t>
            </a:r>
            <a:r>
              <a:rPr lang="ru-RU" sz="3700" b="1">
                <a:solidFill>
                  <a:srgbClr val="FFFFFF"/>
                </a:solidFill>
                <a:latin typeface="Times New Roman"/>
                <a:cs typeface="Times New Roman"/>
              </a:rPr>
              <a:t> 1.1: Block </a:t>
            </a:r>
            <a:r>
              <a:rPr lang="ru-RU" sz="3700" b="1" err="1">
                <a:solidFill>
                  <a:srgbClr val="FFFFFF"/>
                </a:solidFill>
                <a:latin typeface="Times New Roman"/>
                <a:cs typeface="Times New Roman"/>
              </a:rPr>
              <a:t>Cipher</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as</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Permutation</a:t>
            </a:r>
            <a:endParaRPr lang="ru-RU" sz="37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2D11E321-0C49-88C7-F0A1-A2EAAC1B25CB}"/>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Consider</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toy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n = 4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simple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a:t>
            </a:r>
            <a:endParaRPr lang="ru-RU">
              <a:latin typeface="Times New Roman"/>
              <a:cs typeface="Times New Roman"/>
            </a:endParaRPr>
          </a:p>
          <a:p>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  0101 (</a:t>
            </a:r>
            <a:r>
              <a:rPr lang="ru-RU" sz="2000" err="1">
                <a:highlight>
                  <a:srgbClr val="FFFFFF"/>
                </a:highlight>
                <a:latin typeface="Times New Roman"/>
                <a:cs typeface="Times New Roman"/>
              </a:rPr>
              <a:t>decimal</a:t>
            </a:r>
            <a:r>
              <a:rPr lang="ru-RU" sz="2000">
                <a:highlight>
                  <a:srgbClr val="FFFFFF"/>
                </a:highlight>
                <a:latin typeface="Times New Roman"/>
                <a:cs typeface="Times New Roman"/>
              </a:rPr>
              <a:t> 5)</a:t>
            </a:r>
          </a:p>
          <a:p>
            <a:r>
              <a:rPr lang="ru-RU" sz="2000">
                <a:highlight>
                  <a:srgbClr val="FFFFFF"/>
                </a:highlight>
                <a:latin typeface="Times New Roman"/>
                <a:cs typeface="Times New Roman"/>
              </a:rPr>
              <a:t>Key:        1011</a:t>
            </a:r>
          </a:p>
          <a:p>
            <a:r>
              <a:rPr lang="ru-RU" sz="2000" err="1">
                <a:highlight>
                  <a:srgbClr val="FFFFFF"/>
                </a:highlight>
                <a:latin typeface="Times New Roman"/>
                <a:cs typeface="Times New Roman"/>
              </a:rPr>
              <a:t>Ciphertext</a:t>
            </a:r>
            <a:r>
              <a:rPr lang="ru-RU" sz="2000">
                <a:highlight>
                  <a:srgbClr val="FFFFFF"/>
                </a:highlight>
                <a:latin typeface="Times New Roman"/>
                <a:cs typeface="Times New Roman"/>
              </a:rPr>
              <a:t>: 1110 (</a:t>
            </a:r>
            <a:r>
              <a:rPr lang="ru-RU" sz="2000" err="1">
                <a:highlight>
                  <a:srgbClr val="FFFFFF"/>
                </a:highlight>
                <a:latin typeface="Times New Roman"/>
                <a:cs typeface="Times New Roman"/>
              </a:rPr>
              <a:t>decimal</a:t>
            </a:r>
            <a:r>
              <a:rPr lang="ru-RU" sz="2000">
                <a:highlight>
                  <a:srgbClr val="FFFFFF"/>
                </a:highlight>
                <a:latin typeface="Times New Roman"/>
                <a:cs typeface="Times New Roman"/>
              </a:rPr>
              <a:t> 14)</a:t>
            </a:r>
          </a:p>
          <a:p>
            <a:r>
              <a:rPr lang="ru-RU" sz="2000">
                <a:highlight>
                  <a:srgbClr val="FFFFFF"/>
                </a:highlight>
                <a:latin typeface="Times New Roman"/>
                <a:cs typeface="Times New Roman"/>
              </a:rPr>
              <a:t>The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defines</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2⁴ = 16 </a:t>
            </a:r>
            <a:r>
              <a:rPr lang="ru-RU" sz="2000" err="1">
                <a:highlight>
                  <a:srgbClr val="FFFFFF"/>
                </a:highlight>
                <a:latin typeface="Times New Roman"/>
                <a:cs typeface="Times New Roman"/>
              </a:rPr>
              <a:t>possible</a:t>
            </a:r>
            <a:r>
              <a:rPr lang="ru-RU" sz="2000">
                <a:highlight>
                  <a:srgbClr val="FFFFFF"/>
                </a:highlight>
                <a:latin typeface="Times New Roman"/>
                <a:cs typeface="Times New Roman"/>
              </a:rPr>
              <a:t> 4-bit </a:t>
            </a:r>
            <a:r>
              <a:rPr lang="ru-RU" sz="2000" err="1">
                <a:highlight>
                  <a:srgbClr val="FFFFFF"/>
                </a:highlight>
                <a:latin typeface="Times New Roman"/>
                <a:cs typeface="Times New Roman"/>
              </a:rPr>
              <a:t>values</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different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would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produce</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different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4098813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7C62AF2-470B-FB2C-F491-C5187C8E87EA}"/>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1.2 The </a:t>
            </a:r>
            <a:r>
              <a:rPr lang="ru-RU" sz="4000" b="1" err="1">
                <a:solidFill>
                  <a:srgbClr val="FFFFFF"/>
                </a:solidFill>
                <a:latin typeface="Times New Roman"/>
                <a:cs typeface="Times New Roman"/>
              </a:rPr>
              <a:t>Ideal</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Cipher</a:t>
            </a:r>
            <a:r>
              <a:rPr lang="ru-RU" sz="4000" b="1">
                <a:solidFill>
                  <a:srgbClr val="FFFFFF"/>
                </a:solidFill>
                <a:latin typeface="Times New Roman"/>
                <a:cs typeface="Times New Roman"/>
              </a:rPr>
              <a:t> Model</a:t>
            </a:r>
          </a:p>
        </p:txBody>
      </p:sp>
      <p:sp>
        <p:nvSpPr>
          <p:cNvPr id="3" name="Объект 2">
            <a:extLst>
              <a:ext uri="{FF2B5EF4-FFF2-40B4-BE49-F238E27FC236}">
                <a16:creationId xmlns:a16="http://schemas.microsoft.com/office/drawing/2014/main" id="{5A8AFEED-2C1E-7498-70F9-B87E7D847329}"/>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1.2 (Ideal Cipher): </a:t>
            </a:r>
            <a:r>
              <a:rPr lang="en-US" sz="2000">
                <a:highlight>
                  <a:srgbClr val="FFFFFF"/>
                </a:highlight>
                <a:latin typeface="Times New Roman"/>
                <a:cs typeface="Times New Roman"/>
              </a:rPr>
              <a:t>An ideal block cipher is one where each key k selects a uniformly random permutation from all (2ⁿ)! possible permutations of n-bit strings. To an adversary without knowledge of the key, the cipher output should be computationally indistinguishable from a random permutation.</a:t>
            </a: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3513818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779A19D-4064-5ECC-4770-93120679F00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1.2 The </a:t>
            </a:r>
            <a:r>
              <a:rPr lang="ru-RU" sz="4000" b="1" err="1">
                <a:solidFill>
                  <a:srgbClr val="FFFFFF"/>
                </a:solidFill>
                <a:latin typeface="Times New Roman"/>
                <a:cs typeface="Times New Roman"/>
              </a:rPr>
              <a:t>Ideal</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Cipher</a:t>
            </a:r>
            <a:r>
              <a:rPr lang="ru-RU" sz="4000" b="1">
                <a:solidFill>
                  <a:srgbClr val="FFFFFF"/>
                </a:solidFill>
                <a:latin typeface="Times New Roman"/>
                <a:cs typeface="Times New Roman"/>
              </a:rPr>
              <a:t> Model</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6B95AD2-6046-B385-814E-BA8AD8C9DFBB}"/>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highlight>
                  <a:srgbClr val="FFFFFF"/>
                </a:highlight>
                <a:latin typeface="Times New Roman"/>
                <a:cs typeface="Times New Roman"/>
              </a:rPr>
              <a:t>For AES with n = 128, there are (2¹²⁸)! ≈ 2^(2¹³⁴) possible permutations, but only 2¹²⁸, 2¹⁹², or 2²⁵⁶ keys depending on key length. Real ciphers can only realize a tiny fraction of all possible permutations. Security relies on:</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Computational Indistinguishability: The permutations realizable with different keys should appear random to polynomial-time adversaries.</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Large </a:t>
            </a:r>
            <a:r>
              <a:rPr lang="en-US" sz="2000" err="1">
                <a:highlight>
                  <a:srgbClr val="FFFFFF"/>
                </a:highlight>
                <a:latin typeface="Times New Roman"/>
                <a:cs typeface="Times New Roman"/>
              </a:rPr>
              <a:t>Keyspace</a:t>
            </a:r>
            <a:r>
              <a:rPr lang="en-US" sz="2000">
                <a:highlight>
                  <a:srgbClr val="FFFFFF"/>
                </a:highlight>
                <a:latin typeface="Times New Roman"/>
                <a:cs typeface="Times New Roman"/>
              </a:rPr>
              <a:t>: Sufficient keys must exist to prevent exhaustive search. For n-bit security, at least 2ⁿ keys are needed.</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626181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A78BE23-30D4-B26F-2F6D-1B35E3447C1B}"/>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1.3 Security </a:t>
            </a:r>
            <a:r>
              <a:rPr lang="ru-RU" sz="4000" b="1" err="1">
                <a:solidFill>
                  <a:srgbClr val="FFFFFF"/>
                </a:solidFill>
                <a:latin typeface="Times New Roman"/>
                <a:cs typeface="Times New Roman"/>
              </a:rPr>
              <a:t>Goals</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for</a:t>
            </a:r>
            <a:r>
              <a:rPr lang="ru-RU" sz="4000" b="1">
                <a:solidFill>
                  <a:srgbClr val="FFFFFF"/>
                </a:solidFill>
                <a:latin typeface="Times New Roman"/>
                <a:cs typeface="Times New Roman"/>
              </a:rPr>
              <a:t> Block </a:t>
            </a:r>
            <a:r>
              <a:rPr lang="ru-RU" sz="4000" b="1" err="1">
                <a:solidFill>
                  <a:srgbClr val="FFFFFF"/>
                </a:solidFill>
                <a:latin typeface="Times New Roman"/>
                <a:cs typeface="Times New Roman"/>
              </a:rPr>
              <a:t>Ciphers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861FAAB-F90A-23A8-2273-9C90B6814DB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latin typeface="Times New Roman"/>
                <a:cs typeface="Times New Roman"/>
              </a:rPr>
              <a:t>A secure block cipher must satisfy two primary objectives:</a:t>
            </a:r>
            <a:endParaRPr lang="ru-RU" sz="2000">
              <a:latin typeface="Times New Roman"/>
              <a:cs typeface="Times New Roman"/>
            </a:endParaRPr>
          </a:p>
          <a:p>
            <a:r>
              <a:rPr lang="en-US" sz="2000" b="1">
                <a:latin typeface="Times New Roman"/>
                <a:cs typeface="Times New Roman"/>
              </a:rPr>
              <a:t>Goal 1 (Pseudorandom Permutation Property): </a:t>
            </a:r>
            <a:r>
              <a:rPr lang="en-US" sz="2000">
                <a:latin typeface="Times New Roman"/>
                <a:cs typeface="Times New Roman"/>
              </a:rPr>
              <a:t>Given oracle access to Eₖ for a secret random key k, no efficient adversary can distinguish Eₖ from a uniformly random permutation π : {0,1}ⁿ → {0,1}ⁿ with probability significantly better than random guessing.</a:t>
            </a:r>
            <a:endParaRPr lang="ru-RU" sz="2000">
              <a:latin typeface="Times New Roman"/>
              <a:cs typeface="Times New Roman"/>
            </a:endParaRPr>
          </a:p>
          <a:p>
            <a:r>
              <a:rPr lang="ru-RU" sz="2000" b="1" err="1">
                <a:latin typeface="Times New Roman"/>
                <a:cs typeface="Times New Roman"/>
              </a:rPr>
              <a:t>Goal</a:t>
            </a:r>
            <a:r>
              <a:rPr lang="ru-RU" sz="2000" b="1">
                <a:latin typeface="Times New Roman"/>
                <a:cs typeface="Times New Roman"/>
              </a:rPr>
              <a:t> 2 (Key Recovery </a:t>
            </a:r>
            <a:r>
              <a:rPr lang="ru-RU" sz="2000" b="1" err="1">
                <a:latin typeface="Times New Roman"/>
                <a:cs typeface="Times New Roman"/>
              </a:rPr>
              <a:t>Resistance</a:t>
            </a:r>
            <a:r>
              <a:rPr lang="ru-RU" sz="2000" b="1">
                <a:latin typeface="Times New Roman"/>
                <a:cs typeface="Times New Roman"/>
              </a:rPr>
              <a:t>): </a:t>
            </a:r>
            <a:r>
              <a:rPr lang="ru-RU" sz="2000" err="1">
                <a:latin typeface="Times New Roman"/>
                <a:cs typeface="Times New Roman"/>
              </a:rPr>
              <a:t>Given</a:t>
            </a:r>
            <a:r>
              <a:rPr lang="ru-RU" sz="2000">
                <a:latin typeface="Times New Roman"/>
                <a:cs typeface="Times New Roman"/>
              </a:rPr>
              <a:t> </a:t>
            </a:r>
            <a:r>
              <a:rPr lang="ru-RU" sz="2000" err="1">
                <a:latin typeface="Times New Roman"/>
                <a:cs typeface="Times New Roman"/>
              </a:rPr>
              <a:t>multiple</a:t>
            </a:r>
            <a:r>
              <a:rPr lang="ru-RU" sz="2000">
                <a:latin typeface="Times New Roman"/>
                <a:cs typeface="Times New Roman"/>
              </a:rPr>
              <a:t> </a:t>
            </a:r>
            <a:r>
              <a:rPr lang="ru-RU" sz="2000" err="1">
                <a:latin typeface="Times New Roman"/>
                <a:cs typeface="Times New Roman"/>
              </a:rPr>
              <a:t>plaintext-ciphertext</a:t>
            </a:r>
            <a:r>
              <a:rPr lang="ru-RU" sz="2000">
                <a:latin typeface="Times New Roman"/>
                <a:cs typeface="Times New Roman"/>
              </a:rPr>
              <a:t> </a:t>
            </a:r>
            <a:r>
              <a:rPr lang="ru-RU" sz="2000" err="1">
                <a:latin typeface="Times New Roman"/>
                <a:cs typeface="Times New Roman"/>
              </a:rPr>
              <a:t>pairs</a:t>
            </a:r>
            <a:r>
              <a:rPr lang="ru-RU" sz="2000">
                <a:latin typeface="Times New Roman"/>
                <a:cs typeface="Times New Roman"/>
              </a:rPr>
              <a:t> (Pᵢ, Cᵢ = Eₖ(Pᵢ)), </a:t>
            </a:r>
            <a:r>
              <a:rPr lang="ru-RU" sz="2000" err="1">
                <a:latin typeface="Times New Roman"/>
                <a:cs typeface="Times New Roman"/>
              </a:rPr>
              <a:t>no</a:t>
            </a:r>
            <a:r>
              <a:rPr lang="ru-RU" sz="2000">
                <a:latin typeface="Times New Roman"/>
                <a:cs typeface="Times New Roman"/>
              </a:rPr>
              <a:t> </a:t>
            </a:r>
            <a:r>
              <a:rPr lang="ru-RU" sz="2000" err="1">
                <a:latin typeface="Times New Roman"/>
                <a:cs typeface="Times New Roman"/>
              </a:rPr>
              <a:t>efficient</a:t>
            </a:r>
            <a:r>
              <a:rPr lang="ru-RU" sz="2000">
                <a:latin typeface="Times New Roman"/>
                <a:cs typeface="Times New Roman"/>
              </a:rPr>
              <a:t> </a:t>
            </a:r>
            <a:r>
              <a:rPr lang="ru-RU" sz="2000" err="1">
                <a:latin typeface="Times New Roman"/>
                <a:cs typeface="Times New Roman"/>
              </a:rPr>
              <a:t>adversary</a:t>
            </a:r>
            <a:r>
              <a:rPr lang="ru-RU" sz="2000">
                <a:latin typeface="Times New Roman"/>
                <a:cs typeface="Times New Roman"/>
              </a:rPr>
              <a:t> </a:t>
            </a:r>
            <a:r>
              <a:rPr lang="ru-RU" sz="2000" err="1">
                <a:latin typeface="Times New Roman"/>
                <a:cs typeface="Times New Roman"/>
              </a:rPr>
              <a:t>can</a:t>
            </a:r>
            <a:r>
              <a:rPr lang="ru-RU" sz="2000">
                <a:latin typeface="Times New Roman"/>
                <a:cs typeface="Times New Roman"/>
              </a:rPr>
              <a:t> </a:t>
            </a:r>
            <a:r>
              <a:rPr lang="ru-RU" sz="2000" err="1">
                <a:latin typeface="Times New Roman"/>
                <a:cs typeface="Times New Roman"/>
              </a:rPr>
              <a:t>recover</a:t>
            </a:r>
            <a:r>
              <a:rPr lang="ru-RU" sz="2000">
                <a:latin typeface="Times New Roman"/>
                <a:cs typeface="Times New Roman"/>
              </a:rPr>
              <a:t> </a:t>
            </a:r>
            <a:r>
              <a:rPr lang="ru-RU" sz="2000" err="1">
                <a:latin typeface="Times New Roman"/>
                <a:cs typeface="Times New Roman"/>
              </a:rPr>
              <a:t>the</a:t>
            </a:r>
            <a:r>
              <a:rPr lang="ru-RU" sz="2000">
                <a:latin typeface="Times New Roman"/>
                <a:cs typeface="Times New Roman"/>
              </a:rPr>
              <a:t> </a:t>
            </a:r>
            <a:r>
              <a:rPr lang="ru-RU" sz="2000" err="1">
                <a:latin typeface="Times New Roman"/>
                <a:cs typeface="Times New Roman"/>
              </a:rPr>
              <a:t>secret</a:t>
            </a:r>
            <a:r>
              <a:rPr lang="ru-RU" sz="2000">
                <a:latin typeface="Times New Roman"/>
                <a:cs typeface="Times New Roman"/>
              </a:rPr>
              <a:t> </a:t>
            </a:r>
            <a:r>
              <a:rPr lang="ru-RU" sz="2000" err="1">
                <a:latin typeface="Times New Roman"/>
                <a:cs typeface="Times New Roman"/>
              </a:rPr>
              <a:t>key</a:t>
            </a:r>
            <a:r>
              <a:rPr lang="ru-RU" sz="2000">
                <a:latin typeface="Times New Roman"/>
                <a:cs typeface="Times New Roman"/>
              </a:rPr>
              <a:t> k </a:t>
            </a:r>
            <a:r>
              <a:rPr lang="ru-RU" sz="2000" err="1">
                <a:latin typeface="Times New Roman"/>
                <a:cs typeface="Times New Roman"/>
              </a:rPr>
              <a:t>or</a:t>
            </a:r>
            <a:r>
              <a:rPr lang="ru-RU" sz="2000">
                <a:latin typeface="Times New Roman"/>
                <a:cs typeface="Times New Roman"/>
              </a:rPr>
              <a:t> </a:t>
            </a:r>
            <a:r>
              <a:rPr lang="ru-RU" sz="2000" err="1">
                <a:latin typeface="Times New Roman"/>
                <a:cs typeface="Times New Roman"/>
              </a:rPr>
              <a:t>compute</a:t>
            </a:r>
            <a:r>
              <a:rPr lang="ru-RU" sz="2000">
                <a:latin typeface="Times New Roman"/>
                <a:cs typeface="Times New Roman"/>
              </a:rPr>
              <a:t> Eₖ(P) </a:t>
            </a:r>
            <a:r>
              <a:rPr lang="ru-RU" sz="2000" err="1">
                <a:latin typeface="Times New Roman"/>
                <a:cs typeface="Times New Roman"/>
              </a:rPr>
              <a:t>for</a:t>
            </a:r>
            <a:r>
              <a:rPr lang="ru-RU" sz="2000">
                <a:latin typeface="Times New Roman"/>
                <a:cs typeface="Times New Roman"/>
              </a:rPr>
              <a:t> a </a:t>
            </a:r>
            <a:r>
              <a:rPr lang="ru-RU" sz="2000" err="1">
                <a:latin typeface="Times New Roman"/>
                <a:cs typeface="Times New Roman"/>
              </a:rPr>
              <a:t>new</a:t>
            </a:r>
            <a:r>
              <a:rPr lang="ru-RU" sz="2000">
                <a:latin typeface="Times New Roman"/>
                <a:cs typeface="Times New Roman"/>
              </a:rPr>
              <a:t> </a:t>
            </a:r>
            <a:r>
              <a:rPr lang="ru-RU" sz="2000" err="1">
                <a:latin typeface="Times New Roman"/>
                <a:cs typeface="Times New Roman"/>
              </a:rPr>
              <a:t>plaintext</a:t>
            </a:r>
            <a:r>
              <a:rPr lang="ru-RU" sz="2000">
                <a:latin typeface="Times New Roman"/>
                <a:cs typeface="Times New Roman"/>
              </a:rPr>
              <a:t> P </a:t>
            </a:r>
            <a:r>
              <a:rPr lang="ru-RU" sz="2000" err="1">
                <a:latin typeface="Times New Roman"/>
                <a:cs typeface="Times New Roman"/>
              </a:rPr>
              <a:t>with</a:t>
            </a:r>
            <a:r>
              <a:rPr lang="ru-RU" sz="2000">
                <a:latin typeface="Times New Roman"/>
                <a:cs typeface="Times New Roman"/>
              </a:rPr>
              <a:t> </a:t>
            </a:r>
            <a:r>
              <a:rPr lang="ru-RU" sz="2000" err="1">
                <a:latin typeface="Times New Roman"/>
                <a:cs typeface="Times New Roman"/>
              </a:rPr>
              <a:t>probability</a:t>
            </a:r>
            <a:r>
              <a:rPr lang="ru-RU" sz="2000">
                <a:latin typeface="Times New Roman"/>
                <a:cs typeface="Times New Roman"/>
              </a:rPr>
              <a:t> </a:t>
            </a:r>
            <a:r>
              <a:rPr lang="ru-RU" sz="2000" err="1">
                <a:latin typeface="Times New Roman"/>
                <a:cs typeface="Times New Roman"/>
              </a:rPr>
              <a:t>significantly</a:t>
            </a:r>
            <a:r>
              <a:rPr lang="ru-RU" sz="2000">
                <a:latin typeface="Times New Roman"/>
                <a:cs typeface="Times New Roman"/>
              </a:rPr>
              <a:t> </a:t>
            </a:r>
            <a:r>
              <a:rPr lang="ru-RU" sz="2000" err="1">
                <a:latin typeface="Times New Roman"/>
                <a:cs typeface="Times New Roman"/>
              </a:rPr>
              <a:t>better</a:t>
            </a:r>
            <a:r>
              <a:rPr lang="ru-RU" sz="2000">
                <a:latin typeface="Times New Roman"/>
                <a:cs typeface="Times New Roman"/>
              </a:rPr>
              <a:t> </a:t>
            </a:r>
            <a:r>
              <a:rPr lang="ru-RU" sz="2000" err="1">
                <a:latin typeface="Times New Roman"/>
                <a:cs typeface="Times New Roman"/>
              </a:rPr>
              <a:t>than</a:t>
            </a:r>
            <a:r>
              <a:rPr lang="ru-RU" sz="2000">
                <a:latin typeface="Times New Roman"/>
                <a:cs typeface="Times New Roman"/>
              </a:rPr>
              <a:t> </a:t>
            </a:r>
            <a:r>
              <a:rPr lang="ru-RU" sz="2000" err="1">
                <a:latin typeface="Times New Roman"/>
                <a:cs typeface="Times New Roman"/>
              </a:rPr>
              <a:t>exhaustive</a:t>
            </a:r>
            <a:r>
              <a:rPr lang="ru-RU" sz="2000">
                <a:latin typeface="Times New Roman"/>
                <a:cs typeface="Times New Roman"/>
              </a:rPr>
              <a:t> </a:t>
            </a:r>
            <a:r>
              <a:rPr lang="ru-RU" sz="2000" err="1">
                <a:latin typeface="Times New Roman"/>
                <a:cs typeface="Times New Roman"/>
              </a:rPr>
              <a:t>key</a:t>
            </a:r>
            <a:r>
              <a:rPr lang="ru-RU" sz="2000">
                <a:latin typeface="Times New Roman"/>
                <a:cs typeface="Times New Roman"/>
              </a:rPr>
              <a:t> </a:t>
            </a:r>
            <a:r>
              <a:rPr lang="ru-RU" sz="2000" err="1">
                <a:latin typeface="Times New Roman"/>
                <a:cs typeface="Times New Roman"/>
              </a:rPr>
              <a:t>search</a:t>
            </a:r>
            <a:r>
              <a:rPr lang="ru-RU" sz="2000">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1751317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0629EC-EC2C-145F-6087-D749B2BA7EDB}"/>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8E8B265-E14C-7D67-352A-09CB50EBF6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6D1D46D-E5CD-79A9-2BA3-B5B754B66B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67DA54C-F6BA-2DCF-18EC-0DD0840CA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4291806-A090-8C98-10A1-2E0FB89CB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F4B517E-5A2B-3467-DA09-6CD0C54F8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ABB5497-4C88-7E70-04EF-B5FB8E37C5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635D17B-5528-097A-DDBB-4D02594241F5}"/>
              </a:ext>
            </a:extLst>
          </p:cNvPr>
          <p:cNvSpPr>
            <a:spLocks noGrp="1"/>
          </p:cNvSpPr>
          <p:nvPr>
            <p:ph type="title"/>
          </p:nvPr>
        </p:nvSpPr>
        <p:spPr>
          <a:xfrm>
            <a:off x="826396" y="586855"/>
            <a:ext cx="4230100" cy="3387497"/>
          </a:xfrm>
        </p:spPr>
        <p:txBody>
          <a:bodyPr anchor="b">
            <a:normAutofit/>
          </a:bodyPr>
          <a:lstStyle/>
          <a:p>
            <a:pPr algn="r"/>
            <a:r>
              <a:rPr lang="ru-RU" sz="4000" b="1">
                <a:solidFill>
                  <a:srgbClr val="FFFFFF"/>
                </a:solidFill>
                <a:latin typeface="Times New Roman"/>
                <a:cs typeface="Times New Roman"/>
              </a:rPr>
              <a:t>2.Design </a:t>
            </a:r>
            <a:r>
              <a:rPr lang="ru-RU" sz="4000" b="1" err="1">
                <a:solidFill>
                  <a:srgbClr val="FFFFFF"/>
                </a:solidFill>
                <a:latin typeface="Times New Roman"/>
                <a:cs typeface="Times New Roman"/>
              </a:rPr>
              <a:t>Principles</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Confusion</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and</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Diffusion</a:t>
            </a:r>
          </a:p>
        </p:txBody>
      </p:sp>
      <p:sp>
        <p:nvSpPr>
          <p:cNvPr id="17" name="Объект 2">
            <a:extLst>
              <a:ext uri="{FF2B5EF4-FFF2-40B4-BE49-F238E27FC236}">
                <a16:creationId xmlns:a16="http://schemas.microsoft.com/office/drawing/2014/main" id="{5B7CFF22-0177-74EA-E9D8-B7EAC4E422B0}"/>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Times New Roman"/>
              </a:rPr>
              <a:t>2.1 </a:t>
            </a:r>
            <a:r>
              <a:rPr lang="ru-RU" sz="2000" b="1" err="1">
                <a:highlight>
                  <a:srgbClr val="FFFFFF"/>
                </a:highlight>
                <a:latin typeface="Times New Roman"/>
                <a:cs typeface="Times New Roman"/>
              </a:rPr>
              <a:t>Confusion</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2.2 </a:t>
            </a:r>
            <a:r>
              <a:rPr lang="ru-RU" sz="2000" b="1" err="1">
                <a:highlight>
                  <a:srgbClr val="FFFFFF"/>
                </a:highlight>
                <a:latin typeface="Times New Roman"/>
                <a:cs typeface="Times New Roman"/>
              </a:rPr>
              <a:t>Diffusion</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2.3 </a:t>
            </a:r>
            <a:r>
              <a:rPr lang="ru-RU" sz="2000" b="1" err="1">
                <a:highlight>
                  <a:srgbClr val="FFFFFF"/>
                </a:highlight>
                <a:latin typeface="Times New Roman"/>
                <a:cs typeface="Times New Roman"/>
              </a:rPr>
              <a:t>Combining</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Confusion</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and</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Diffusion</a:t>
            </a:r>
            <a:endParaRPr lang="ru-RU" sz="2000" b="1">
              <a:highlight>
                <a:srgbClr val="FFFFFF"/>
              </a:highlight>
              <a:latin typeface="Times New Roman"/>
              <a:cs typeface="Times New Roman"/>
            </a:endParaRP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1677760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D7B2234-D65F-0D3C-485D-672CDBD5D5DE}"/>
              </a:ext>
            </a:extLst>
          </p:cNvPr>
          <p:cNvSpPr>
            <a:spLocks noGrp="1"/>
          </p:cNvSpPr>
          <p:nvPr>
            <p:ph type="title"/>
          </p:nvPr>
        </p:nvSpPr>
        <p:spPr>
          <a:xfrm>
            <a:off x="1371599" y="294538"/>
            <a:ext cx="9895951" cy="1033669"/>
          </a:xfrm>
        </p:spPr>
        <p:txBody>
          <a:bodyPr>
            <a:normAutofit/>
          </a:bodyPr>
          <a:lstStyle/>
          <a:p>
            <a:r>
              <a:rPr lang="ru-RU" sz="3700" b="1">
                <a:solidFill>
                  <a:srgbClr val="FFFFFF"/>
                </a:solidFill>
                <a:latin typeface="Times New Roman"/>
                <a:cs typeface="Times New Roman"/>
              </a:rPr>
              <a:t>2.Design </a:t>
            </a:r>
            <a:r>
              <a:rPr lang="ru-RU" sz="3700" b="1" err="1">
                <a:solidFill>
                  <a:srgbClr val="FFFFFF"/>
                </a:solidFill>
                <a:latin typeface="Times New Roman"/>
                <a:cs typeface="Times New Roman"/>
              </a:rPr>
              <a:t>Principles</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Confusion</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and</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Diffusion</a:t>
            </a:r>
            <a:endParaRPr lang="ru-RU" sz="37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D3C00614-33A8-A027-93B8-842E552FAEA6}"/>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highlight>
                  <a:srgbClr val="FFFFFF"/>
                </a:highlight>
                <a:latin typeface="Times New Roman"/>
                <a:cs typeface="Times New Roman"/>
              </a:rPr>
              <a:t>Claude Shannon, in his seminal 1949 paper 'Communication Theory of Secrecy Systems,' identified two fundamental properties that cryptographic transformations should possess to resist statistical cryptanalysis: confusion and diffusion.</a:t>
            </a: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2293967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EAC3992-C015-066A-5472-3902E4A6DC1A}"/>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2.1 </a:t>
            </a:r>
            <a:r>
              <a:rPr lang="ru-RU" sz="4000" b="1" err="1">
                <a:solidFill>
                  <a:srgbClr val="FFFFFF"/>
                </a:solidFill>
                <a:latin typeface="Times New Roman"/>
                <a:cs typeface="Times New Roman"/>
              </a:rPr>
              <a:t>Confusion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A8031E0-B263-A000-0DF7-118ACBF6E80C}"/>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a:highlight>
                  <a:srgbClr val="FFFFFF"/>
                </a:highlight>
                <a:latin typeface="Times New Roman"/>
                <a:cs typeface="Times New Roman"/>
              </a:rPr>
              <a:t>Definition 2.1 (Confusion): </a:t>
            </a:r>
            <a:r>
              <a:rPr lang="ru-RU" sz="2000">
                <a:highlight>
                  <a:srgbClr val="FFFFFF"/>
                </a:highlight>
                <a:latin typeface="Times New Roman"/>
                <a:cs typeface="Times New Roman"/>
              </a:rPr>
              <a:t>Confusion refers to making the relationship between the ciphertext and the key as complex and involved as possible. Each bit of the ciphertext should depend on multiple parts of the key in a non-linear, unpredictable manner. Confusion obscures the relationship between key and ciphertext, preventing key recovery through statistical analysis.</a:t>
            </a:r>
            <a:endParaRPr lang="ru-RU" sz="2000">
              <a:latin typeface="Times New Roman"/>
              <a:cs typeface="Times New Roman"/>
            </a:endParaRPr>
          </a:p>
        </p:txBody>
      </p:sp>
    </p:spTree>
    <p:extLst>
      <p:ext uri="{BB962C8B-B14F-4D97-AF65-F5344CB8AC3E}">
        <p14:creationId xmlns:p14="http://schemas.microsoft.com/office/powerpoint/2010/main" val="1269747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C475E86-BA58-A78E-ECB3-0398242536FB}"/>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2.1 </a:t>
            </a:r>
            <a:r>
              <a:rPr lang="ru-RU" sz="4000" b="1" err="1">
                <a:solidFill>
                  <a:srgbClr val="FFFFFF"/>
                </a:solidFill>
                <a:latin typeface="Times New Roman"/>
                <a:cs typeface="Times New Roman"/>
              </a:rPr>
              <a:t>Confusion</a:t>
            </a:r>
            <a:endParaRPr lang="ru-RU" sz="40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EC0552AA-A6E5-85E1-41D8-839C826FD63F}"/>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Implementation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Techniques</a:t>
            </a:r>
            <a:r>
              <a:rPr lang="ru-RU" sz="2000">
                <a:highlight>
                  <a:srgbClr val="FFFFFF"/>
                </a:highlight>
                <a:latin typeface="Times New Roman"/>
                <a:cs typeface="Times New Roman"/>
              </a:rPr>
              <a:t>:</a:t>
            </a:r>
            <a:endParaRPr lang="ru-RU">
              <a:latin typeface="Times New Roman"/>
              <a:cs typeface="Times New Roman"/>
            </a:endParaRPr>
          </a:p>
          <a:p>
            <a:r>
              <a:rPr lang="ru-RU" sz="2000" err="1">
                <a:highlight>
                  <a:srgbClr val="FFFFFF"/>
                </a:highlight>
                <a:latin typeface="Times New Roman"/>
                <a:cs typeface="Times New Roman"/>
              </a:rPr>
              <a:t>Substitution</a:t>
            </a:r>
            <a:r>
              <a:rPr lang="ru-RU" sz="2000">
                <a:highlight>
                  <a:srgbClr val="FFFFFF"/>
                </a:highlight>
                <a:latin typeface="Times New Roman"/>
                <a:cs typeface="Times New Roman"/>
              </a:rPr>
              <a:t> (S-</a:t>
            </a:r>
            <a:r>
              <a:rPr lang="ru-RU" sz="2000" err="1">
                <a:highlight>
                  <a:srgbClr val="FFFFFF"/>
                </a:highlight>
                <a:latin typeface="Times New Roman"/>
                <a:cs typeface="Times New Roman"/>
              </a:rPr>
              <a:t>boxes</a:t>
            </a:r>
            <a:r>
              <a:rPr lang="ru-RU" sz="2000">
                <a:highlight>
                  <a:srgbClr val="FFFFFF"/>
                </a:highlight>
                <a:latin typeface="Times New Roman"/>
                <a:cs typeface="Times New Roman"/>
              </a:rPr>
              <a:t>): Non-</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transformations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replace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values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values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according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lookup</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table</a:t>
            </a:r>
            <a:r>
              <a:rPr lang="ru-RU" sz="2000">
                <a:highlight>
                  <a:srgbClr val="FFFFFF"/>
                </a:highlight>
                <a:latin typeface="Times New Roman"/>
                <a:cs typeface="Times New Roman"/>
              </a:rPr>
              <a:t>. S-</a:t>
            </a:r>
            <a:r>
              <a:rPr lang="ru-RU" sz="2000" err="1">
                <a:highlight>
                  <a:srgbClr val="FFFFFF"/>
                </a:highlight>
                <a:latin typeface="Times New Roman"/>
                <a:cs typeface="Times New Roman"/>
              </a:rPr>
              <a:t>boxes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carefully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designed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resist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cryptanalysis</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Non-</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Operations: XOR </a:t>
            </a:r>
            <a:r>
              <a:rPr lang="ru-RU" sz="2000" err="1">
                <a:highlight>
                  <a:srgbClr val="FFFFFF"/>
                </a:highlight>
                <a:latin typeface="Times New Roman"/>
                <a:cs typeface="Times New Roman"/>
              </a:rPr>
              <a:t>alone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requires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like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modular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addition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multiplication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lookups</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Key Mixing: Combining key material with data through complex operations ensures that changes in the key propagate unpredictably through the ciphertext.</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430012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FBEC4AA-56FD-FB7B-CBB2-77D46DFA08BA}"/>
              </a:ext>
            </a:extLst>
          </p:cNvPr>
          <p:cNvSpPr>
            <a:spLocks noGrp="1"/>
          </p:cNvSpPr>
          <p:nvPr>
            <p:ph type="title"/>
          </p:nvPr>
        </p:nvSpPr>
        <p:spPr>
          <a:xfrm>
            <a:off x="1371599" y="294538"/>
            <a:ext cx="9895951" cy="1033669"/>
          </a:xfrm>
        </p:spPr>
        <p:txBody>
          <a:bodyPr>
            <a:normAutofit/>
          </a:bodyPr>
          <a:lstStyle/>
          <a:p>
            <a:r>
              <a:rPr lang="ru-RU" sz="3700" b="1" err="1">
                <a:solidFill>
                  <a:srgbClr val="FFFFFF"/>
                </a:solidFill>
                <a:latin typeface="Times New Roman"/>
                <a:cs typeface="Times New Roman"/>
              </a:rPr>
              <a:t>Example</a:t>
            </a:r>
            <a:r>
              <a:rPr lang="ru-RU" sz="3700" b="1">
                <a:solidFill>
                  <a:srgbClr val="FFFFFF"/>
                </a:solidFill>
                <a:latin typeface="Times New Roman"/>
                <a:cs typeface="Times New Roman"/>
              </a:rPr>
              <a:t> 2.1: S-</a:t>
            </a:r>
            <a:r>
              <a:rPr lang="ru-RU" sz="3700" b="1" err="1">
                <a:solidFill>
                  <a:srgbClr val="FFFFFF"/>
                </a:solidFill>
                <a:latin typeface="Times New Roman"/>
                <a:cs typeface="Times New Roman"/>
              </a:rPr>
              <a:t>box</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Providing</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Confusion</a:t>
            </a:r>
            <a:endParaRPr lang="ru-RU" sz="37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655A3CE-0A46-D1D6-0163-5F9D2803F881}"/>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Consider</a:t>
            </a:r>
            <a:r>
              <a:rPr lang="ru-RU" sz="2000">
                <a:highlight>
                  <a:srgbClr val="FFFFFF"/>
                </a:highlight>
                <a:latin typeface="Times New Roman"/>
                <a:cs typeface="Times New Roman"/>
              </a:rPr>
              <a:t> a 4-bit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4-bit S-</a:t>
            </a:r>
            <a:r>
              <a:rPr lang="ru-RU" sz="2000" err="1">
                <a:highlight>
                  <a:srgbClr val="FFFFFF"/>
                </a:highlight>
                <a:latin typeface="Times New Roman"/>
                <a:cs typeface="Times New Roman"/>
              </a:rPr>
              <a:t>box</a:t>
            </a:r>
            <a:r>
              <a:rPr lang="ru-RU" sz="2000">
                <a:highlight>
                  <a:srgbClr val="FFFFFF"/>
                </a:highlight>
                <a:latin typeface="Times New Roman"/>
                <a:cs typeface="Times New Roman"/>
              </a:rPr>
              <a:t>:</a:t>
            </a:r>
            <a:endParaRPr lang="ru-RU" sz="2000">
              <a:latin typeface="Times New Roman"/>
              <a:cs typeface="Times New Roman"/>
            </a:endParaRPr>
          </a:p>
          <a:p>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0 1 2 3 4 5 6 7 8 9 A B C D E F</a:t>
            </a:r>
          </a:p>
          <a:p>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E 4 D 1 2 F B 8 3 A 6 C 5 9 0 7</a:t>
            </a:r>
          </a:p>
          <a:p>
            <a:pPr marL="0" indent="0">
              <a:buNone/>
            </a:pPr>
            <a:endParaRPr lang="ru-RU" sz="2000">
              <a:highlight>
                <a:srgbClr val="FFFFFF"/>
              </a:highlight>
              <a:latin typeface="Times New Roman"/>
              <a:cs typeface="Times New Roman"/>
            </a:endParaRPr>
          </a:p>
          <a:p>
            <a:pPr marL="0" indent="0">
              <a:buNone/>
            </a:pP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0000 (0) </a:t>
            </a:r>
            <a:r>
              <a:rPr lang="ru-RU" sz="2000" err="1">
                <a:highlight>
                  <a:srgbClr val="FFFFFF"/>
                </a:highlight>
                <a:latin typeface="Times New Roman"/>
                <a:cs typeface="Times New Roman"/>
              </a:rPr>
              <a:t>maps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1110 (E), </a:t>
            </a: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0001 (1) </a:t>
            </a:r>
            <a:r>
              <a:rPr lang="ru-RU" sz="2000" err="1">
                <a:highlight>
                  <a:srgbClr val="FFFFFF"/>
                </a:highlight>
                <a:latin typeface="Times New Roman"/>
                <a:cs typeface="Times New Roman"/>
              </a:rPr>
              <a:t>maps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0100 (4). </a:t>
            </a:r>
            <a:r>
              <a:rPr lang="ru-RU" sz="2000" err="1">
                <a:highlight>
                  <a:srgbClr val="FFFFFF"/>
                </a:highlight>
                <a:latin typeface="Times New Roman"/>
                <a:cs typeface="Times New Roman"/>
              </a:rPr>
              <a:t>This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non-linear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mapping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obscures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relationship</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between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providing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Changing</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single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flip</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multiple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a:t>
            </a:r>
            <a:endParaRPr lang="ru-RU" sz="2000">
              <a:latin typeface="Times New Roman"/>
              <a:cs typeface="Times New Roman"/>
            </a:endParaRPr>
          </a:p>
        </p:txBody>
      </p:sp>
    </p:spTree>
    <p:extLst>
      <p:ext uri="{BB962C8B-B14F-4D97-AF65-F5344CB8AC3E}">
        <p14:creationId xmlns:p14="http://schemas.microsoft.com/office/powerpoint/2010/main" val="3198691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DD65F95-052C-D0E8-560C-22AED07E5388}"/>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2.2 </a:t>
            </a:r>
            <a:r>
              <a:rPr lang="ru-RU" sz="4000" b="1" err="1">
                <a:solidFill>
                  <a:srgbClr val="FFFFFF"/>
                </a:solidFill>
                <a:latin typeface="Times New Roman"/>
                <a:cs typeface="Times New Roman"/>
              </a:rPr>
              <a:t>Diffusion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9951259-0518-08D9-77AD-3735049025AA}"/>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a:highlight>
                  <a:srgbClr val="FFFFFF"/>
                </a:highlight>
                <a:latin typeface="Times New Roman"/>
                <a:cs typeface="Times New Roman"/>
              </a:rPr>
              <a:t>Definition 2.2 (Diffusion): </a:t>
            </a:r>
            <a:r>
              <a:rPr lang="ru-RU" sz="2000">
                <a:highlight>
                  <a:srgbClr val="FFFFFF"/>
                </a:highlight>
                <a:latin typeface="Times New Roman"/>
                <a:cs typeface="Times New Roman"/>
              </a:rPr>
              <a:t>Diffusion refers to spreading the influence of individual plaintext bits over many ciphertext bits, or equivalently, spreading the influence of a single ciphertext bit over many plaintext bits. Each bit of the plaintext should affect many bits of the ciphertext, and vice versa. Diffusion ensures that statistical properties of the plaintext (letter frequencies, patterns) are dissipated in the ciphertext.</a:t>
            </a:r>
          </a:p>
          <a:p>
            <a:r>
              <a:rPr lang="en-US" sz="2000" b="1">
                <a:highlight>
                  <a:srgbClr val="FFFFFF"/>
                </a:highlight>
                <a:latin typeface="Times New Roman"/>
                <a:cs typeface="Times New Roman"/>
              </a:rPr>
              <a:t>The Avalanche Effect: </a:t>
            </a:r>
            <a:r>
              <a:rPr lang="en-US" sz="2000">
                <a:highlight>
                  <a:srgbClr val="FFFFFF"/>
                </a:highlight>
                <a:latin typeface="Times New Roman"/>
                <a:cs typeface="Times New Roman"/>
              </a:rPr>
              <a:t>A desirable property of block ciphers where changing a single bit of the plaintext or key should change approximately half of the ciphertext bits. This is a manifestation of good diffusion.</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470734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EEC1C32-C2EB-4ECE-B932-AFFB1AF57E37}"/>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2.2 Diffusion</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965FCFA-A419-72B5-9A80-504F06592E2D}"/>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Implementation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Techniques</a:t>
            </a:r>
            <a:r>
              <a:rPr lang="ru-RU" sz="2000">
                <a:highlight>
                  <a:srgbClr val="FFFFFF"/>
                </a:highlight>
                <a:latin typeface="Times New Roman"/>
                <a:cs typeface="Times New Roman"/>
              </a:rPr>
              <a:t>:</a:t>
            </a:r>
            <a:endParaRPr lang="ru-RU" sz="2000">
              <a:latin typeface="Times New Roman"/>
              <a:cs typeface="Times New Roman"/>
            </a:endParaRPr>
          </a:p>
          <a:p>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(P-</a:t>
            </a:r>
            <a:r>
              <a:rPr lang="ru-RU" sz="2000" err="1">
                <a:highlight>
                  <a:srgbClr val="FFFFFF"/>
                </a:highlight>
                <a:latin typeface="Times New Roman"/>
                <a:cs typeface="Times New Roman"/>
              </a:rPr>
              <a:t>boxes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transpositions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reorder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spreading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local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changes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across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entire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Linear Mixing: Operations like </a:t>
            </a:r>
            <a:r>
              <a:rPr lang="en-US" sz="2000" err="1">
                <a:highlight>
                  <a:srgbClr val="FFFFFF"/>
                </a:highlight>
                <a:latin typeface="Times New Roman"/>
                <a:cs typeface="Times New Roman"/>
              </a:rPr>
              <a:t>ShiftRows</a:t>
            </a:r>
            <a:r>
              <a:rPr lang="en-US" sz="2000">
                <a:highlight>
                  <a:srgbClr val="FFFFFF"/>
                </a:highlight>
                <a:latin typeface="Times New Roman"/>
                <a:cs typeface="Times New Roman"/>
              </a:rPr>
              <a:t> and </a:t>
            </a:r>
            <a:r>
              <a:rPr lang="en-US" sz="2000" err="1">
                <a:highlight>
                  <a:srgbClr val="FFFFFF"/>
                </a:highlight>
                <a:latin typeface="Times New Roman"/>
                <a:cs typeface="Times New Roman"/>
              </a:rPr>
              <a:t>MixColumns</a:t>
            </a:r>
            <a:r>
              <a:rPr lang="en-US" sz="2000">
                <a:highlight>
                  <a:srgbClr val="FFFFFF"/>
                </a:highlight>
                <a:latin typeface="Times New Roman"/>
                <a:cs typeface="Times New Roman"/>
              </a:rPr>
              <a:t> in AES that combine multiple bytes through linear transformations.</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Multiple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Applying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repeatedly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amplifies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their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effect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ensuring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complete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after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several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rounds</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2404723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FD66C0C-C0FD-6EAD-7FA6-127747B2D28B}"/>
              </a:ext>
            </a:extLst>
          </p:cNvPr>
          <p:cNvSpPr>
            <a:spLocks noGrp="1"/>
          </p:cNvSpPr>
          <p:nvPr>
            <p:ph type="title"/>
          </p:nvPr>
        </p:nvSpPr>
        <p:spPr>
          <a:xfrm>
            <a:off x="1371599" y="294538"/>
            <a:ext cx="9895951" cy="1033669"/>
          </a:xfrm>
        </p:spPr>
        <p:txBody>
          <a:bodyPr>
            <a:normAutofit/>
          </a:bodyPr>
          <a:lstStyle/>
          <a:p>
            <a:r>
              <a:rPr lang="ru-RU" sz="3400" b="1" err="1">
                <a:solidFill>
                  <a:srgbClr val="FFFFFF"/>
                </a:solidFill>
                <a:latin typeface="Times New Roman"/>
                <a:cs typeface="Times New Roman"/>
              </a:rPr>
              <a:t>Example</a:t>
            </a:r>
            <a:r>
              <a:rPr lang="ru-RU" sz="3400" b="1">
                <a:solidFill>
                  <a:srgbClr val="FFFFFF"/>
                </a:solidFill>
                <a:latin typeface="Times New Roman"/>
                <a:cs typeface="Times New Roman"/>
              </a:rPr>
              <a:t> 2.2: </a:t>
            </a:r>
            <a:r>
              <a:rPr lang="ru-RU" sz="3400" b="1" err="1">
                <a:solidFill>
                  <a:srgbClr val="FFFFFF"/>
                </a:solidFill>
                <a:latin typeface="Times New Roman"/>
                <a:cs typeface="Times New Roman"/>
              </a:rPr>
              <a:t>Diffusion</a:t>
            </a:r>
            <a:r>
              <a:rPr lang="ru-RU" sz="3400" b="1">
                <a:solidFill>
                  <a:srgbClr val="FFFFFF"/>
                </a:solidFill>
                <a:latin typeface="Times New Roman"/>
                <a:cs typeface="Times New Roman"/>
              </a:rPr>
              <a:t> </a:t>
            </a:r>
            <a:r>
              <a:rPr lang="ru-RU" sz="3400" b="1" err="1">
                <a:solidFill>
                  <a:srgbClr val="FFFFFF"/>
                </a:solidFill>
                <a:latin typeface="Times New Roman"/>
                <a:cs typeface="Times New Roman"/>
              </a:rPr>
              <a:t>Through</a:t>
            </a:r>
            <a:r>
              <a:rPr lang="ru-RU" sz="3400" b="1">
                <a:solidFill>
                  <a:srgbClr val="FFFFFF"/>
                </a:solidFill>
                <a:latin typeface="Times New Roman"/>
                <a:cs typeface="Times New Roman"/>
              </a:rPr>
              <a:t> </a:t>
            </a:r>
            <a:r>
              <a:rPr lang="ru-RU" sz="3400" b="1" err="1">
                <a:solidFill>
                  <a:srgbClr val="FFFFFF"/>
                </a:solidFill>
                <a:latin typeface="Times New Roman"/>
                <a:cs typeface="Times New Roman"/>
              </a:rPr>
              <a:t>Permutation</a:t>
            </a:r>
            <a:endParaRPr lang="ru-RU" sz="34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9D5A915-42F3-DEB0-7D58-8AB20EF90742}"/>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Consider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permuting</a:t>
            </a:r>
            <a:r>
              <a:rPr lang="ru-RU" sz="2000">
                <a:highlight>
                  <a:srgbClr val="FFFFFF"/>
                </a:highlight>
                <a:latin typeface="Times New Roman"/>
                <a:cs typeface="Times New Roman"/>
              </a:rPr>
              <a:t> 8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according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a:t>
            </a:r>
            <a:endParaRPr lang="ru-RU" sz="2000">
              <a:latin typeface="Times New Roman"/>
              <a:cs typeface="Times New Roman"/>
            </a:endParaRPr>
          </a:p>
          <a:p>
            <a:r>
              <a:rPr lang="en-US" sz="2000">
                <a:highlight>
                  <a:srgbClr val="FFFFFF"/>
                </a:highlight>
                <a:latin typeface="Times New Roman"/>
                <a:cs typeface="Times New Roman"/>
              </a:rPr>
              <a:t>Position: 0 1 2 3 4 5 6 7  →  Position: 3 6 1 4 7 2 5 0</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Input:    10110001         →  Output:   11011010</a:t>
            </a:r>
            <a:endParaRPr lang="ru-RU" sz="2000">
              <a:highlight>
                <a:srgbClr val="FFFFFF"/>
              </a:highlight>
              <a:latin typeface="Times New Roman"/>
              <a:cs typeface="Times New Roman"/>
            </a:endParaRPr>
          </a:p>
          <a:p>
            <a:pPr marL="0" indent="0">
              <a:buNone/>
            </a:pPr>
            <a:endParaRPr lang="ru-RU" sz="2000">
              <a:highlight>
                <a:srgbClr val="FFFFFF"/>
              </a:highlight>
              <a:latin typeface="Times New Roman"/>
              <a:cs typeface="Times New Roman"/>
            </a:endParaRPr>
          </a:p>
          <a:p>
            <a:pPr marL="0" indent="0">
              <a:buNone/>
            </a:pPr>
            <a:r>
              <a:rPr lang="ru-RU" sz="2000" err="1">
                <a:highlight>
                  <a:srgbClr val="FFFFFF"/>
                </a:highlight>
                <a:latin typeface="Times New Roman"/>
                <a:cs typeface="Times New Roman"/>
              </a:rPr>
              <a:t>Bit</a:t>
            </a:r>
            <a:r>
              <a:rPr lang="ru-RU" sz="2000">
                <a:highlight>
                  <a:srgbClr val="FFFFFF"/>
                </a:highlight>
                <a:latin typeface="Times New Roman"/>
                <a:cs typeface="Times New Roman"/>
              </a:rPr>
              <a:t> 0 </a:t>
            </a:r>
            <a:r>
              <a:rPr lang="ru-RU" sz="2000" err="1">
                <a:highlight>
                  <a:srgbClr val="FFFFFF"/>
                </a:highlight>
                <a:latin typeface="Times New Roman"/>
                <a:cs typeface="Times New Roman"/>
              </a:rPr>
              <a:t>moves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position</a:t>
            </a:r>
            <a:r>
              <a:rPr lang="ru-RU" sz="2000">
                <a:highlight>
                  <a:srgbClr val="FFFFFF"/>
                </a:highlight>
                <a:latin typeface="Times New Roman"/>
                <a:cs typeface="Times New Roman"/>
              </a:rPr>
              <a:t> 7, </a:t>
            </a:r>
            <a:r>
              <a:rPr lang="ru-RU" sz="2000" err="1">
                <a:highlight>
                  <a:srgbClr val="FFFFFF"/>
                </a:highlight>
                <a:latin typeface="Times New Roman"/>
                <a:cs typeface="Times New Roman"/>
              </a:rPr>
              <a:t>bit</a:t>
            </a:r>
            <a:r>
              <a:rPr lang="ru-RU" sz="2000">
                <a:highlight>
                  <a:srgbClr val="FFFFFF"/>
                </a:highlight>
                <a:latin typeface="Times New Roman"/>
                <a:cs typeface="Times New Roman"/>
              </a:rPr>
              <a:t> 1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position</a:t>
            </a:r>
            <a:r>
              <a:rPr lang="ru-RU" sz="2000">
                <a:highlight>
                  <a:srgbClr val="FFFFFF"/>
                </a:highlight>
                <a:latin typeface="Times New Roman"/>
                <a:cs typeface="Times New Roman"/>
              </a:rPr>
              <a:t> 2, </a:t>
            </a:r>
            <a:r>
              <a:rPr lang="ru-RU" sz="2000" err="1">
                <a:highlight>
                  <a:srgbClr val="FFFFFF"/>
                </a:highlight>
                <a:latin typeface="Times New Roman"/>
                <a:cs typeface="Times New Roman"/>
              </a:rPr>
              <a:t>etc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After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several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combining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substitution</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single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flip</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will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affect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multiple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a:t>
            </a:r>
            <a:endParaRPr lang="ru-RU"/>
          </a:p>
          <a:p>
            <a:endParaRPr lang="ru-RU" sz="2000">
              <a:latin typeface="Times New Roman"/>
              <a:cs typeface="Times New Roman"/>
            </a:endParaRPr>
          </a:p>
        </p:txBody>
      </p:sp>
    </p:spTree>
    <p:extLst>
      <p:ext uri="{BB962C8B-B14F-4D97-AF65-F5344CB8AC3E}">
        <p14:creationId xmlns:p14="http://schemas.microsoft.com/office/powerpoint/2010/main" val="2737993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C53B3D4-090E-7754-1DDE-B6EAD027E4D6}"/>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2.3 </a:t>
            </a:r>
            <a:r>
              <a:rPr lang="ru-RU" sz="4000" b="1" err="1">
                <a:solidFill>
                  <a:srgbClr val="FFFFFF"/>
                </a:solidFill>
                <a:latin typeface="Times New Roman"/>
                <a:cs typeface="Times New Roman"/>
              </a:rPr>
              <a:t>Combining</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Confusion</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and</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Diffusion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7B97E7EC-C4F4-25EA-A4C5-0D9708A33DF6}"/>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Modern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achieve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alternating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across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multiple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rounds</a:t>
            </a:r>
            <a:r>
              <a:rPr lang="ru-RU" sz="2000">
                <a:highlight>
                  <a:srgbClr val="FFFFFF"/>
                </a:highlight>
                <a:latin typeface="Times New Roman"/>
                <a:cs typeface="Times New Roman"/>
              </a:rPr>
              <a:t>:</a:t>
            </a:r>
            <a:endParaRPr lang="ru-RU" sz="2000">
              <a:latin typeface="Times New Roman"/>
              <a:cs typeface="Times New Roman"/>
            </a:endParaRPr>
          </a:p>
          <a:p>
            <a:r>
              <a:rPr lang="ru-RU" sz="2000">
                <a:highlight>
                  <a:srgbClr val="FFFFFF"/>
                </a:highlight>
                <a:latin typeface="Times New Roman"/>
                <a:cs typeface="Times New Roman"/>
              </a:rPr>
              <a:t>Confusion Layer: Apply non-linear substitutions (S-boxes) to introduce non-linearity and obscure key-ciphertext relationships.</a:t>
            </a:r>
          </a:p>
          <a:p>
            <a:r>
              <a:rPr lang="ru-RU" sz="2000">
                <a:highlight>
                  <a:srgbClr val="FFFFFF"/>
                </a:highlight>
                <a:latin typeface="Times New Roman"/>
                <a:cs typeface="Times New Roman"/>
              </a:rPr>
              <a:t>Diffusion Layer: Apply permutations or linear mixing to spread the influence of each bit across the block.</a:t>
            </a:r>
          </a:p>
          <a:p>
            <a:r>
              <a:rPr lang="ru-RU" sz="2000">
                <a:highlight>
                  <a:srgbClr val="FFFFFF"/>
                </a:highlight>
                <a:latin typeface="Times New Roman"/>
                <a:cs typeface="Times New Roman"/>
              </a:rPr>
              <a:t>Key Addition: Mix in round key material, typically through XOR.</a:t>
            </a:r>
          </a:p>
          <a:p>
            <a:r>
              <a:rPr lang="ru-RU" sz="2000">
                <a:highlight>
                  <a:srgbClr val="FFFFFF"/>
                </a:highlight>
                <a:latin typeface="Times New Roman"/>
                <a:cs typeface="Times New Roman"/>
              </a:rPr>
              <a:t>Iteration: Repeat for r rounds. Each round amplifies the effects of confusion and diffusion, eventually achieving complete avalanche across the entire block.</a:t>
            </a:r>
          </a:p>
          <a:p>
            <a:endParaRPr lang="ru-RU" sz="2000">
              <a:latin typeface="Times New Roman"/>
              <a:cs typeface="Times New Roman"/>
            </a:endParaRPr>
          </a:p>
        </p:txBody>
      </p:sp>
    </p:spTree>
    <p:extLst>
      <p:ext uri="{BB962C8B-B14F-4D97-AF65-F5344CB8AC3E}">
        <p14:creationId xmlns:p14="http://schemas.microsoft.com/office/powerpoint/2010/main" val="202471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A268F8-332D-5359-6D05-D6BB730B8D4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CF29BF2-7B07-C302-358C-A84B32A1CE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01942EC-B2E0-30F5-C0D7-9CF199238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6288B4B-9602-2381-9A96-36616E91C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13EE550-1CBD-0A2E-5580-7925F3DD46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7DFB177-2CC6-D098-998D-A0178653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3F54AF-F04A-637B-34B9-56ABDEFFB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387E4DE-C906-EE62-52F0-B37077638819}"/>
              </a:ext>
            </a:extLst>
          </p:cNvPr>
          <p:cNvSpPr>
            <a:spLocks noGrp="1"/>
          </p:cNvSpPr>
          <p:nvPr>
            <p:ph type="title"/>
          </p:nvPr>
        </p:nvSpPr>
        <p:spPr>
          <a:xfrm>
            <a:off x="826396" y="586855"/>
            <a:ext cx="4230100" cy="3387497"/>
          </a:xfrm>
        </p:spPr>
        <p:txBody>
          <a:bodyPr anchor="b">
            <a:normAutofit/>
          </a:bodyPr>
          <a:lstStyle/>
          <a:p>
            <a:pPr algn="r"/>
            <a:r>
              <a:rPr lang="ru-RU" sz="4000" b="1">
                <a:solidFill>
                  <a:srgbClr val="FFFFFF"/>
                </a:solidFill>
                <a:latin typeface="Times New Roman"/>
                <a:cs typeface="Times New Roman"/>
              </a:rPr>
              <a:t>3.Feistel Network </a:t>
            </a:r>
            <a:r>
              <a:rPr lang="ru-RU" sz="4000" b="1" err="1">
                <a:solidFill>
                  <a:srgbClr val="FFFFFF"/>
                </a:solidFill>
                <a:latin typeface="Times New Roman"/>
                <a:cs typeface="Times New Roman"/>
              </a:rPr>
              <a:t>Constructure</a:t>
            </a:r>
          </a:p>
        </p:txBody>
      </p:sp>
      <p:sp>
        <p:nvSpPr>
          <p:cNvPr id="17" name="Объект 2">
            <a:extLst>
              <a:ext uri="{FF2B5EF4-FFF2-40B4-BE49-F238E27FC236}">
                <a16:creationId xmlns:a16="http://schemas.microsoft.com/office/drawing/2014/main" id="{64CA17C6-FC70-69B4-9568-2DE8C787BAA2}"/>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Times New Roman"/>
              </a:rPr>
              <a:t>3.1 </a:t>
            </a:r>
            <a:r>
              <a:rPr lang="ru-RU" sz="2000" b="1" err="1">
                <a:highlight>
                  <a:srgbClr val="FFFFFF"/>
                </a:highlight>
                <a:latin typeface="Times New Roman"/>
                <a:cs typeface="Times New Roman"/>
              </a:rPr>
              <a:t>Feistel</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Structure</a:t>
            </a:r>
          </a:p>
          <a:p>
            <a:r>
              <a:rPr lang="ru-RU" sz="2000" b="1">
                <a:highlight>
                  <a:srgbClr val="FFFFFF"/>
                </a:highlight>
                <a:latin typeface="Times New Roman"/>
                <a:cs typeface="Times New Roman"/>
              </a:rPr>
              <a:t>3.2 </a:t>
            </a:r>
            <a:r>
              <a:rPr lang="ru-RU" sz="2000" b="1" err="1">
                <a:highlight>
                  <a:srgbClr val="FFFFFF"/>
                </a:highlight>
                <a:latin typeface="Times New Roman"/>
                <a:cs typeface="Times New Roman"/>
              </a:rPr>
              <a:t>Decryption</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in</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Feistel</a:t>
            </a:r>
            <a:r>
              <a:rPr lang="ru-RU" sz="2000" b="1">
                <a:highlight>
                  <a:srgbClr val="FFFFFF"/>
                </a:highlight>
                <a:latin typeface="Times New Roman"/>
                <a:cs typeface="Times New Roman"/>
              </a:rPr>
              <a:t> Networks</a:t>
            </a:r>
          </a:p>
          <a:p>
            <a:r>
              <a:rPr lang="ru-RU" sz="2000" b="1">
                <a:highlight>
                  <a:srgbClr val="FFFFFF"/>
                </a:highlight>
                <a:latin typeface="Times New Roman"/>
                <a:cs typeface="Times New Roman"/>
              </a:rPr>
              <a:t>3.3 </a:t>
            </a:r>
            <a:r>
              <a:rPr lang="ru-RU" sz="2000" b="1" err="1">
                <a:highlight>
                  <a:srgbClr val="FFFFFF"/>
                </a:highlight>
                <a:latin typeface="Times New Roman"/>
                <a:cs typeface="Times New Roman"/>
              </a:rPr>
              <a:t>Advantages</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of</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Feistel</a:t>
            </a:r>
            <a:r>
              <a:rPr lang="ru-RU" sz="2000" b="1">
                <a:highlight>
                  <a:srgbClr val="FFFFFF"/>
                </a:highlight>
                <a:latin typeface="Times New Roman"/>
                <a:cs typeface="Times New Roman"/>
              </a:rPr>
              <a:t> Construction </a:t>
            </a: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28540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B3EAD5D-4BEA-C7B1-A628-FBB4044B01F4}"/>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3.Feistel Network </a:t>
            </a:r>
            <a:r>
              <a:rPr lang="ru-RU" sz="4000" b="1" err="1">
                <a:solidFill>
                  <a:srgbClr val="FFFFFF"/>
                </a:solidFill>
                <a:latin typeface="Times New Roman"/>
                <a:cs typeface="Times New Roman"/>
              </a:rPr>
              <a:t>Constructure</a:t>
            </a:r>
            <a:endParaRPr lang="ru-RU" sz="40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0C95F293-0113-201B-C36C-0561E797D516}"/>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latin typeface="Times New Roman"/>
                <a:cs typeface="Times New Roman"/>
              </a:rPr>
              <a:t>The Feistel network, invented by Horst Feistel at IBM in the 1970s, provides an elegant framework for constructing block ciphers from simpler round functions. This design underpins DES and many other ciphers</a:t>
            </a:r>
          </a:p>
        </p:txBody>
      </p:sp>
    </p:spTree>
    <p:extLst>
      <p:ext uri="{BB962C8B-B14F-4D97-AF65-F5344CB8AC3E}">
        <p14:creationId xmlns:p14="http://schemas.microsoft.com/office/powerpoint/2010/main" val="1455375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38F9F1F-4162-BF2B-30A3-14CD89843FA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3.1 </a:t>
            </a:r>
            <a:r>
              <a:rPr lang="ru-RU" sz="4000" b="1" err="1">
                <a:solidFill>
                  <a:srgbClr val="FFFFFF"/>
                </a:solidFill>
                <a:latin typeface="Times New Roman"/>
                <a:cs typeface="Times New Roman"/>
              </a:rPr>
              <a:t>Feistel</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Structure</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4A33F513-63F2-08D2-EE93-742EF4DAB316}"/>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3.1 (Feistel Network): </a:t>
            </a:r>
            <a:r>
              <a:rPr lang="en-US" sz="2000">
                <a:highlight>
                  <a:srgbClr val="FFFFFF"/>
                </a:highlight>
                <a:latin typeface="Times New Roman"/>
                <a:cs typeface="Times New Roman"/>
              </a:rPr>
              <a:t>A Feistel network is a symmetric structure for constructing a block cipher from a round function F. The block is divided into two equal halves (L, R). In each round </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one half is transformed using the round function with round key kᵢ, then XORed with the other half:</a:t>
            </a:r>
            <a:endParaRPr lang="ru-RU" sz="2000">
              <a:highlight>
                <a:srgbClr val="FFFFFF"/>
              </a:highlight>
              <a:latin typeface="Times New Roman"/>
              <a:cs typeface="Times New Roman"/>
            </a:endParaRPr>
          </a:p>
          <a:p>
            <a:pPr marL="0" indent="0">
              <a:buNone/>
            </a:pPr>
            <a:r>
              <a:rPr lang="ru-RU" sz="2000">
                <a:highlight>
                  <a:srgbClr val="FFFFFF"/>
                </a:highlight>
                <a:latin typeface="Times New Roman"/>
                <a:cs typeface="Times New Roman"/>
              </a:rPr>
              <a:t>   Lᵢ₊₁ = Rᵢ</a:t>
            </a:r>
          </a:p>
          <a:p>
            <a:pPr marL="0" indent="0">
              <a:buNone/>
            </a:pPr>
            <a:r>
              <a:rPr lang="en-US" sz="2000">
                <a:highlight>
                  <a:srgbClr val="FFFFFF"/>
                </a:highlight>
                <a:latin typeface="Times New Roman"/>
                <a:cs typeface="Times New Roman"/>
              </a:rPr>
              <a:t>   Rᵢ₊₁ = Lᵢ ⊕ F(Rᵢ, kᵢ)</a:t>
            </a:r>
            <a:endParaRPr lang="ru-RU" sz="2000">
              <a:highlight>
                <a:srgbClr val="FFFFFF"/>
              </a:highlight>
              <a:latin typeface="Times New Roman"/>
              <a:cs typeface="Times New Roman"/>
            </a:endParaRPr>
          </a:p>
          <a:p>
            <a:endParaRPr lang="en-US" sz="2000">
              <a:highlight>
                <a:srgbClr val="FFFFFF"/>
              </a:highlight>
              <a:latin typeface="Times New Roman"/>
              <a:cs typeface="Times New Roman"/>
            </a:endParaRPr>
          </a:p>
          <a:p>
            <a:r>
              <a:rPr lang="en-US" sz="2000">
                <a:highlight>
                  <a:srgbClr val="FFFFFF"/>
                </a:highlight>
                <a:latin typeface="Times New Roman"/>
                <a:cs typeface="Times New Roman"/>
              </a:rPr>
              <a:t>Key Insight: The Feistel structure is invertible regardless of whether the round function F is invertible. This allows the use of non-invertible, one-way functions as components.</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348520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F3F3C22-151A-F2B9-55BD-16B8B61606C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3.2 </a:t>
            </a:r>
            <a:r>
              <a:rPr lang="ru-RU" sz="4000" b="1" err="1">
                <a:solidFill>
                  <a:srgbClr val="FFFFFF"/>
                </a:solidFill>
                <a:latin typeface="Times New Roman"/>
                <a:cs typeface="Times New Roman"/>
              </a:rPr>
              <a:t>Decryption</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in</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Feistel</a:t>
            </a:r>
            <a:r>
              <a:rPr lang="ru-RU" sz="4000" b="1">
                <a:solidFill>
                  <a:srgbClr val="FFFFFF"/>
                </a:solidFill>
                <a:latin typeface="Times New Roman"/>
                <a:cs typeface="Times New Roman"/>
              </a:rPr>
              <a:t> Networks</a:t>
            </a:r>
          </a:p>
        </p:txBody>
      </p:sp>
      <p:sp>
        <p:nvSpPr>
          <p:cNvPr id="3" name="Объект 2">
            <a:extLst>
              <a:ext uri="{FF2B5EF4-FFF2-40B4-BE49-F238E27FC236}">
                <a16:creationId xmlns:a16="http://schemas.microsoft.com/office/drawing/2014/main" id="{066135D6-F183-F138-8797-BD2F662BD79B}"/>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err="1">
                <a:highlight>
                  <a:srgbClr val="FFFFFF"/>
                </a:highlight>
                <a:latin typeface="Times New Roman"/>
                <a:cs typeface="Times New Roman"/>
              </a:rPr>
              <a:t>Theorem</a:t>
            </a:r>
            <a:r>
              <a:rPr lang="ru-RU" sz="2000" b="1">
                <a:highlight>
                  <a:srgbClr val="FFFFFF"/>
                </a:highlight>
                <a:latin typeface="Times New Roman"/>
                <a:cs typeface="Times New Roman"/>
              </a:rPr>
              <a:t> 3.1 (</a:t>
            </a:r>
            <a:r>
              <a:rPr lang="ru-RU" sz="2000" b="1" err="1">
                <a:highlight>
                  <a:srgbClr val="FFFFFF"/>
                </a:highlight>
                <a:latin typeface="Times New Roman"/>
                <a:cs typeface="Times New Roman"/>
              </a:rPr>
              <a:t>Feistel</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Invertibility</a:t>
            </a:r>
            <a:r>
              <a:rPr lang="ru-RU" sz="2000" b="1">
                <a:highlight>
                  <a:srgbClr val="FFFFFF"/>
                </a:highlight>
                <a:latin typeface="Times New Roman"/>
                <a:cs typeface="Times New Roman"/>
              </a:rPr>
              <a:t>): </a:t>
            </a:r>
            <a:r>
              <a:rPr lang="ru-RU" sz="2000" err="1">
                <a:highlight>
                  <a:srgbClr val="FFFFFF"/>
                </a:highlight>
                <a:latin typeface="Times New Roman"/>
                <a:cs typeface="Times New Roman"/>
              </a:rPr>
              <a:t>Decryption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Feistel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network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same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structure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applies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reverse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order</a:t>
            </a:r>
            <a:r>
              <a:rPr lang="ru-RU" sz="2000">
                <a:highlight>
                  <a:srgbClr val="FFFFFF"/>
                </a:highlight>
                <a:latin typeface="Times New Roman"/>
                <a:cs typeface="Times New Roman"/>
              </a:rPr>
              <a:t>.</a:t>
            </a:r>
          </a:p>
          <a:p>
            <a:r>
              <a:rPr lang="en-US" sz="2000" b="1">
                <a:highlight>
                  <a:srgbClr val="FFFFFF"/>
                </a:highlight>
                <a:latin typeface="Times New Roman"/>
                <a:cs typeface="Times New Roman"/>
              </a:rPr>
              <a:t>Proof: </a:t>
            </a:r>
            <a:r>
              <a:rPr lang="en-US" sz="2000">
                <a:highlight>
                  <a:srgbClr val="FFFFFF"/>
                </a:highlight>
                <a:latin typeface="Times New Roman"/>
                <a:cs typeface="Times New Roman"/>
              </a:rPr>
              <a:t>Given ciphertext (L_{r+1}, R_{r+1}) after r rounds, reverse round </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by:</a:t>
            </a:r>
            <a:endParaRPr lang="ru-RU" sz="2000">
              <a:highlight>
                <a:srgbClr val="FFFFFF"/>
              </a:highlight>
              <a:latin typeface="Times New Roman"/>
              <a:cs typeface="Times New Roman"/>
            </a:endParaRPr>
          </a:p>
          <a:p>
            <a:pPr marL="0" indent="0">
              <a:buNone/>
            </a:pPr>
            <a:r>
              <a:rPr lang="ru-RU" sz="2000">
                <a:highlight>
                  <a:srgbClr val="FFFFFF"/>
                </a:highlight>
                <a:latin typeface="Times New Roman"/>
                <a:cs typeface="Times New Roman"/>
              </a:rPr>
              <a:t>  Rᵢ = Lᵢ₊₁</a:t>
            </a:r>
          </a:p>
          <a:p>
            <a:pPr marL="0" indent="0">
              <a:buNone/>
            </a:pPr>
            <a:r>
              <a:rPr lang="en-US" sz="2000">
                <a:highlight>
                  <a:srgbClr val="FFFFFF"/>
                </a:highlight>
                <a:latin typeface="Times New Roman"/>
                <a:cs typeface="Times New Roman"/>
              </a:rPr>
              <a:t>  Lᵢ = Rᵢ₊₁ ⊕ F(Rᵢ, kᵢ) = Rᵢ₊₁ ⊕ F(Lᵢ₊₁, kᵢ)</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The XOR </a:t>
            </a:r>
            <a:r>
              <a:rPr lang="ru-RU" sz="2000" err="1">
                <a:highlight>
                  <a:srgbClr val="FFFFFF"/>
                </a:highlight>
                <a:latin typeface="Times New Roman"/>
                <a:cs typeface="Times New Roman"/>
              </a:rPr>
              <a:t>operation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self-inverse</a:t>
            </a:r>
            <a:r>
              <a:rPr lang="ru-RU" sz="2000">
                <a:highlight>
                  <a:srgbClr val="FFFFFF"/>
                </a:highlight>
                <a:latin typeface="Times New Roman"/>
                <a:cs typeface="Times New Roman"/>
              </a:rPr>
              <a:t>: A ⊕ B ⊕ B = A. </a:t>
            </a:r>
            <a:r>
              <a:rPr lang="ru-RU" sz="2000" err="1">
                <a:highlight>
                  <a:srgbClr val="FFFFFF"/>
                </a:highlight>
                <a:latin typeface="Times New Roman"/>
                <a:cs typeface="Times New Roman"/>
              </a:rPr>
              <a:t>Thus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applying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reverse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order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same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recovers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original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268712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DDC4F38-EF51-717B-5398-02D0ECA4D7A3}"/>
              </a:ext>
            </a:extLst>
          </p:cNvPr>
          <p:cNvSpPr>
            <a:spLocks noGrp="1"/>
          </p:cNvSpPr>
          <p:nvPr>
            <p:ph type="title"/>
          </p:nvPr>
        </p:nvSpPr>
        <p:spPr>
          <a:xfrm>
            <a:off x="1371599" y="294538"/>
            <a:ext cx="9895951" cy="1033669"/>
          </a:xfrm>
        </p:spPr>
        <p:txBody>
          <a:bodyPr>
            <a:normAutofit/>
          </a:bodyPr>
          <a:lstStyle/>
          <a:p>
            <a:r>
              <a:rPr lang="ru-RU" sz="3700" b="1" err="1">
                <a:solidFill>
                  <a:srgbClr val="FFFFFF"/>
                </a:solidFill>
                <a:latin typeface="Times New Roman"/>
                <a:cs typeface="Times New Roman"/>
              </a:rPr>
              <a:t>Example</a:t>
            </a:r>
            <a:r>
              <a:rPr lang="ru-RU" sz="3700" b="1">
                <a:solidFill>
                  <a:srgbClr val="FFFFFF"/>
                </a:solidFill>
                <a:latin typeface="Times New Roman"/>
                <a:cs typeface="Times New Roman"/>
              </a:rPr>
              <a:t> 3.1: </a:t>
            </a:r>
            <a:r>
              <a:rPr lang="ru-RU" sz="3700" b="1" err="1">
                <a:solidFill>
                  <a:srgbClr val="FFFFFF"/>
                </a:solidFill>
                <a:latin typeface="Times New Roman"/>
                <a:cs typeface="Times New Roman"/>
              </a:rPr>
              <a:t>Three-Round</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Feistel</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Cipher</a:t>
            </a:r>
            <a:endParaRPr lang="ru-RU" sz="37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56FA9913-666D-6A3A-84C7-4E358E867419}"/>
              </a:ext>
            </a:extLst>
          </p:cNvPr>
          <p:cNvSpPr>
            <a:spLocks noGrp="1"/>
          </p:cNvSpPr>
          <p:nvPr>
            <p:ph idx="1"/>
          </p:nvPr>
        </p:nvSpPr>
        <p:spPr>
          <a:xfrm>
            <a:off x="1371599" y="2511237"/>
            <a:ext cx="9724031" cy="3683358"/>
          </a:xfrm>
        </p:spPr>
        <p:txBody>
          <a:bodyPr vert="horz" lIns="91440" tIns="45720" rIns="91440" bIns="45720" rtlCol="0" anchor="ctr">
            <a:noAutofit/>
          </a:bodyPr>
          <a:lstStyle/>
          <a:p>
            <a:r>
              <a:rPr lang="ru-RU" sz="2400" err="1">
                <a:highlight>
                  <a:srgbClr val="FFFFFF"/>
                </a:highlight>
                <a:latin typeface="Times New Roman"/>
                <a:cs typeface="Times New Roman"/>
              </a:rPr>
              <a:t>Plaintext</a:t>
            </a:r>
            <a:r>
              <a:rPr lang="ru-RU" sz="2400">
                <a:highlight>
                  <a:srgbClr val="FFFFFF"/>
                </a:highlight>
                <a:latin typeface="Times New Roman"/>
                <a:cs typeface="Times New Roman"/>
              </a:rPr>
              <a:t>: (L₀ = 1010, R₀ = 1100)</a:t>
            </a:r>
            <a:endParaRPr lang="ru-RU" sz="2400"/>
          </a:p>
          <a:p>
            <a:r>
              <a:rPr lang="en-US" sz="2400">
                <a:highlight>
                  <a:srgbClr val="FFFFFF"/>
                </a:highlight>
                <a:latin typeface="Times New Roman"/>
                <a:cs typeface="Times New Roman"/>
              </a:rPr>
              <a:t>Round function F(x, k) = (x ⊕ k) mod 16 (simplified)</a:t>
            </a:r>
            <a:endParaRPr lang="ru-RU" sz="2400">
              <a:highlight>
                <a:srgbClr val="FFFFFF"/>
              </a:highlight>
              <a:latin typeface="Times New Roman"/>
              <a:cs typeface="Times New Roman"/>
            </a:endParaRPr>
          </a:p>
          <a:p>
            <a:r>
              <a:rPr lang="ru-RU" sz="2400" err="1">
                <a:highlight>
                  <a:srgbClr val="FFFFFF"/>
                </a:highlight>
                <a:latin typeface="Times New Roman"/>
                <a:cs typeface="Times New Roman"/>
              </a:rPr>
              <a:t>Keys</a:t>
            </a:r>
            <a:r>
              <a:rPr lang="ru-RU" sz="2400">
                <a:highlight>
                  <a:srgbClr val="FFFFFF"/>
                </a:highlight>
                <a:latin typeface="Times New Roman"/>
                <a:cs typeface="Times New Roman"/>
              </a:rPr>
              <a:t>: k₁ = 0011, k₂ = 1001, k₃ = 0110</a:t>
            </a:r>
          </a:p>
          <a:p>
            <a:r>
              <a:rPr lang="ru-RU" sz="2400" err="1">
                <a:highlight>
                  <a:srgbClr val="FFFFFF"/>
                </a:highlight>
                <a:latin typeface="Times New Roman"/>
                <a:cs typeface="Times New Roman"/>
              </a:rPr>
              <a:t>Round</a:t>
            </a:r>
            <a:r>
              <a:rPr lang="ru-RU" sz="2400">
                <a:highlight>
                  <a:srgbClr val="FFFFFF"/>
                </a:highlight>
                <a:latin typeface="Times New Roman"/>
                <a:cs typeface="Times New Roman"/>
              </a:rPr>
              <a:t> 1:</a:t>
            </a:r>
          </a:p>
          <a:p>
            <a:pPr lvl="1">
              <a:buFont typeface="Courier New" panose="020B0604020202020204" pitchFamily="34" charset="0"/>
              <a:buChar char="o"/>
            </a:pPr>
            <a:r>
              <a:rPr lang="ru-RU" sz="1200">
                <a:highlight>
                  <a:srgbClr val="FFFFFF"/>
                </a:highlight>
                <a:latin typeface="Times New Roman"/>
                <a:cs typeface="Times New Roman"/>
              </a:rPr>
              <a:t>L₁ = R₀ = 1100</a:t>
            </a:r>
          </a:p>
          <a:p>
            <a:pPr lvl="1">
              <a:buFont typeface="Courier New" panose="020B0604020202020204" pitchFamily="34" charset="0"/>
              <a:buChar char="o"/>
            </a:pPr>
            <a:r>
              <a:rPr lang="en-US" sz="1200">
                <a:highlight>
                  <a:srgbClr val="FFFFFF"/>
                </a:highlight>
                <a:latin typeface="Times New Roman"/>
                <a:cs typeface="Times New Roman"/>
              </a:rPr>
              <a:t>R₁ = L₀ ⊕ F(R₀, k₁) = 1010 ⊕ F(1100, 0011) = 1010 ⊕ 1111 = 0101</a:t>
            </a:r>
            <a:endParaRPr lang="ru-RU" sz="1200">
              <a:highlight>
                <a:srgbClr val="FFFFFF"/>
              </a:highlight>
              <a:latin typeface="Times New Roman"/>
              <a:cs typeface="Times New Roman"/>
            </a:endParaRPr>
          </a:p>
          <a:p>
            <a:r>
              <a:rPr lang="ru-RU" sz="2400" err="1">
                <a:highlight>
                  <a:srgbClr val="FFFFFF"/>
                </a:highlight>
                <a:latin typeface="Times New Roman"/>
                <a:cs typeface="Times New Roman"/>
              </a:rPr>
              <a:t>Round</a:t>
            </a:r>
            <a:r>
              <a:rPr lang="ru-RU" sz="2400">
                <a:highlight>
                  <a:srgbClr val="FFFFFF"/>
                </a:highlight>
                <a:latin typeface="Times New Roman"/>
                <a:cs typeface="Times New Roman"/>
              </a:rPr>
              <a:t> 2:</a:t>
            </a:r>
          </a:p>
          <a:p>
            <a:pPr lvl="1">
              <a:buFont typeface="Courier New" panose="020B0604020202020204" pitchFamily="34" charset="0"/>
              <a:buChar char="o"/>
            </a:pPr>
            <a:r>
              <a:rPr lang="ru-RU" sz="1200">
                <a:highlight>
                  <a:srgbClr val="FFFFFF"/>
                </a:highlight>
                <a:latin typeface="Times New Roman"/>
                <a:cs typeface="Times New Roman"/>
              </a:rPr>
              <a:t>L₂ = R₁ = 0101</a:t>
            </a:r>
          </a:p>
          <a:p>
            <a:pPr lvl="1">
              <a:buFont typeface="Courier New" panose="020B0604020202020204" pitchFamily="34" charset="0"/>
              <a:buChar char="o"/>
            </a:pPr>
            <a:r>
              <a:rPr lang="en-US" sz="1200">
                <a:highlight>
                  <a:srgbClr val="FFFFFF"/>
                </a:highlight>
                <a:latin typeface="Times New Roman"/>
                <a:cs typeface="Times New Roman"/>
              </a:rPr>
              <a:t>R₂ = L₁ ⊕ F(R₁, k₂) = 1100 ⊕ F(0101, 1001) = 1100 ⊕ 1100 = 0000</a:t>
            </a:r>
            <a:endParaRPr lang="ru-RU" sz="1200">
              <a:highlight>
                <a:srgbClr val="FFFFFF"/>
              </a:highlight>
              <a:latin typeface="Times New Roman"/>
              <a:cs typeface="Times New Roman"/>
            </a:endParaRPr>
          </a:p>
          <a:p>
            <a:r>
              <a:rPr lang="ru-RU" sz="2400" err="1">
                <a:highlight>
                  <a:srgbClr val="FFFFFF"/>
                </a:highlight>
                <a:latin typeface="Times New Roman"/>
                <a:cs typeface="Times New Roman"/>
              </a:rPr>
              <a:t>Round</a:t>
            </a:r>
            <a:r>
              <a:rPr lang="ru-RU" sz="2400">
                <a:highlight>
                  <a:srgbClr val="FFFFFF"/>
                </a:highlight>
                <a:latin typeface="Times New Roman"/>
                <a:cs typeface="Times New Roman"/>
              </a:rPr>
              <a:t> 3:</a:t>
            </a:r>
          </a:p>
          <a:p>
            <a:pPr lvl="1">
              <a:buFont typeface="Courier New" panose="020B0604020202020204" pitchFamily="34" charset="0"/>
              <a:buChar char="o"/>
            </a:pPr>
            <a:r>
              <a:rPr lang="ru-RU" sz="1200">
                <a:highlight>
                  <a:srgbClr val="FFFFFF"/>
                </a:highlight>
                <a:latin typeface="Times New Roman"/>
                <a:cs typeface="Times New Roman"/>
              </a:rPr>
              <a:t>L₃ = R₂ = 0000</a:t>
            </a:r>
          </a:p>
          <a:p>
            <a:pPr lvl="1">
              <a:buFont typeface="Courier New" panose="020B0604020202020204" pitchFamily="34" charset="0"/>
              <a:buChar char="o"/>
            </a:pPr>
            <a:r>
              <a:rPr lang="en-US" sz="1200">
                <a:highlight>
                  <a:srgbClr val="FFFFFF"/>
                </a:highlight>
                <a:latin typeface="Times New Roman"/>
                <a:cs typeface="Times New Roman"/>
              </a:rPr>
              <a:t>R₃ = L₂ ⊕ F(R₂, k₃) = 0101 ⊕ F(0000, 0110) = 0101 ⊕ 0110 = 0011</a:t>
            </a:r>
            <a:endParaRPr lang="ru-RU" sz="1200">
              <a:highlight>
                <a:srgbClr val="FFFFFF"/>
              </a:highlight>
              <a:latin typeface="Times New Roman"/>
              <a:cs typeface="Times New Roman"/>
            </a:endParaRPr>
          </a:p>
          <a:p>
            <a:r>
              <a:rPr lang="ru-RU" sz="2400" err="1">
                <a:highlight>
                  <a:srgbClr val="FFFFFF"/>
                </a:highlight>
                <a:latin typeface="Times New Roman"/>
                <a:cs typeface="Times New Roman"/>
              </a:rPr>
              <a:t>Ciphertext</a:t>
            </a:r>
            <a:r>
              <a:rPr lang="ru-RU" sz="2400">
                <a:highlight>
                  <a:srgbClr val="FFFFFF"/>
                </a:highlight>
                <a:latin typeface="Times New Roman"/>
                <a:cs typeface="Times New Roman"/>
              </a:rPr>
              <a:t>: (L₃ = 0000, R₃ = 0011)</a:t>
            </a:r>
            <a:endParaRPr lang="ru-RU" sz="2400"/>
          </a:p>
          <a:p>
            <a:endParaRPr lang="ru-RU" sz="2400">
              <a:latin typeface="Times New Roman"/>
              <a:cs typeface="Times New Roman"/>
            </a:endParaRPr>
          </a:p>
        </p:txBody>
      </p:sp>
    </p:spTree>
    <p:extLst>
      <p:ext uri="{BB962C8B-B14F-4D97-AF65-F5344CB8AC3E}">
        <p14:creationId xmlns:p14="http://schemas.microsoft.com/office/powerpoint/2010/main" val="231468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4B8712B-CCB0-0A7C-46B6-82E07C253540}"/>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3.3 </a:t>
            </a:r>
            <a:r>
              <a:rPr lang="ru-RU" sz="4000" b="1" err="1">
                <a:solidFill>
                  <a:srgbClr val="FFFFFF"/>
                </a:solidFill>
                <a:latin typeface="Times New Roman"/>
                <a:cs typeface="Times New Roman"/>
              </a:rPr>
              <a:t>Advantages</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of</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Feistel</a:t>
            </a:r>
            <a:r>
              <a:rPr lang="ru-RU" sz="4000" b="1">
                <a:solidFill>
                  <a:srgbClr val="FFFFFF"/>
                </a:solidFill>
                <a:latin typeface="Times New Roman"/>
                <a:cs typeface="Times New Roman"/>
              </a:rPr>
              <a:t> Construction</a:t>
            </a:r>
          </a:p>
        </p:txBody>
      </p:sp>
      <p:sp>
        <p:nvSpPr>
          <p:cNvPr id="3" name="Объект 2">
            <a:extLst>
              <a:ext uri="{FF2B5EF4-FFF2-40B4-BE49-F238E27FC236}">
                <a16:creationId xmlns:a16="http://schemas.microsoft.com/office/drawing/2014/main" id="{9B328D5C-572D-6A5F-81A6-309C03EE6610}"/>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err="1">
                <a:highlight>
                  <a:srgbClr val="FFFFFF"/>
                </a:highlight>
                <a:latin typeface="Times New Roman"/>
                <a:cs typeface="Times New Roman"/>
              </a:rPr>
              <a:t>Identical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a:t>
            </a:r>
            <a:r>
              <a:rPr lang="ru-RU" sz="2000" err="1">
                <a:highlight>
                  <a:srgbClr val="FFFFFF"/>
                </a:highlight>
                <a:latin typeface="Times New Roman"/>
                <a:cs typeface="Times New Roman"/>
              </a:rPr>
              <a:t>Decryption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Structure</a:t>
            </a:r>
            <a:r>
              <a:rPr lang="ru-RU" sz="2000">
                <a:highlight>
                  <a:srgbClr val="FFFFFF"/>
                </a:highlight>
                <a:latin typeface="Times New Roman"/>
                <a:cs typeface="Times New Roman"/>
              </a:rPr>
              <a:t>: The </a:t>
            </a:r>
            <a:r>
              <a:rPr lang="ru-RU" sz="2000" err="1">
                <a:highlight>
                  <a:srgbClr val="FFFFFF"/>
                </a:highlight>
                <a:latin typeface="Times New Roman"/>
                <a:cs typeface="Times New Roman"/>
              </a:rPr>
              <a:t>same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hardware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software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both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reducing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implementation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complexity</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No Requirement for Invertible F: The round function need not be invertible, allowing greater flexibility in design. Complex, non-linear functions can be used.</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Proven Framework: Many ciphers (DES, Blowfish, </a:t>
            </a:r>
            <a:r>
              <a:rPr lang="en-US" sz="2000" err="1">
                <a:highlight>
                  <a:srgbClr val="FFFFFF"/>
                </a:highlight>
                <a:latin typeface="Times New Roman"/>
                <a:cs typeface="Times New Roman"/>
              </a:rPr>
              <a:t>Twofish</a:t>
            </a:r>
            <a:r>
              <a:rPr lang="en-US" sz="2000">
                <a:highlight>
                  <a:srgbClr val="FFFFFF"/>
                </a:highlight>
                <a:latin typeface="Times New Roman"/>
                <a:cs typeface="Times New Roman"/>
              </a:rPr>
              <a:t>, Camellia) successfully employ this structure.</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Security Analysis: Well-studied theoretical properties facilitate security evaluation.</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264721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007F53-2E94-7804-B975-AC2D37FDFCC2}"/>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172F3E6-D2E9-BC80-FD4A-C73C2181E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B4B161A-ECF5-D8BF-599E-F453154AC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89F60B8-DB86-98DD-DEEA-DA2F9CDB4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5AD91DB-EA01-0AA3-6679-EE618A43B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06B178E-C144-91A3-5884-2BC7F2A95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027B73C-0F19-08D0-AF18-35287FECCE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BC94E64-46D9-3DAA-D0C3-6340B1EC8575}"/>
              </a:ext>
            </a:extLst>
          </p:cNvPr>
          <p:cNvSpPr>
            <a:spLocks noGrp="1"/>
          </p:cNvSpPr>
          <p:nvPr>
            <p:ph type="title"/>
          </p:nvPr>
        </p:nvSpPr>
        <p:spPr>
          <a:xfrm>
            <a:off x="826396" y="586855"/>
            <a:ext cx="4230100" cy="3387497"/>
          </a:xfrm>
        </p:spPr>
        <p:txBody>
          <a:bodyPr anchor="b">
            <a:normAutofit/>
          </a:bodyPr>
          <a:lstStyle/>
          <a:p>
            <a:pPr algn="r"/>
            <a:r>
              <a:rPr lang="ru-RU" sz="4000" b="1">
                <a:solidFill>
                  <a:srgbClr val="FFFFFF"/>
                </a:solidFill>
                <a:latin typeface="Times New Roman"/>
                <a:cs typeface="Times New Roman"/>
              </a:rPr>
              <a:t>4.Data </a:t>
            </a:r>
            <a:r>
              <a:rPr lang="ru-RU" sz="4000" b="1" err="1">
                <a:solidFill>
                  <a:srgbClr val="FFFFFF"/>
                </a:solidFill>
                <a:latin typeface="Times New Roman"/>
                <a:cs typeface="Times New Roman"/>
              </a:rPr>
              <a:t>Encryption</a:t>
            </a:r>
            <a:r>
              <a:rPr lang="ru-RU" sz="4000" b="1">
                <a:solidFill>
                  <a:srgbClr val="FFFFFF"/>
                </a:solidFill>
                <a:latin typeface="Times New Roman"/>
                <a:cs typeface="Times New Roman"/>
              </a:rPr>
              <a:t> Standard</a:t>
            </a:r>
          </a:p>
        </p:txBody>
      </p:sp>
      <p:sp>
        <p:nvSpPr>
          <p:cNvPr id="17" name="Объект 2">
            <a:extLst>
              <a:ext uri="{FF2B5EF4-FFF2-40B4-BE49-F238E27FC236}">
                <a16:creationId xmlns:a16="http://schemas.microsoft.com/office/drawing/2014/main" id="{75C81BC6-ABBA-1F39-F3BC-4FC3BFE1D3E9}"/>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Times New Roman"/>
              </a:rPr>
              <a:t>4.1 DES </a:t>
            </a:r>
            <a:r>
              <a:rPr lang="ru-RU" sz="2000" b="1" err="1">
                <a:highlight>
                  <a:srgbClr val="FFFFFF"/>
                </a:highlight>
                <a:latin typeface="Times New Roman"/>
                <a:cs typeface="Times New Roman"/>
              </a:rPr>
              <a:t>Specifications</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4.2 DES </a:t>
            </a:r>
            <a:r>
              <a:rPr lang="ru-RU" sz="2000" b="1" err="1">
                <a:highlight>
                  <a:srgbClr val="FFFFFF"/>
                </a:highlight>
                <a:latin typeface="Times New Roman"/>
                <a:cs typeface="Times New Roman"/>
              </a:rPr>
              <a:t>Algorithm</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Structure</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4.3 DES </a:t>
            </a:r>
            <a:r>
              <a:rPr lang="ru-RU" sz="2000" b="1" err="1">
                <a:highlight>
                  <a:srgbClr val="FFFFFF"/>
                </a:highlight>
                <a:latin typeface="Times New Roman"/>
                <a:cs typeface="Times New Roman"/>
              </a:rPr>
              <a:t>Round</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Function</a:t>
            </a:r>
            <a:r>
              <a:rPr lang="ru-RU" sz="2000" b="1">
                <a:highlight>
                  <a:srgbClr val="FFFFFF"/>
                </a:highlight>
                <a:latin typeface="Times New Roman"/>
                <a:cs typeface="Times New Roman"/>
              </a:rPr>
              <a:t> F</a:t>
            </a:r>
          </a:p>
          <a:p>
            <a:r>
              <a:rPr lang="ru-RU" sz="2000" b="1">
                <a:latin typeface="Times New Roman"/>
                <a:cs typeface="Times New Roman"/>
              </a:rPr>
              <a:t>4.4 DES Key </a:t>
            </a:r>
            <a:r>
              <a:rPr lang="ru-RU" sz="2000" b="1" err="1">
                <a:latin typeface="Times New Roman"/>
                <a:cs typeface="Times New Roman"/>
              </a:rPr>
              <a:t>Schedule</a:t>
            </a:r>
            <a:endParaRPr lang="ru-RU" sz="2000" b="1">
              <a:latin typeface="Times New Roman"/>
              <a:cs typeface="Times New Roman"/>
            </a:endParaRPr>
          </a:p>
          <a:p>
            <a:r>
              <a:rPr lang="ru-RU" sz="2000" b="1">
                <a:latin typeface="Times New Roman"/>
                <a:cs typeface="Times New Roman"/>
              </a:rPr>
              <a:t>4.5 Security Analysis </a:t>
            </a:r>
            <a:r>
              <a:rPr lang="ru-RU" sz="2000" b="1" err="1">
                <a:latin typeface="Times New Roman"/>
                <a:cs typeface="Times New Roman"/>
              </a:rPr>
              <a:t>of</a:t>
            </a:r>
            <a:r>
              <a:rPr lang="ru-RU" sz="2000" b="1">
                <a:latin typeface="Times New Roman"/>
                <a:cs typeface="Times New Roman"/>
              </a:rPr>
              <a:t> DES</a:t>
            </a: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328868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60C2108-109F-E901-53AB-837C0BE4EF17}"/>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4.Data Encryption Standard</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4699EC85-2557-D8C1-96C7-CE408FC7308A}"/>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a:highlight>
                  <a:srgbClr val="FFFFFF"/>
                </a:highlight>
                <a:latin typeface="Times New Roman"/>
                <a:cs typeface="Times New Roman"/>
              </a:rPr>
              <a:t>The Data Encryption Standard (DES), adopted by NIST in 1977, was the first publicly standardized block cipher. Despite being superseded by AES, DES remains pedagogically important for understanding block cipher design.</a:t>
            </a: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3359267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E8163A7-9CA9-4730-29CA-3607D138BBB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4.1 DES </a:t>
            </a:r>
            <a:r>
              <a:rPr lang="ru-RU" sz="4000" b="1" err="1">
                <a:solidFill>
                  <a:srgbClr val="FFFFFF"/>
                </a:solidFill>
                <a:latin typeface="Times New Roman"/>
                <a:cs typeface="Times New Roman"/>
              </a:rPr>
              <a:t>Specifications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013439F7-4C26-0BED-330E-F99A4A046F7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Parameters</a:t>
            </a:r>
            <a:r>
              <a:rPr lang="ru-RU" sz="2000">
                <a:highlight>
                  <a:srgbClr val="FFFFFF"/>
                </a:highlight>
                <a:latin typeface="Times New Roman"/>
                <a:cs typeface="Times New Roman"/>
              </a:rPr>
              <a:t>:</a:t>
            </a:r>
            <a:endParaRPr lang="ru-RU">
              <a:latin typeface="Times New Roman"/>
              <a:cs typeface="Times New Roman"/>
            </a:endParaRPr>
          </a:p>
          <a:p>
            <a:r>
              <a:rPr lang="ru-RU" sz="2000">
                <a:highlight>
                  <a:srgbClr val="FFFFFF"/>
                </a:highlight>
                <a:latin typeface="Times New Roman"/>
                <a:cs typeface="Times New Roman"/>
              </a:rPr>
              <a:t>Block </a:t>
            </a:r>
            <a:r>
              <a:rPr lang="ru-RU" sz="2000" err="1">
                <a:highlight>
                  <a:srgbClr val="FFFFFF"/>
                </a:highlight>
                <a:latin typeface="Times New Roman"/>
                <a:cs typeface="Times New Roman"/>
              </a:rPr>
              <a:t>Size</a:t>
            </a:r>
            <a:r>
              <a:rPr lang="ru-RU" sz="2000">
                <a:highlight>
                  <a:srgbClr val="FFFFFF"/>
                </a:highlight>
                <a:latin typeface="Times New Roman"/>
                <a:cs typeface="Times New Roman"/>
              </a:rPr>
              <a:t>: 64 </a:t>
            </a:r>
            <a:r>
              <a:rPr lang="ru-RU" sz="2000" err="1">
                <a:highlight>
                  <a:srgbClr val="FFFFFF"/>
                </a:highlight>
                <a:latin typeface="Times New Roman"/>
                <a:cs typeface="Times New Roman"/>
              </a:rPr>
              <a:t>bits</a:t>
            </a:r>
          </a:p>
          <a:p>
            <a:r>
              <a:rPr lang="ru-RU" sz="2000">
                <a:highlight>
                  <a:srgbClr val="FFFFFF"/>
                </a:highlight>
                <a:latin typeface="Times New Roman"/>
                <a:cs typeface="Times New Roman"/>
              </a:rPr>
              <a:t>Key </a:t>
            </a:r>
            <a:r>
              <a:rPr lang="ru-RU" sz="2000" err="1">
                <a:highlight>
                  <a:srgbClr val="FFFFFF"/>
                </a:highlight>
                <a:latin typeface="Times New Roman"/>
                <a:cs typeface="Times New Roman"/>
              </a:rPr>
              <a:t>Size</a:t>
            </a:r>
            <a:r>
              <a:rPr lang="ru-RU" sz="2000">
                <a:highlight>
                  <a:srgbClr val="FFFFFF"/>
                </a:highlight>
                <a:latin typeface="Times New Roman"/>
                <a:cs typeface="Times New Roman"/>
              </a:rPr>
              <a:t>: 56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stored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64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8 </a:t>
            </a:r>
            <a:r>
              <a:rPr lang="ru-RU" sz="2000" err="1">
                <a:highlight>
                  <a:srgbClr val="FFFFFF"/>
                </a:highlight>
                <a:latin typeface="Times New Roman"/>
                <a:cs typeface="Times New Roman"/>
              </a:rPr>
              <a:t>parity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Structure</a:t>
            </a:r>
            <a:r>
              <a:rPr lang="ru-RU" sz="2000">
                <a:highlight>
                  <a:srgbClr val="FFFFFF"/>
                </a:highlight>
                <a:latin typeface="Times New Roman"/>
                <a:cs typeface="Times New Roman"/>
              </a:rPr>
              <a:t>: 16-round </a:t>
            </a:r>
            <a:r>
              <a:rPr lang="ru-RU" sz="2000" err="1">
                <a:highlight>
                  <a:srgbClr val="FFFFFF"/>
                </a:highlight>
                <a:latin typeface="Times New Roman"/>
                <a:cs typeface="Times New Roman"/>
              </a:rPr>
              <a:t>Feistel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network</a:t>
            </a:r>
          </a:p>
          <a:p>
            <a:r>
              <a:rPr lang="ru-RU" sz="2000" err="1">
                <a:highlight>
                  <a:srgbClr val="FFFFFF"/>
                </a:highlight>
                <a:latin typeface="Times New Roman"/>
                <a:cs typeface="Times New Roman"/>
              </a:rPr>
              <a:t>Round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Complex</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combination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expansion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mixing</a:t>
            </a:r>
            <a:r>
              <a:rPr lang="ru-RU" sz="2000">
                <a:highlight>
                  <a:srgbClr val="FFFFFF"/>
                </a:highlight>
                <a:latin typeface="Times New Roman"/>
                <a:cs typeface="Times New Roman"/>
              </a:rPr>
              <a:t>, S-</a:t>
            </a:r>
            <a:r>
              <a:rPr lang="ru-RU" sz="2000" err="1">
                <a:highlight>
                  <a:srgbClr val="FFFFFF"/>
                </a:highlight>
                <a:latin typeface="Times New Roman"/>
                <a:cs typeface="Times New Roman"/>
              </a:rPr>
              <a:t>box</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substitution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permutation</a:t>
            </a:r>
          </a:p>
          <a:p>
            <a:endParaRPr lang="ru-RU" sz="2000">
              <a:latin typeface="Times New Roman"/>
              <a:cs typeface="Times New Roman"/>
            </a:endParaRPr>
          </a:p>
        </p:txBody>
      </p:sp>
    </p:spTree>
    <p:extLst>
      <p:ext uri="{BB962C8B-B14F-4D97-AF65-F5344CB8AC3E}">
        <p14:creationId xmlns:p14="http://schemas.microsoft.com/office/powerpoint/2010/main" val="4113606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F67313E-650B-090D-DDE9-E80E381BB5C0}"/>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4.2 DES </a:t>
            </a:r>
            <a:r>
              <a:rPr lang="ru-RU" sz="4000" b="1" err="1">
                <a:solidFill>
                  <a:srgbClr val="FFFFFF"/>
                </a:solidFill>
                <a:latin typeface="Times New Roman"/>
                <a:cs typeface="Times New Roman"/>
              </a:rPr>
              <a:t>Algorithm</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Structure</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B8E51549-DD2D-438F-481B-564DD2BC6DA8}"/>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highlight>
                  <a:srgbClr val="FFFFFF"/>
                </a:highlight>
                <a:latin typeface="Times New Roman"/>
                <a:cs typeface="Times New Roman"/>
              </a:rPr>
              <a:t>DES encryption proceeds as follows:</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Initial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(IP): </a:t>
            </a:r>
            <a:r>
              <a:rPr lang="ru-RU" sz="2000" err="1">
                <a:highlight>
                  <a:srgbClr val="FFFFFF"/>
                </a:highlight>
                <a:latin typeface="Times New Roman"/>
                <a:cs typeface="Times New Roman"/>
              </a:rPr>
              <a:t>Rearrange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64 </a:t>
            </a:r>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according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fixed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table</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Feistel Rounds (16 iterations): Split the 64 bits into L₀ (32 bits) and R₀ (32 bits). For rounds </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 1 to 16, compute Lᵢ and Rᵢ using the Feistel structure with round function F.</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Final Permutation (IP⁻¹): Apply the inverse of the initial permutation to produce the ciphertext.</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Note: The initial and final permutations do not enhance security; they were included for hardware implementation considerations in the 1970s.</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890490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B2278E3-85E3-B4F8-1EAF-627212F212DB}"/>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4.3 DES </a:t>
            </a:r>
            <a:r>
              <a:rPr lang="ru-RU" sz="4000" b="1" err="1">
                <a:solidFill>
                  <a:srgbClr val="FFFFFF"/>
                </a:solidFill>
                <a:latin typeface="Times New Roman"/>
                <a:cs typeface="Times New Roman"/>
              </a:rPr>
              <a:t>Round</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Function</a:t>
            </a:r>
            <a:r>
              <a:rPr lang="ru-RU" sz="4000" b="1">
                <a:solidFill>
                  <a:srgbClr val="FFFFFF"/>
                </a:solidFill>
                <a:latin typeface="Times New Roman"/>
                <a:cs typeface="Times New Roman"/>
              </a:rPr>
              <a:t> F</a:t>
            </a:r>
          </a:p>
        </p:txBody>
      </p:sp>
      <p:sp>
        <p:nvSpPr>
          <p:cNvPr id="3" name="Объект 2">
            <a:extLst>
              <a:ext uri="{FF2B5EF4-FFF2-40B4-BE49-F238E27FC236}">
                <a16:creationId xmlns:a16="http://schemas.microsoft.com/office/drawing/2014/main" id="{1DF978B3-E9C0-8F9C-2070-F8BFC6D08435}"/>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highlight>
                  <a:srgbClr val="FFFFFF"/>
                </a:highlight>
                <a:latin typeface="Times New Roman"/>
                <a:cs typeface="Times New Roman"/>
              </a:rPr>
              <a:t>The DES round function F: {0,1}³² × {0,1}⁴⁸ → {0,1}³² takes the 32-bit right half Rᵢ and 48-bit round key kᵢ as inputs:</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Expansion</a:t>
            </a:r>
            <a:r>
              <a:rPr lang="ru-RU" sz="2000">
                <a:highlight>
                  <a:srgbClr val="FFFFFF"/>
                </a:highlight>
                <a:latin typeface="Times New Roman"/>
                <a:cs typeface="Times New Roman"/>
              </a:rPr>
              <a:t> (E): </a:t>
            </a:r>
            <a:r>
              <a:rPr lang="ru-RU" sz="2000" err="1">
                <a:highlight>
                  <a:srgbClr val="FFFFFF"/>
                </a:highlight>
                <a:latin typeface="Times New Roman"/>
                <a:cs typeface="Times New Roman"/>
              </a:rPr>
              <a:t>Expand</a:t>
            </a:r>
            <a:r>
              <a:rPr lang="ru-RU" sz="2000">
                <a:highlight>
                  <a:srgbClr val="FFFFFF"/>
                </a:highlight>
                <a:latin typeface="Times New Roman"/>
                <a:cs typeface="Times New Roman"/>
              </a:rPr>
              <a:t> Rᵢ </a:t>
            </a:r>
            <a:r>
              <a:rPr lang="ru-RU" sz="2000" err="1">
                <a:highlight>
                  <a:srgbClr val="FFFFFF"/>
                </a:highlight>
                <a:latin typeface="Times New Roman"/>
                <a:cs typeface="Times New Roman"/>
              </a:rPr>
              <a:t>from</a:t>
            </a:r>
            <a:r>
              <a:rPr lang="ru-RU" sz="2000">
                <a:highlight>
                  <a:srgbClr val="FFFFFF"/>
                </a:highlight>
                <a:latin typeface="Times New Roman"/>
                <a:cs typeface="Times New Roman"/>
              </a:rPr>
              <a:t> 32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48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duplicating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some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according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expansion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provides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matches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length</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Key </a:t>
            </a:r>
            <a:r>
              <a:rPr lang="ru-RU" sz="2000" err="1">
                <a:highlight>
                  <a:srgbClr val="FFFFFF"/>
                </a:highlight>
                <a:latin typeface="Times New Roman"/>
                <a:cs typeface="Times New Roman"/>
              </a:rPr>
              <a:t>Mixing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Compute</a:t>
            </a:r>
            <a:r>
              <a:rPr lang="ru-RU" sz="2000">
                <a:highlight>
                  <a:srgbClr val="FFFFFF"/>
                </a:highlight>
                <a:latin typeface="Times New Roman"/>
                <a:cs typeface="Times New Roman"/>
              </a:rPr>
              <a:t> E(Rᵢ) ⊕ kᵢ (</a:t>
            </a:r>
            <a:r>
              <a:rPr lang="ru-RU" sz="2000" err="1">
                <a:highlight>
                  <a:srgbClr val="FFFFFF"/>
                </a:highlight>
                <a:latin typeface="Times New Roman"/>
                <a:cs typeface="Times New Roman"/>
              </a:rPr>
              <a:t>bitwise</a:t>
            </a:r>
            <a:r>
              <a:rPr lang="ru-RU" sz="2000">
                <a:highlight>
                  <a:srgbClr val="FFFFFF"/>
                </a:highlight>
                <a:latin typeface="Times New Roman"/>
                <a:cs typeface="Times New Roman"/>
              </a:rPr>
              <a:t> XOR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S-</a:t>
            </a:r>
            <a:r>
              <a:rPr lang="ru-RU" sz="2000" err="1">
                <a:highlight>
                  <a:srgbClr val="FFFFFF"/>
                </a:highlight>
                <a:latin typeface="Times New Roman"/>
                <a:cs typeface="Times New Roman"/>
              </a:rPr>
              <a:t>box</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Substitution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Divide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48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eight</a:t>
            </a:r>
            <a:r>
              <a:rPr lang="ru-RU" sz="2000">
                <a:highlight>
                  <a:srgbClr val="FFFFFF"/>
                </a:highlight>
                <a:latin typeface="Times New Roman"/>
                <a:cs typeface="Times New Roman"/>
              </a:rPr>
              <a:t> 6-bit </a:t>
            </a:r>
            <a:r>
              <a:rPr lang="ru-RU" sz="2000" err="1">
                <a:highlight>
                  <a:srgbClr val="FFFFFF"/>
                </a:highlight>
                <a:latin typeface="Times New Roman"/>
                <a:cs typeface="Times New Roman"/>
              </a:rPr>
              <a:t>blocks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Pass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each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corresponding</a:t>
            </a:r>
            <a:r>
              <a:rPr lang="ru-RU" sz="2000">
                <a:highlight>
                  <a:srgbClr val="FFFFFF"/>
                </a:highlight>
                <a:latin typeface="Times New Roman"/>
                <a:cs typeface="Times New Roman"/>
              </a:rPr>
              <a:t> S-</a:t>
            </a:r>
            <a:r>
              <a:rPr lang="ru-RU" sz="2000" err="1">
                <a:highlight>
                  <a:srgbClr val="FFFFFF"/>
                </a:highlight>
                <a:latin typeface="Times New Roman"/>
                <a:cs typeface="Times New Roman"/>
              </a:rPr>
              <a:t>box</a:t>
            </a:r>
            <a:r>
              <a:rPr lang="ru-RU" sz="2000">
                <a:highlight>
                  <a:srgbClr val="FFFFFF"/>
                </a:highlight>
                <a:latin typeface="Times New Roman"/>
                <a:cs typeface="Times New Roman"/>
              </a:rPr>
              <a:t> (S₁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S₈). </a:t>
            </a:r>
            <a:r>
              <a:rPr lang="ru-RU" sz="2000" err="1">
                <a:highlight>
                  <a:srgbClr val="FFFFFF"/>
                </a:highlight>
                <a:latin typeface="Times New Roman"/>
                <a:cs typeface="Times New Roman"/>
              </a:rPr>
              <a:t>Each</a:t>
            </a:r>
            <a:r>
              <a:rPr lang="ru-RU" sz="2000">
                <a:highlight>
                  <a:srgbClr val="FFFFFF"/>
                </a:highlight>
                <a:latin typeface="Times New Roman"/>
                <a:cs typeface="Times New Roman"/>
              </a:rPr>
              <a:t> S-</a:t>
            </a:r>
            <a:r>
              <a:rPr lang="ru-RU" sz="2000" err="1">
                <a:highlight>
                  <a:srgbClr val="FFFFFF"/>
                </a:highlight>
                <a:latin typeface="Times New Roman"/>
                <a:cs typeface="Times New Roman"/>
              </a:rPr>
              <a:t>box</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maps</a:t>
            </a:r>
            <a:r>
              <a:rPr lang="ru-RU" sz="2000">
                <a:highlight>
                  <a:srgbClr val="FFFFFF"/>
                </a:highlight>
                <a:latin typeface="Times New Roman"/>
                <a:cs typeface="Times New Roman"/>
              </a:rPr>
              <a:t> 6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4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using</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non-linear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lookup</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providing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confusion</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(P): </a:t>
            </a:r>
            <a:r>
              <a:rPr lang="ru-RU" sz="2000" err="1">
                <a:highlight>
                  <a:srgbClr val="FFFFFF"/>
                </a:highlight>
                <a:latin typeface="Times New Roman"/>
                <a:cs typeface="Times New Roman"/>
              </a:rPr>
              <a:t>Permute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32 </a:t>
            </a:r>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from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S-</a:t>
            </a:r>
            <a:r>
              <a:rPr lang="ru-RU" sz="2000" err="1">
                <a:highlight>
                  <a:srgbClr val="FFFFFF"/>
                </a:highlight>
                <a:latin typeface="Times New Roman"/>
                <a:cs typeface="Times New Roman"/>
              </a:rPr>
              <a:t>boxes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according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fixed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permutation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providing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diffusion</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13004293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2582979-2742-4F4E-B2AE-52FAF3BDE3D7}"/>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Example 4.1: DES S-box Operation</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F7295EF1-5163-310D-4860-E9997C48A60E}"/>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Consider</a:t>
            </a:r>
            <a:r>
              <a:rPr lang="ru-RU" sz="2000">
                <a:highlight>
                  <a:srgbClr val="FFFFFF"/>
                </a:highlight>
                <a:latin typeface="Times New Roman"/>
                <a:cs typeface="Times New Roman"/>
              </a:rPr>
              <a:t> S-</a:t>
            </a:r>
            <a:r>
              <a:rPr lang="ru-RU" sz="2000" err="1">
                <a:highlight>
                  <a:srgbClr val="FFFFFF"/>
                </a:highlight>
                <a:latin typeface="Times New Roman"/>
                <a:cs typeface="Times New Roman"/>
              </a:rPr>
              <a:t>box</a:t>
            </a:r>
            <a:r>
              <a:rPr lang="ru-RU" sz="2000">
                <a:highlight>
                  <a:srgbClr val="FFFFFF"/>
                </a:highlight>
                <a:latin typeface="Times New Roman"/>
                <a:cs typeface="Times New Roman"/>
              </a:rPr>
              <a:t> S₁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6-bit </a:t>
            </a: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011011:</a:t>
            </a:r>
            <a:endParaRPr lang="ru-RU" sz="2000">
              <a:latin typeface="Times New Roman"/>
              <a:cs typeface="Times New Roman"/>
            </a:endParaRPr>
          </a:p>
          <a:p>
            <a:r>
              <a:rPr lang="ru-RU" sz="2000" err="1">
                <a:highlight>
                  <a:srgbClr val="FFFFFF"/>
                </a:highlight>
                <a:latin typeface="Times New Roman"/>
                <a:cs typeface="Times New Roman"/>
              </a:rPr>
              <a:t>Outer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row</a:t>
            </a:r>
            <a:r>
              <a:rPr lang="ru-RU" sz="2000">
                <a:highlight>
                  <a:srgbClr val="FFFFFF"/>
                </a:highlight>
                <a:latin typeface="Times New Roman"/>
                <a:cs typeface="Times New Roman"/>
              </a:rPr>
              <a:t>): 01 (</a:t>
            </a:r>
            <a:r>
              <a:rPr lang="ru-RU" sz="2000" err="1">
                <a:highlight>
                  <a:srgbClr val="FFFFFF"/>
                </a:highlight>
                <a:latin typeface="Times New Roman"/>
                <a:cs typeface="Times New Roman"/>
              </a:rPr>
              <a:t>binary</a:t>
            </a:r>
            <a:r>
              <a:rPr lang="ru-RU" sz="2000">
                <a:highlight>
                  <a:srgbClr val="FFFFFF"/>
                </a:highlight>
                <a:latin typeface="Times New Roman"/>
                <a:cs typeface="Times New Roman"/>
              </a:rPr>
              <a:t>) = 1 (</a:t>
            </a:r>
            <a:r>
              <a:rPr lang="ru-RU" sz="2000" err="1">
                <a:highlight>
                  <a:srgbClr val="FFFFFF"/>
                </a:highlight>
                <a:latin typeface="Times New Roman"/>
                <a:cs typeface="Times New Roman"/>
              </a:rPr>
              <a:t>decimal</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Inner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column</a:t>
            </a:r>
            <a:r>
              <a:rPr lang="ru-RU" sz="2000">
                <a:highlight>
                  <a:srgbClr val="FFFFFF"/>
                </a:highlight>
                <a:latin typeface="Times New Roman"/>
                <a:cs typeface="Times New Roman"/>
              </a:rPr>
              <a:t>): 1101 (</a:t>
            </a:r>
            <a:r>
              <a:rPr lang="ru-RU" sz="2000" err="1">
                <a:highlight>
                  <a:srgbClr val="FFFFFF"/>
                </a:highlight>
                <a:latin typeface="Times New Roman"/>
                <a:cs typeface="Times New Roman"/>
              </a:rPr>
              <a:t>binary</a:t>
            </a:r>
            <a:r>
              <a:rPr lang="ru-RU" sz="2000">
                <a:highlight>
                  <a:srgbClr val="FFFFFF"/>
                </a:highlight>
                <a:latin typeface="Times New Roman"/>
                <a:cs typeface="Times New Roman"/>
              </a:rPr>
              <a:t>) = 13 (</a:t>
            </a:r>
            <a:r>
              <a:rPr lang="ru-RU" sz="2000" err="1">
                <a:highlight>
                  <a:srgbClr val="FFFFFF"/>
                </a:highlight>
                <a:latin typeface="Times New Roman"/>
                <a:cs typeface="Times New Roman"/>
              </a:rPr>
              <a:t>decimal</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S₁[1][13] = 5 = 0101 (4-bit output)</a:t>
            </a:r>
          </a:p>
          <a:p>
            <a:endParaRPr lang="en-US" sz="2000">
              <a:highlight>
                <a:srgbClr val="FFFFFF"/>
              </a:highlight>
              <a:latin typeface="Times New Roman"/>
              <a:cs typeface="Times New Roman"/>
            </a:endParaRPr>
          </a:p>
          <a:p>
            <a:r>
              <a:rPr lang="en-US" sz="2000">
                <a:highlight>
                  <a:srgbClr val="FFFFFF"/>
                </a:highlight>
                <a:latin typeface="Times New Roman"/>
                <a:cs typeface="Arial"/>
              </a:rPr>
              <a:t>The S-boxes are the only non-linear component in DES, providing crucial resistance to cryptanalysis. Their design criteria, initially secret, were later revealed to resist differential and linear cryptanalysis.</a:t>
            </a:r>
          </a:p>
          <a:p>
            <a:endParaRPr lang="ru-RU" sz="2000">
              <a:latin typeface="Times New Roman"/>
              <a:cs typeface="Times New Roman"/>
            </a:endParaRPr>
          </a:p>
        </p:txBody>
      </p:sp>
    </p:spTree>
    <p:extLst>
      <p:ext uri="{BB962C8B-B14F-4D97-AF65-F5344CB8AC3E}">
        <p14:creationId xmlns:p14="http://schemas.microsoft.com/office/powerpoint/2010/main" val="1503517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F8723FA-5D34-14C7-15FD-C7D49A98B7D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4.4 DES Key </a:t>
            </a:r>
            <a:r>
              <a:rPr lang="ru-RU" sz="4000" b="1" err="1">
                <a:solidFill>
                  <a:srgbClr val="FFFFFF"/>
                </a:solidFill>
                <a:latin typeface="Times New Roman"/>
                <a:cs typeface="Times New Roman"/>
              </a:rPr>
              <a:t>Schedule</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AA3C64D5-B692-2273-9268-5945EE1FB3B9}"/>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The 56-bit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transformed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sixteen</a:t>
            </a:r>
            <a:r>
              <a:rPr lang="ru-RU" sz="2000">
                <a:highlight>
                  <a:srgbClr val="FFFFFF"/>
                </a:highlight>
                <a:latin typeface="Times New Roman"/>
                <a:cs typeface="Times New Roman"/>
              </a:rPr>
              <a:t> 48-bit </a:t>
            </a:r>
            <a:r>
              <a:rPr lang="ru-RU" sz="2000" err="1">
                <a:highlight>
                  <a:srgbClr val="FFFFFF"/>
                </a:highlight>
                <a:latin typeface="Times New Roman"/>
                <a:cs typeface="Times New Roman"/>
              </a:rPr>
              <a:t>round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keys</a:t>
            </a:r>
            <a:r>
              <a:rPr lang="ru-RU" sz="2000">
                <a:highlight>
                  <a:srgbClr val="FFFFFF"/>
                </a:highlight>
                <a:latin typeface="Times New Roman"/>
                <a:cs typeface="Times New Roman"/>
              </a:rPr>
              <a:t> k₁, k₂, ..., k₁₆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schedule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algorithm</a:t>
            </a:r>
            <a:r>
              <a:rPr lang="ru-RU" sz="2000">
                <a:highlight>
                  <a:srgbClr val="FFFFFF"/>
                </a:highlight>
                <a:latin typeface="Times New Roman"/>
                <a:cs typeface="Times New Roman"/>
              </a:rPr>
              <a:t>:</a:t>
            </a:r>
            <a:endParaRPr lang="ru-RU"/>
          </a:p>
          <a:p>
            <a:r>
              <a:rPr lang="ru-RU" sz="2000" err="1">
                <a:highlight>
                  <a:srgbClr val="FFFFFF"/>
                </a:highlight>
                <a:latin typeface="Times New Roman"/>
                <a:cs typeface="Times New Roman"/>
              </a:rPr>
              <a:t>Permuted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Choice</a:t>
            </a:r>
            <a:r>
              <a:rPr lang="ru-RU" sz="2000">
                <a:highlight>
                  <a:srgbClr val="FFFFFF"/>
                </a:highlight>
                <a:latin typeface="Times New Roman"/>
                <a:cs typeface="Times New Roman"/>
              </a:rPr>
              <a:t> 1 (PC-1): </a:t>
            </a:r>
            <a:r>
              <a:rPr lang="ru-RU" sz="2000" err="1">
                <a:highlight>
                  <a:srgbClr val="FFFFFF"/>
                </a:highlight>
                <a:latin typeface="Times New Roman"/>
                <a:cs typeface="Times New Roman"/>
              </a:rPr>
              <a:t>Permute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56-bit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split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two</a:t>
            </a:r>
            <a:r>
              <a:rPr lang="ru-RU" sz="2000">
                <a:highlight>
                  <a:srgbClr val="FFFFFF"/>
                </a:highlight>
                <a:latin typeface="Times New Roman"/>
                <a:cs typeface="Times New Roman"/>
              </a:rPr>
              <a:t> 28-bit </a:t>
            </a:r>
            <a:r>
              <a:rPr lang="ru-RU" sz="2000" err="1">
                <a:highlight>
                  <a:srgbClr val="FFFFFF"/>
                </a:highlight>
                <a:latin typeface="Times New Roman"/>
                <a:cs typeface="Times New Roman"/>
              </a:rPr>
              <a:t>halves</a:t>
            </a:r>
            <a:r>
              <a:rPr lang="ru-RU" sz="2000">
                <a:highlight>
                  <a:srgbClr val="FFFFFF"/>
                </a:highlight>
                <a:latin typeface="Times New Roman"/>
                <a:cs typeface="Times New Roman"/>
              </a:rPr>
              <a:t> C₀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D₀.</a:t>
            </a:r>
          </a:p>
          <a:p>
            <a:r>
              <a:rPr lang="en-US" sz="2000">
                <a:highlight>
                  <a:srgbClr val="FFFFFF"/>
                </a:highlight>
                <a:latin typeface="Times New Roman"/>
                <a:cs typeface="Times New Roman"/>
              </a:rPr>
              <a:t>Rotation: For each round </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perform left circular shifts on Cᵢ₋₁ and Dᵢ₋₁ by 1 or 2 positions (depending on round number) to produce Cᵢ and Dᵢ.</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Permuted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Choice</a:t>
            </a:r>
            <a:r>
              <a:rPr lang="ru-RU" sz="2000">
                <a:highlight>
                  <a:srgbClr val="FFFFFF"/>
                </a:highlight>
                <a:latin typeface="Times New Roman"/>
                <a:cs typeface="Times New Roman"/>
              </a:rPr>
              <a:t> 2 (PC-2): Select 48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from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concatenated</a:t>
            </a:r>
            <a:r>
              <a:rPr lang="ru-RU" sz="2000">
                <a:highlight>
                  <a:srgbClr val="FFFFFF"/>
                </a:highlight>
                <a:latin typeface="Times New Roman"/>
                <a:cs typeface="Times New Roman"/>
              </a:rPr>
              <a:t> CᵢDᵢ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kᵢ.</a:t>
            </a:r>
          </a:p>
          <a:p>
            <a:endParaRPr lang="ru-RU" sz="2000">
              <a:latin typeface="Times New Roman"/>
              <a:cs typeface="Times New Roman"/>
            </a:endParaRPr>
          </a:p>
        </p:txBody>
      </p:sp>
    </p:spTree>
    <p:extLst>
      <p:ext uri="{BB962C8B-B14F-4D97-AF65-F5344CB8AC3E}">
        <p14:creationId xmlns:p14="http://schemas.microsoft.com/office/powerpoint/2010/main" val="2470634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80E85E3-7493-2A65-8947-2676865B1FE8}"/>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4.5 Security Analysis </a:t>
            </a:r>
            <a:r>
              <a:rPr lang="ru-RU" sz="4000" b="1" err="1">
                <a:solidFill>
                  <a:srgbClr val="FFFFFF"/>
                </a:solidFill>
                <a:latin typeface="Times New Roman"/>
                <a:cs typeface="Times New Roman"/>
              </a:rPr>
              <a:t>of</a:t>
            </a:r>
            <a:r>
              <a:rPr lang="ru-RU" sz="4000" b="1">
                <a:solidFill>
                  <a:srgbClr val="FFFFFF"/>
                </a:solidFill>
                <a:latin typeface="Times New Roman"/>
                <a:cs typeface="Times New Roman"/>
              </a:rPr>
              <a:t> DES</a:t>
            </a:r>
          </a:p>
        </p:txBody>
      </p:sp>
      <p:sp>
        <p:nvSpPr>
          <p:cNvPr id="3" name="Объект 2">
            <a:extLst>
              <a:ext uri="{FF2B5EF4-FFF2-40B4-BE49-F238E27FC236}">
                <a16:creationId xmlns:a16="http://schemas.microsoft.com/office/drawing/2014/main" id="{3BD313BF-943A-1FA9-B00F-7BED789A78C6}"/>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Strengths</a:t>
            </a:r>
            <a:r>
              <a:rPr lang="ru-RU" sz="2000">
                <a:highlight>
                  <a:srgbClr val="FFFFFF"/>
                </a:highlight>
                <a:latin typeface="Times New Roman"/>
                <a:cs typeface="Times New Roman"/>
              </a:rPr>
              <a:t>:</a:t>
            </a:r>
            <a:endParaRPr lang="ru-RU"/>
          </a:p>
          <a:p>
            <a:r>
              <a:rPr lang="en-US" sz="2000">
                <a:highlight>
                  <a:srgbClr val="FFFFFF"/>
                </a:highlight>
                <a:latin typeface="Times New Roman"/>
                <a:cs typeface="Times New Roman"/>
              </a:rPr>
              <a:t>Extensive Scrutiny: DES has been analyzed more thoroughly than any other cipher. Many attacks have been attempted, improving understanding of block cipher security.</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Resistance to Known Cryptanalytic Techniques (at time of design): S-boxes were carefully designed to resist differential and linear cryptanalysis, though these techniques were not publicly known until the 1990s.</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Good Avalanche Properties: After a few rounds, changing one input bit affects approximately half of the output bits.</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4093827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CEC4B6-ABA9-67C1-5DCB-D6F66CE708C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2B889E3-C8D2-96F0-FAE5-F7ADBD6D8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1836FF9-0C04-0C8C-26CB-E879D9354E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9CDCBA-60C6-FA73-7904-3EFF30211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A3CFA0-9C94-7CE3-20E2-13178B8E3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44C7538-E139-9DA4-43CF-8B933983B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746860F-6F66-6038-5513-97A70B22B455}"/>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4.5 Security Analysis </a:t>
            </a:r>
            <a:r>
              <a:rPr lang="ru-RU" sz="4000" b="1" err="1">
                <a:solidFill>
                  <a:srgbClr val="FFFFFF"/>
                </a:solidFill>
                <a:latin typeface="Times New Roman"/>
                <a:cs typeface="Times New Roman"/>
              </a:rPr>
              <a:t>of</a:t>
            </a:r>
            <a:r>
              <a:rPr lang="ru-RU" sz="4000" b="1">
                <a:solidFill>
                  <a:srgbClr val="FFFFFF"/>
                </a:solidFill>
                <a:latin typeface="Times New Roman"/>
                <a:cs typeface="Times New Roman"/>
              </a:rPr>
              <a:t> DES</a:t>
            </a:r>
          </a:p>
        </p:txBody>
      </p:sp>
      <p:sp>
        <p:nvSpPr>
          <p:cNvPr id="3" name="Объект 2">
            <a:extLst>
              <a:ext uri="{FF2B5EF4-FFF2-40B4-BE49-F238E27FC236}">
                <a16:creationId xmlns:a16="http://schemas.microsoft.com/office/drawing/2014/main" id="{CC2F5B84-2353-058C-3B91-4663D306838D}"/>
              </a:ext>
            </a:extLst>
          </p:cNvPr>
          <p:cNvSpPr>
            <a:spLocks noGrp="1"/>
          </p:cNvSpPr>
          <p:nvPr>
            <p:ph idx="1"/>
          </p:nvPr>
        </p:nvSpPr>
        <p:spPr>
          <a:xfrm>
            <a:off x="1371599" y="2318197"/>
            <a:ext cx="9724031" cy="3683358"/>
          </a:xfrm>
        </p:spPr>
        <p:txBody>
          <a:bodyPr vert="horz" lIns="91440" tIns="45720" rIns="91440" bIns="45720" rtlCol="0" anchor="ctr">
            <a:normAutofit/>
          </a:bodyPr>
          <a:lstStyle/>
          <a:p>
            <a:pPr>
              <a:buNone/>
            </a:pPr>
            <a:r>
              <a:rPr lang="ru-RU" sz="2000" err="1">
                <a:highlight>
                  <a:srgbClr val="FFFFFF"/>
                </a:highlight>
                <a:latin typeface="Times New Roman"/>
                <a:cs typeface="Arial"/>
              </a:rPr>
              <a:t>Critical</a:t>
            </a:r>
            <a:r>
              <a:rPr lang="ru-RU" sz="2000">
                <a:highlight>
                  <a:srgbClr val="FFFFFF"/>
                </a:highlight>
                <a:latin typeface="Times New Roman"/>
                <a:cs typeface="Arial"/>
              </a:rPr>
              <a:t> </a:t>
            </a:r>
            <a:r>
              <a:rPr lang="ru-RU" sz="2000" err="1">
                <a:highlight>
                  <a:srgbClr val="FFFFFF"/>
                </a:highlight>
                <a:latin typeface="Times New Roman"/>
                <a:cs typeface="Arial"/>
              </a:rPr>
              <a:t>Weakness</a:t>
            </a:r>
            <a:r>
              <a:rPr lang="ru-RU" sz="2000">
                <a:highlight>
                  <a:srgbClr val="FFFFFF"/>
                </a:highlight>
                <a:latin typeface="Times New Roman"/>
                <a:cs typeface="Arial"/>
              </a:rPr>
              <a:t>:</a:t>
            </a:r>
          </a:p>
          <a:p>
            <a:pPr>
              <a:buFont typeface="Arial"/>
            </a:pPr>
            <a:r>
              <a:rPr lang="en-US" sz="2000">
                <a:highlight>
                  <a:srgbClr val="FFFFFF"/>
                </a:highlight>
                <a:latin typeface="Times New Roman"/>
                <a:cs typeface="Arial"/>
              </a:rPr>
              <a:t>Insufficient Key Length: With only 2⁵⁶ ≈ 7.2 × 10¹⁶ possible keys, exhaustive search became practical in the late 1990s. The EFF Deep Crack machine (1998) could break DES in 56 hours. Modern hardware (GPUs, ASICs, FPGAs) can break DES in hours or minutes.</a:t>
            </a:r>
            <a:endParaRPr lang="ru-RU" sz="2000">
              <a:latin typeface="Times New Roman"/>
              <a:cs typeface="Arial"/>
            </a:endParaRPr>
          </a:p>
          <a:p>
            <a:pPr marL="0" indent="0">
              <a:buNone/>
            </a:pPr>
            <a:r>
              <a:rPr lang="en-US" sz="2000">
                <a:highlight>
                  <a:srgbClr val="FFFFFF"/>
                </a:highlight>
                <a:latin typeface="Times New Roman"/>
                <a:cs typeface="Arial"/>
              </a:rPr>
              <a:t>Conclusion: DES is no longer secure for modern applications. It has been superseded by Triple DES (3DES) and AES. However, DES remains important as a teaching example and historical milestone in cryptography.</a:t>
            </a:r>
            <a:endParaRPr lang="ru-RU" sz="2000">
              <a:latin typeface="Times New Roman"/>
              <a:cs typeface="Arial"/>
            </a:endParaRPr>
          </a:p>
          <a:p>
            <a:pPr marL="0" indent="0">
              <a:buNone/>
            </a:pP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23273114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ультимедиа в Интернете 3" title="Data Encryption Standard">
            <a:hlinkClick r:id="" action="ppaction://noaction"/>
            <a:extLst>
              <a:ext uri="{FF2B5EF4-FFF2-40B4-BE49-F238E27FC236}">
                <a16:creationId xmlns:a16="http://schemas.microsoft.com/office/drawing/2014/main" id="{38D288B3-EFF8-116F-1934-7EB5D726606F}"/>
              </a:ext>
            </a:extLst>
          </p:cNvPr>
          <p:cNvPicPr>
            <a:picLocks noGrp="1" noRot="1" noChangeAspect="1"/>
          </p:cNvPicPr>
          <p:nvPr>
            <p:ph idx="1"/>
            <a:videoFile r:link="rId1"/>
          </p:nvPr>
        </p:nvPicPr>
        <p:blipFill>
          <a:blip r:embed="rId3"/>
          <a:stretch>
            <a:fillRect/>
          </a:stretch>
        </p:blipFill>
        <p:spPr>
          <a:xfrm>
            <a:off x="-635" y="-3175"/>
            <a:ext cx="12181523" cy="6871018"/>
          </a:xfrm>
          <a:prstGeom prst="rect">
            <a:avLst/>
          </a:prstGeom>
        </p:spPr>
      </p:pic>
    </p:spTree>
    <p:extLst>
      <p:ext uri="{BB962C8B-B14F-4D97-AF65-F5344CB8AC3E}">
        <p14:creationId xmlns:p14="http://schemas.microsoft.com/office/powerpoint/2010/main" val="18311840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9FCBC6-5E65-8900-7B27-0841BDD4656F}"/>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4F223D9-557C-DD08-CAF1-11F3810B9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B0188E9-934A-7337-837A-EA325C7C7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13B6E56-2A6E-C8D6-1C41-C901AE328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14B1D0D-3B91-DF97-3B0C-EECF6A1B8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BF95CCE-AE45-86F5-BB16-18E5AD4BE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2A647E2-8A51-6285-275B-7E06FE778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547E9FC-3841-61E7-43BF-17E179705033}"/>
              </a:ext>
            </a:extLst>
          </p:cNvPr>
          <p:cNvSpPr>
            <a:spLocks noGrp="1"/>
          </p:cNvSpPr>
          <p:nvPr>
            <p:ph type="title"/>
          </p:nvPr>
        </p:nvSpPr>
        <p:spPr>
          <a:xfrm>
            <a:off x="826396" y="586855"/>
            <a:ext cx="4230100" cy="3387497"/>
          </a:xfrm>
        </p:spPr>
        <p:txBody>
          <a:bodyPr anchor="b">
            <a:normAutofit/>
          </a:bodyPr>
          <a:lstStyle/>
          <a:p>
            <a:pPr algn="r"/>
            <a:r>
              <a:rPr lang="ru-RU" sz="4000" b="1">
                <a:solidFill>
                  <a:srgbClr val="FFFFFF"/>
                </a:solidFill>
                <a:latin typeface="Times New Roman"/>
                <a:cs typeface="Times New Roman"/>
              </a:rPr>
              <a:t>5.Advanced </a:t>
            </a:r>
            <a:r>
              <a:rPr lang="ru-RU" sz="4000" b="1" err="1">
                <a:solidFill>
                  <a:srgbClr val="FFFFFF"/>
                </a:solidFill>
                <a:latin typeface="Times New Roman"/>
                <a:cs typeface="Times New Roman"/>
              </a:rPr>
              <a:t>Encryption</a:t>
            </a:r>
            <a:r>
              <a:rPr lang="ru-RU" sz="4000" b="1">
                <a:solidFill>
                  <a:srgbClr val="FFFFFF"/>
                </a:solidFill>
                <a:latin typeface="Times New Roman"/>
                <a:cs typeface="Times New Roman"/>
              </a:rPr>
              <a:t> Standard</a:t>
            </a:r>
          </a:p>
        </p:txBody>
      </p:sp>
      <p:sp>
        <p:nvSpPr>
          <p:cNvPr id="17" name="Объект 2">
            <a:extLst>
              <a:ext uri="{FF2B5EF4-FFF2-40B4-BE49-F238E27FC236}">
                <a16:creationId xmlns:a16="http://schemas.microsoft.com/office/drawing/2014/main" id="{8E8B7010-58F2-275F-6D12-0F70A5338902}"/>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Times New Roman"/>
              </a:rPr>
              <a:t>5.1 AES </a:t>
            </a:r>
            <a:r>
              <a:rPr lang="ru-RU" sz="2000" b="1" err="1">
                <a:highlight>
                  <a:srgbClr val="FFFFFF"/>
                </a:highlight>
                <a:latin typeface="Times New Roman"/>
                <a:cs typeface="Times New Roman"/>
              </a:rPr>
              <a:t>Specifications</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5.2 AES State </a:t>
            </a:r>
            <a:r>
              <a:rPr lang="ru-RU" sz="2000" b="1" err="1">
                <a:highlight>
                  <a:srgbClr val="FFFFFF"/>
                </a:highlight>
                <a:latin typeface="Times New Roman"/>
                <a:cs typeface="Times New Roman"/>
              </a:rPr>
              <a:t>Representation</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5.3 AES </a:t>
            </a:r>
            <a:r>
              <a:rPr lang="ru-RU" sz="2000" b="1" err="1">
                <a:highlight>
                  <a:srgbClr val="FFFFFF"/>
                </a:highlight>
                <a:latin typeface="Times New Roman"/>
                <a:cs typeface="Times New Roman"/>
              </a:rPr>
              <a:t>Round</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Transformation</a:t>
            </a:r>
            <a:endParaRPr lang="ru-RU" sz="2000" b="1">
              <a:highlight>
                <a:srgbClr val="FFFFFF"/>
              </a:highlight>
              <a:latin typeface="Times New Roman"/>
              <a:cs typeface="Times New Roman"/>
            </a:endParaRPr>
          </a:p>
          <a:p>
            <a:r>
              <a:rPr lang="ru-RU" sz="2000" b="1">
                <a:latin typeface="Times New Roman"/>
                <a:cs typeface="Times New Roman"/>
              </a:rPr>
              <a:t>5.4 AES </a:t>
            </a:r>
            <a:r>
              <a:rPr lang="ru-RU" sz="2000" b="1" err="1">
                <a:latin typeface="Times New Roman"/>
                <a:cs typeface="Times New Roman"/>
              </a:rPr>
              <a:t>Encryption</a:t>
            </a:r>
            <a:r>
              <a:rPr lang="ru-RU" sz="2000" b="1">
                <a:latin typeface="Times New Roman"/>
                <a:cs typeface="Times New Roman"/>
              </a:rPr>
              <a:t> </a:t>
            </a:r>
            <a:r>
              <a:rPr lang="ru-RU" sz="2000" b="1" err="1">
                <a:latin typeface="Times New Roman"/>
                <a:cs typeface="Times New Roman"/>
              </a:rPr>
              <a:t>Algorithm</a:t>
            </a:r>
            <a:endParaRPr lang="ru-RU" sz="2000" b="1">
              <a:latin typeface="Times New Roman"/>
              <a:cs typeface="Times New Roman"/>
            </a:endParaRPr>
          </a:p>
          <a:p>
            <a:r>
              <a:rPr lang="ru-RU" sz="2000" b="1">
                <a:latin typeface="Times New Roman"/>
                <a:cs typeface="Times New Roman"/>
              </a:rPr>
              <a:t>5.5 AES Key </a:t>
            </a:r>
            <a:r>
              <a:rPr lang="ru-RU" sz="2000" b="1" err="1">
                <a:latin typeface="Times New Roman"/>
                <a:cs typeface="Times New Roman"/>
              </a:rPr>
              <a:t>Schedule</a:t>
            </a:r>
            <a:endParaRPr lang="ru-RU" sz="2000" b="1">
              <a:latin typeface="Times New Roman"/>
              <a:cs typeface="Times New Roman"/>
            </a:endParaRPr>
          </a:p>
          <a:p>
            <a:r>
              <a:rPr lang="ru-RU" sz="2000" b="1">
                <a:latin typeface="Times New Roman"/>
                <a:cs typeface="Times New Roman"/>
              </a:rPr>
              <a:t>5.6 </a:t>
            </a:r>
            <a:r>
              <a:rPr lang="ru-RU" sz="2000" b="1" err="1">
                <a:latin typeface="Times New Roman"/>
                <a:cs typeface="Times New Roman"/>
              </a:rPr>
              <a:t>Why</a:t>
            </a:r>
            <a:r>
              <a:rPr lang="ru-RU" sz="2000" b="1">
                <a:latin typeface="Times New Roman"/>
                <a:cs typeface="Times New Roman"/>
              </a:rPr>
              <a:t> AES </a:t>
            </a:r>
            <a:r>
              <a:rPr lang="ru-RU" sz="2000" b="1" err="1">
                <a:latin typeface="Times New Roman"/>
                <a:cs typeface="Times New Roman"/>
              </a:rPr>
              <a:t>is</a:t>
            </a:r>
            <a:r>
              <a:rPr lang="ru-RU" sz="2000" b="1">
                <a:latin typeface="Times New Roman"/>
                <a:cs typeface="Times New Roman"/>
              </a:rPr>
              <a:t> </a:t>
            </a:r>
            <a:r>
              <a:rPr lang="ru-RU" sz="2000" b="1" err="1">
                <a:latin typeface="Times New Roman"/>
                <a:cs typeface="Times New Roman"/>
              </a:rPr>
              <a:t>Considered</a:t>
            </a:r>
            <a:r>
              <a:rPr lang="ru-RU" sz="2000" b="1">
                <a:latin typeface="Times New Roman"/>
                <a:cs typeface="Times New Roman"/>
              </a:rPr>
              <a:t> Secure</a:t>
            </a:r>
          </a:p>
          <a:p>
            <a:endParaRPr lang="ru-RU" sz="2000" b="1">
              <a:latin typeface="Times New Roman"/>
              <a:cs typeface="Times New Roman"/>
            </a:endParaRP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27015767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2D5CE9-FB02-C87A-59A0-AEF4A3949D7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CB2C8CF-0561-ADCE-A423-B1CF44978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28FB49-6A79-B46B-8040-4BF4879FB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1E4B48-2BA2-A97C-45B3-9075FAC44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9E95685-010D-217D-674A-D007B3A3D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7316B07-848F-9574-8B81-B2FF4695B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7E7020C-D206-F042-0DB5-C6B3C815BDB4}"/>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5.Advanced </a:t>
            </a:r>
            <a:r>
              <a:rPr lang="ru-RU" sz="4000" b="1" err="1">
                <a:solidFill>
                  <a:srgbClr val="FFFFFF"/>
                </a:solidFill>
                <a:latin typeface="Times New Roman"/>
                <a:cs typeface="Times New Roman"/>
              </a:rPr>
              <a:t>Encryption</a:t>
            </a:r>
            <a:r>
              <a:rPr lang="ru-RU" sz="4000" b="1">
                <a:solidFill>
                  <a:srgbClr val="FFFFFF"/>
                </a:solidFill>
                <a:latin typeface="Times New Roman"/>
                <a:cs typeface="Times New Roman"/>
              </a:rPr>
              <a:t> Standard</a:t>
            </a:r>
            <a:endParaRPr lang="ru-RU" sz="4000">
              <a:solidFill>
                <a:srgbClr val="000000"/>
              </a:solidFill>
              <a:latin typeface="Times New Roman"/>
              <a:cs typeface="Times New Roman"/>
            </a:endParaRPr>
          </a:p>
        </p:txBody>
      </p:sp>
      <p:sp>
        <p:nvSpPr>
          <p:cNvPr id="3" name="Объект 2">
            <a:extLst>
              <a:ext uri="{FF2B5EF4-FFF2-40B4-BE49-F238E27FC236}">
                <a16:creationId xmlns:a16="http://schemas.microsoft.com/office/drawing/2014/main" id="{D4D3A359-F4CE-9459-5355-B2E23B65D3C9}"/>
              </a:ext>
            </a:extLst>
          </p:cNvPr>
          <p:cNvSpPr>
            <a:spLocks noGrp="1"/>
          </p:cNvSpPr>
          <p:nvPr>
            <p:ph idx="1"/>
          </p:nvPr>
        </p:nvSpPr>
        <p:spPr>
          <a:xfrm>
            <a:off x="1371599" y="2318197"/>
            <a:ext cx="9724031" cy="3683358"/>
          </a:xfrm>
        </p:spPr>
        <p:txBody>
          <a:bodyPr vert="horz" lIns="91440" tIns="45720" rIns="91440" bIns="45720" rtlCol="0" anchor="ctr">
            <a:normAutofit/>
          </a:bodyPr>
          <a:lstStyle/>
          <a:p>
            <a:pPr>
              <a:buFont typeface="Arial"/>
              <a:buChar char="•"/>
            </a:pPr>
            <a:r>
              <a:rPr lang="en-US" sz="2000">
                <a:highlight>
                  <a:srgbClr val="FFFFFF"/>
                </a:highlight>
                <a:latin typeface="Times New Roman"/>
                <a:cs typeface="Times New Roman"/>
              </a:rPr>
              <a:t>The Advanced Encryption Standard (AES), adopted by NIST in 2001, replaced DES as the standard symmetric encryption algorithm. AES was selected through an open competition won by the Rijndael cipher designed by Joan Daemen and Vincent </a:t>
            </a:r>
            <a:r>
              <a:rPr lang="en-US" sz="2000" err="1">
                <a:highlight>
                  <a:srgbClr val="FFFFFF"/>
                </a:highlight>
                <a:latin typeface="Times New Roman"/>
                <a:cs typeface="Times New Roman"/>
              </a:rPr>
              <a:t>Rijmen</a:t>
            </a:r>
            <a:r>
              <a:rPr lang="en-US" sz="2000">
                <a:highlight>
                  <a:srgbClr val="FFFFFF"/>
                </a:highlight>
                <a:latin typeface="Times New Roman"/>
                <a:cs typeface="Times New Roman"/>
              </a:rPr>
              <a:t>.</a:t>
            </a:r>
            <a:endParaRPr lang="ru-RU" sz="2000">
              <a:highlight>
                <a:srgbClr val="FFFFFF"/>
              </a:highlight>
              <a:latin typeface="Times New Roman"/>
              <a:cs typeface="Times New Roman"/>
            </a:endParaRPr>
          </a:p>
          <a:p>
            <a:pPr>
              <a:buNone/>
            </a:pP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31912046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22D98F6-F18F-EEB9-59C7-853E4C800BBD}"/>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5.1 AES Specifications</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D203FA61-2EEA-3A9A-1014-28D85F81A7A1}"/>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Parameters</a:t>
            </a:r>
            <a:r>
              <a:rPr lang="ru-RU" sz="2000">
                <a:highlight>
                  <a:srgbClr val="FFFFFF"/>
                </a:highlight>
                <a:latin typeface="Times New Roman"/>
                <a:cs typeface="Times New Roman"/>
              </a:rPr>
              <a:t>:</a:t>
            </a:r>
            <a:endParaRPr lang="ru-RU"/>
          </a:p>
          <a:p>
            <a:r>
              <a:rPr lang="ru-RU" sz="2000">
                <a:highlight>
                  <a:srgbClr val="FFFFFF"/>
                </a:highlight>
                <a:latin typeface="Times New Roman"/>
                <a:cs typeface="Times New Roman"/>
              </a:rPr>
              <a:t>Block </a:t>
            </a:r>
            <a:r>
              <a:rPr lang="ru-RU" sz="2000" err="1">
                <a:highlight>
                  <a:srgbClr val="FFFFFF"/>
                </a:highlight>
                <a:latin typeface="Times New Roman"/>
                <a:cs typeface="Times New Roman"/>
              </a:rPr>
              <a:t>Size</a:t>
            </a:r>
            <a:r>
              <a:rPr lang="ru-RU" sz="2000">
                <a:highlight>
                  <a:srgbClr val="FFFFFF"/>
                </a:highlight>
                <a:latin typeface="Times New Roman"/>
                <a:cs typeface="Times New Roman"/>
              </a:rPr>
              <a:t>: 128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fixed</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Key </a:t>
            </a:r>
            <a:r>
              <a:rPr lang="ru-RU" sz="2000" err="1">
                <a:highlight>
                  <a:srgbClr val="FFFFFF"/>
                </a:highlight>
                <a:latin typeface="Times New Roman"/>
                <a:cs typeface="Times New Roman"/>
              </a:rPr>
              <a:t>Sizes</a:t>
            </a:r>
            <a:r>
              <a:rPr lang="ru-RU" sz="2000">
                <a:highlight>
                  <a:srgbClr val="FFFFFF"/>
                </a:highlight>
                <a:latin typeface="Times New Roman"/>
                <a:cs typeface="Times New Roman"/>
              </a:rPr>
              <a:t>: 128, 192,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256 </a:t>
            </a:r>
            <a:r>
              <a:rPr lang="ru-RU" sz="2000" err="1">
                <a:highlight>
                  <a:srgbClr val="FFFFFF"/>
                </a:highlight>
                <a:latin typeface="Times New Roman"/>
                <a:cs typeface="Times New Roman"/>
              </a:rPr>
              <a:t>bits</a:t>
            </a:r>
          </a:p>
          <a:p>
            <a:r>
              <a:rPr lang="ru-RU" sz="2000" err="1">
                <a:highlight>
                  <a:srgbClr val="FFFFFF"/>
                </a:highlight>
                <a:latin typeface="Times New Roman"/>
                <a:cs typeface="Times New Roman"/>
              </a:rPr>
              <a:t>Rounds</a:t>
            </a:r>
            <a:r>
              <a:rPr lang="ru-RU" sz="2000">
                <a:highlight>
                  <a:srgbClr val="FFFFFF"/>
                </a:highlight>
                <a:latin typeface="Times New Roman"/>
                <a:cs typeface="Times New Roman"/>
              </a:rPr>
              <a:t>: 10 (AES-128), 12 (AES-192),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14 (AES-256)</a:t>
            </a:r>
          </a:p>
          <a:p>
            <a:r>
              <a:rPr lang="ru-RU" sz="2000" err="1">
                <a:highlight>
                  <a:srgbClr val="FFFFFF"/>
                </a:highlight>
                <a:latin typeface="Times New Roman"/>
                <a:cs typeface="Times New Roman"/>
              </a:rPr>
              <a:t>Structure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Substitution-Permutation</a:t>
            </a:r>
            <a:r>
              <a:rPr lang="ru-RU" sz="2000">
                <a:highlight>
                  <a:srgbClr val="FFFFFF"/>
                </a:highlight>
                <a:latin typeface="Times New Roman"/>
                <a:cs typeface="Times New Roman"/>
              </a:rPr>
              <a:t> Network (SPN), </a:t>
            </a:r>
            <a:r>
              <a:rPr lang="ru-RU" sz="2000" err="1">
                <a:highlight>
                  <a:srgbClr val="FFFFFF"/>
                </a:highlight>
                <a:latin typeface="Times New Roman"/>
                <a:cs typeface="Times New Roman"/>
              </a:rPr>
              <a:t>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Feistel</a:t>
            </a:r>
          </a:p>
          <a:p>
            <a:endParaRPr lang="ru-RU" sz="2000">
              <a:latin typeface="Times New Roman"/>
              <a:cs typeface="Times New Roman"/>
            </a:endParaRPr>
          </a:p>
        </p:txBody>
      </p:sp>
    </p:spTree>
    <p:extLst>
      <p:ext uri="{BB962C8B-B14F-4D97-AF65-F5344CB8AC3E}">
        <p14:creationId xmlns:p14="http://schemas.microsoft.com/office/powerpoint/2010/main" val="4209025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23DFC6F-1AEC-1D07-366B-514DEDB23B52}"/>
              </a:ext>
            </a:extLst>
          </p:cNvPr>
          <p:cNvSpPr>
            <a:spLocks noGrp="1"/>
          </p:cNvSpPr>
          <p:nvPr>
            <p:ph type="title"/>
          </p:nvPr>
        </p:nvSpPr>
        <p:spPr>
          <a:xfrm>
            <a:off x="1371599" y="294538"/>
            <a:ext cx="9895951" cy="1033669"/>
          </a:xfrm>
        </p:spPr>
        <p:txBody>
          <a:bodyPr>
            <a:normAutofit/>
          </a:bodyPr>
          <a:lstStyle/>
          <a:p>
            <a:r>
              <a:rPr lang="ru-RU" sz="2000" b="1">
                <a:solidFill>
                  <a:srgbClr val="FFFFFF"/>
                </a:solidFill>
                <a:latin typeface="Times New Roman"/>
                <a:cs typeface="Times New Roman"/>
              </a:rPr>
              <a:t>5.2 AES State </a:t>
            </a:r>
            <a:r>
              <a:rPr lang="ru-RU" sz="2000" b="1" err="1">
                <a:solidFill>
                  <a:srgbClr val="FFFFFF"/>
                </a:solidFill>
                <a:latin typeface="Times New Roman"/>
                <a:cs typeface="Times New Roman"/>
              </a:rPr>
              <a:t>Representation</a:t>
            </a:r>
            <a:endParaRPr lang="ru-RU" sz="2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80A6337C-BE99-2A95-E65C-E043748BDD11}"/>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highlight>
                  <a:srgbClr val="FFFFFF"/>
                </a:highlight>
                <a:latin typeface="Times New Roman"/>
                <a:cs typeface="Times New Roman"/>
              </a:rPr>
              <a:t>AES </a:t>
            </a:r>
            <a:r>
              <a:rPr lang="ru-RU" sz="2000" err="1">
                <a:highlight>
                  <a:srgbClr val="FFFFFF"/>
                </a:highlight>
                <a:latin typeface="Times New Roman"/>
                <a:cs typeface="Times New Roman"/>
              </a:rPr>
              <a:t>organizes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128-bit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a:t>
            </a:r>
            <a:r>
              <a:rPr lang="ru-RU" sz="2000">
                <a:highlight>
                  <a:srgbClr val="FFFFFF"/>
                </a:highlight>
                <a:latin typeface="Times New Roman"/>
                <a:cs typeface="Times New Roman"/>
              </a:rPr>
              <a:t> a 4×4 </a:t>
            </a:r>
            <a:r>
              <a:rPr lang="ru-RU" sz="2000" err="1">
                <a:highlight>
                  <a:srgbClr val="FFFFFF"/>
                </a:highlight>
                <a:latin typeface="Times New Roman"/>
                <a:cs typeface="Times New Roman"/>
              </a:rPr>
              <a:t>matrix</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bytes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called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state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array</a:t>
            </a:r>
            <a:r>
              <a:rPr lang="ru-RU" sz="2000">
                <a:highlight>
                  <a:srgbClr val="FFFFFF"/>
                </a:highlight>
                <a:latin typeface="Times New Roman"/>
                <a:cs typeface="Times New Roman"/>
              </a:rPr>
              <a:t>:</a:t>
            </a:r>
          </a:p>
          <a:p>
            <a:pPr marL="0" indent="0">
              <a:buNone/>
            </a:pPr>
            <a:r>
              <a:rPr lang="en-US" sz="2000">
                <a:highlight>
                  <a:srgbClr val="FFFFFF"/>
                </a:highlight>
                <a:latin typeface="Times New Roman"/>
                <a:cs typeface="Times New Roman"/>
              </a:rPr>
              <a:t>     </a:t>
            </a:r>
            <a:endParaRPr lang="ru-RU" sz="2000">
              <a:highlight>
                <a:srgbClr val="FFFFFF"/>
              </a:highlight>
              <a:latin typeface="Times New Roman"/>
              <a:cs typeface="Times New Roman"/>
            </a:endParaRPr>
          </a:p>
          <a:p>
            <a:pPr marL="0" indent="0" algn="ctr">
              <a:buNone/>
            </a:pPr>
            <a:r>
              <a:rPr lang="en-US" sz="2000">
                <a:highlight>
                  <a:srgbClr val="FFFFFF"/>
                </a:highlight>
                <a:latin typeface="Times New Roman"/>
                <a:cs typeface="Times New Roman"/>
              </a:rPr>
              <a:t>[ s₀,₀  s₀,₁  s₀,₂  s₀,₃ ]</a:t>
            </a:r>
            <a:endParaRPr lang="ru-RU" sz="2000">
              <a:highlight>
                <a:srgbClr val="FFFFFF"/>
              </a:highlight>
              <a:latin typeface="Times New Roman"/>
              <a:cs typeface="Times New Roman"/>
            </a:endParaRPr>
          </a:p>
          <a:p>
            <a:pPr marL="0" indent="0" algn="ctr">
              <a:buNone/>
            </a:pPr>
            <a:r>
              <a:rPr lang="en-US" sz="2000">
                <a:highlight>
                  <a:srgbClr val="FFFFFF"/>
                </a:highlight>
                <a:latin typeface="Times New Roman"/>
                <a:cs typeface="Times New Roman"/>
              </a:rPr>
              <a:t>[ s₁,₀  s₁,₁  s₁,₂  s₁,₃ ]</a:t>
            </a:r>
            <a:endParaRPr lang="ru-RU" sz="2000">
              <a:highlight>
                <a:srgbClr val="FFFFFF"/>
              </a:highlight>
              <a:latin typeface="Times New Roman"/>
              <a:cs typeface="Times New Roman"/>
            </a:endParaRPr>
          </a:p>
          <a:p>
            <a:pPr marL="0" indent="0" algn="ctr">
              <a:buNone/>
            </a:pPr>
            <a:r>
              <a:rPr lang="en-US" sz="2000">
                <a:highlight>
                  <a:srgbClr val="FFFFFF"/>
                </a:highlight>
                <a:latin typeface="Times New Roman"/>
                <a:cs typeface="Times New Roman"/>
              </a:rPr>
              <a:t> [ s₂,₀  s₂,₁  s₂,₂  s₂,₃ ]</a:t>
            </a:r>
            <a:endParaRPr lang="ru-RU" sz="2000">
              <a:highlight>
                <a:srgbClr val="FFFFFF"/>
              </a:highlight>
              <a:latin typeface="Times New Roman"/>
              <a:cs typeface="Times New Roman"/>
            </a:endParaRPr>
          </a:p>
          <a:p>
            <a:pPr marL="0" indent="0" algn="ctr">
              <a:buNone/>
            </a:pPr>
            <a:r>
              <a:rPr lang="en-US" sz="2000">
                <a:highlight>
                  <a:srgbClr val="FFFFFF"/>
                </a:highlight>
                <a:latin typeface="Times New Roman"/>
                <a:cs typeface="Times New Roman"/>
              </a:rPr>
              <a:t> [ s₃,₀  s₃,₁  s₃,₂  s₃,₃ ]</a:t>
            </a:r>
            <a:endParaRPr lang="ru-RU" sz="2000">
              <a:highlight>
                <a:srgbClr val="FFFFFF"/>
              </a:highlight>
              <a:latin typeface="Times New Roman"/>
              <a:cs typeface="Times New Roman"/>
            </a:endParaRPr>
          </a:p>
          <a:p>
            <a:pPr marL="0" indent="0" algn="ctr">
              <a:buNone/>
            </a:pPr>
            <a:endParaRPr lang="en-US" sz="2000">
              <a:highlight>
                <a:srgbClr val="FFFFFF"/>
              </a:highlight>
              <a:latin typeface="Times New Roman"/>
              <a:cs typeface="Times New Roman"/>
            </a:endParaRPr>
          </a:p>
          <a:p>
            <a:r>
              <a:rPr lang="en-US" sz="2000">
                <a:highlight>
                  <a:srgbClr val="FFFFFF"/>
                </a:highlight>
                <a:latin typeface="Times New Roman"/>
                <a:cs typeface="Times New Roman"/>
              </a:rPr>
              <a:t>Each sᵢ,ⱼ is an 8-bit byte. Bytes are filled column-wise from the input block.</a:t>
            </a:r>
          </a:p>
          <a:p>
            <a:endParaRPr lang="ru-RU" sz="2000">
              <a:latin typeface="Times New Roman"/>
              <a:cs typeface="Times New Roman"/>
            </a:endParaRPr>
          </a:p>
        </p:txBody>
      </p:sp>
    </p:spTree>
    <p:extLst>
      <p:ext uri="{BB962C8B-B14F-4D97-AF65-F5344CB8AC3E}">
        <p14:creationId xmlns:p14="http://schemas.microsoft.com/office/powerpoint/2010/main" val="29483283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4CF0DCF-90AA-9BDE-A577-616B1A234B94}"/>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5.3 AES </a:t>
            </a:r>
            <a:r>
              <a:rPr lang="ru-RU" sz="4000" b="1" err="1">
                <a:solidFill>
                  <a:srgbClr val="FFFFFF"/>
                </a:solidFill>
                <a:latin typeface="Times New Roman"/>
                <a:cs typeface="Times New Roman"/>
              </a:rPr>
              <a:t>Round</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Transformations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9CEF247-7E03-2001-9B45-E48757203191}"/>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Each</a:t>
            </a:r>
            <a:r>
              <a:rPr lang="ru-RU" sz="2000">
                <a:highlight>
                  <a:srgbClr val="FFFFFF"/>
                </a:highlight>
                <a:latin typeface="Times New Roman"/>
                <a:cs typeface="Times New Roman"/>
              </a:rPr>
              <a:t> AES </a:t>
            </a:r>
            <a:r>
              <a:rPr lang="ru-RU" sz="2000" err="1">
                <a:highlight>
                  <a:srgbClr val="FFFFFF"/>
                </a:highlight>
                <a:latin typeface="Times New Roman"/>
                <a:cs typeface="Times New Roman"/>
              </a:rPr>
              <a:t>round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except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last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applies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four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transformations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state</a:t>
            </a:r>
            <a:r>
              <a:rPr lang="ru-RU" sz="2000">
                <a:highlight>
                  <a:srgbClr val="FFFFFF"/>
                </a:highlight>
                <a:latin typeface="Times New Roman"/>
                <a:cs typeface="Times New Roman"/>
              </a:rPr>
              <a:t>:</a:t>
            </a:r>
            <a:endParaRPr lang="ru-RU">
              <a:latin typeface="Times New Roman"/>
              <a:cs typeface="Times New Roman"/>
            </a:endParaRPr>
          </a:p>
          <a:p>
            <a:r>
              <a:rPr lang="ru-RU" sz="2000" b="1" err="1">
                <a:highlight>
                  <a:srgbClr val="FFE5E5"/>
                </a:highlight>
                <a:latin typeface="Times New Roman"/>
                <a:cs typeface="Times New Roman"/>
              </a:rPr>
              <a:t>SubBytes</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Confusion</a:t>
            </a:r>
            <a:r>
              <a:rPr lang="ru-RU" sz="2000" b="1">
                <a:highlight>
                  <a:srgbClr val="FFFFFF"/>
                </a:highlight>
                <a:latin typeface="Times New Roman"/>
                <a:cs typeface="Times New Roman"/>
              </a:rPr>
              <a:t>)</a:t>
            </a:r>
          </a:p>
          <a:p>
            <a:r>
              <a:rPr lang="ru-RU" sz="2000" b="1" err="1">
                <a:highlight>
                  <a:srgbClr val="FFE5E5"/>
                </a:highlight>
                <a:latin typeface="Times New Roman"/>
                <a:cs typeface="Times New Roman"/>
              </a:rPr>
              <a:t>ShiftRows</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Diffusion</a:t>
            </a:r>
            <a:r>
              <a:rPr lang="ru-RU" sz="2000" b="1">
                <a:highlight>
                  <a:srgbClr val="FFFFFF"/>
                </a:highlight>
                <a:latin typeface="Times New Roman"/>
                <a:cs typeface="Times New Roman"/>
              </a:rPr>
              <a:t>)</a:t>
            </a:r>
          </a:p>
          <a:p>
            <a:r>
              <a:rPr lang="ru-RU" sz="2000" b="1" err="1">
                <a:highlight>
                  <a:srgbClr val="FFFFFF"/>
                </a:highlight>
                <a:latin typeface="Times New Roman"/>
                <a:cs typeface="Times New Roman"/>
              </a:rPr>
              <a:t>MixColumns</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Diffusion</a:t>
            </a:r>
            <a:r>
              <a:rPr lang="ru-RU" sz="2000" b="1">
                <a:highlight>
                  <a:srgbClr val="FFFFFF"/>
                </a:highlight>
                <a:latin typeface="Times New Roman"/>
                <a:cs typeface="Times New Roman"/>
              </a:rPr>
              <a:t>)</a:t>
            </a:r>
          </a:p>
          <a:p>
            <a:r>
              <a:rPr lang="ru-RU" sz="2000" b="1" err="1">
                <a:highlight>
                  <a:srgbClr val="FFFFFF"/>
                </a:highlight>
                <a:latin typeface="Times New Roman"/>
                <a:cs typeface="Times New Roman"/>
              </a:rPr>
              <a:t>AddRoundKey</a:t>
            </a:r>
            <a:r>
              <a:rPr lang="ru-RU" sz="2000" b="1">
                <a:highlight>
                  <a:srgbClr val="FFFFFF"/>
                </a:highlight>
                <a:latin typeface="Times New Roman"/>
                <a:cs typeface="Times New Roman"/>
              </a:rPr>
              <a:t> (Key </a:t>
            </a:r>
            <a:r>
              <a:rPr lang="ru-RU" sz="2000" b="1" err="1">
                <a:highlight>
                  <a:srgbClr val="FFFFFF"/>
                </a:highlight>
                <a:latin typeface="Times New Roman"/>
                <a:cs typeface="Times New Roman"/>
              </a:rPr>
              <a:t>Mixing</a:t>
            </a:r>
            <a:r>
              <a:rPr lang="ru-RU" sz="2000" b="1">
                <a:highlight>
                  <a:srgbClr val="FFFFFF"/>
                </a:highlight>
                <a:latin typeface="Times New Roman"/>
                <a:cs typeface="Times New Roman"/>
              </a:rPr>
              <a:t>)</a:t>
            </a:r>
          </a:p>
        </p:txBody>
      </p:sp>
    </p:spTree>
    <p:extLst>
      <p:ext uri="{BB962C8B-B14F-4D97-AF65-F5344CB8AC3E}">
        <p14:creationId xmlns:p14="http://schemas.microsoft.com/office/powerpoint/2010/main" val="1248222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3980A40-EB61-F783-9697-E9797603B1CC}"/>
              </a:ext>
            </a:extLst>
          </p:cNvPr>
          <p:cNvSpPr>
            <a:spLocks noGrp="1"/>
          </p:cNvSpPr>
          <p:nvPr>
            <p:ph type="title"/>
          </p:nvPr>
        </p:nvSpPr>
        <p:spPr>
          <a:xfrm>
            <a:off x="1371599" y="294538"/>
            <a:ext cx="9895951" cy="1033669"/>
          </a:xfrm>
        </p:spPr>
        <p:txBody>
          <a:bodyPr>
            <a:normAutofit/>
          </a:bodyPr>
          <a:lstStyle/>
          <a:p>
            <a:r>
              <a:rPr lang="en-US" sz="4000" b="1">
                <a:solidFill>
                  <a:srgbClr val="FFFFFF"/>
                </a:solidFill>
                <a:latin typeface="Times New Roman"/>
                <a:cs typeface="Times New Roman"/>
              </a:rPr>
              <a:t>5.3.1 </a:t>
            </a:r>
            <a:r>
              <a:rPr lang="en-US" sz="4000" b="1" err="1">
                <a:solidFill>
                  <a:srgbClr val="FFFFFF"/>
                </a:solidFill>
                <a:latin typeface="Times New Roman"/>
                <a:cs typeface="Times New Roman"/>
              </a:rPr>
              <a:t>SubBytes</a:t>
            </a:r>
            <a:r>
              <a:rPr lang="en-US" sz="4000" b="1">
                <a:solidFill>
                  <a:srgbClr val="FFFFFF"/>
                </a:solidFill>
                <a:latin typeface="Times New Roman"/>
                <a:cs typeface="Times New Roman"/>
              </a:rPr>
              <a:t> (Confusion)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D7552A3C-08C7-11E0-74FB-D1A529DD5549}"/>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a:t>
            </a:r>
            <a:r>
              <a:rPr lang="en-US" sz="2000">
                <a:highlight>
                  <a:srgbClr val="FFFFFF"/>
                </a:highlight>
                <a:latin typeface="Times New Roman"/>
                <a:cs typeface="Times New Roman"/>
              </a:rPr>
              <a:t>SubBytes is a non-linear byte substitution applied independently to each byte of the state using a fixed 8-bit S-box. The S-box is constructed using the multiplicative inverse in GF(2⁸) followed by an affine transformation.</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For each byte sᵢ,ⱼ: sᵢ,ⱼ ← S-box[sᵢ,ⱼ]</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The AES S-</a:t>
            </a:r>
            <a:r>
              <a:rPr lang="ru-RU" sz="2000" err="1">
                <a:highlight>
                  <a:srgbClr val="FFFFFF"/>
                </a:highlight>
                <a:latin typeface="Times New Roman"/>
                <a:cs typeface="Times New Roman"/>
              </a:rPr>
              <a:t>box</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provides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strong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non-linearity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resisting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cryptanalysis</a:t>
            </a:r>
            <a:r>
              <a:rPr lang="ru-RU" sz="2000">
                <a:highlight>
                  <a:srgbClr val="FFFFFF"/>
                </a:highlight>
                <a:latin typeface="Times New Roman"/>
                <a:cs typeface="Times New Roman"/>
              </a:rPr>
              <a:t>. It </a:t>
            </a:r>
            <a:r>
              <a:rPr lang="ru-RU" sz="2000" err="1">
                <a:highlight>
                  <a:srgbClr val="FFFFFF"/>
                </a:highlight>
                <a:latin typeface="Times New Roman"/>
                <a:cs typeface="Times New Roman"/>
              </a:rPr>
              <a:t>has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fixed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points</a:t>
            </a:r>
            <a:r>
              <a:rPr lang="ru-RU" sz="2000">
                <a:highlight>
                  <a:srgbClr val="FFFFFF"/>
                </a:highlight>
                <a:latin typeface="Times New Roman"/>
                <a:cs typeface="Times New Roman"/>
              </a:rPr>
              <a:t> (S[x] ≠ x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all</a:t>
            </a:r>
            <a:r>
              <a:rPr lang="ru-RU" sz="2000">
                <a:highlight>
                  <a:srgbClr val="FFFFFF"/>
                </a:highlight>
                <a:latin typeface="Times New Roman"/>
                <a:cs typeface="Times New Roman"/>
              </a:rPr>
              <a:t> x)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excellent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uniformity</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3479202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AA145D4-1F89-5CC1-D098-6F6120004761}"/>
              </a:ext>
            </a:extLst>
          </p:cNvPr>
          <p:cNvSpPr>
            <a:spLocks noGrp="1"/>
          </p:cNvSpPr>
          <p:nvPr>
            <p:ph type="title"/>
          </p:nvPr>
        </p:nvSpPr>
        <p:spPr>
          <a:xfrm>
            <a:off x="1371599" y="294538"/>
            <a:ext cx="9895951" cy="1033669"/>
          </a:xfrm>
        </p:spPr>
        <p:txBody>
          <a:bodyPr>
            <a:normAutofit/>
          </a:bodyPr>
          <a:lstStyle/>
          <a:p>
            <a:r>
              <a:rPr lang="en-US" sz="4000" b="1">
                <a:solidFill>
                  <a:srgbClr val="FFFFFF"/>
                </a:solidFill>
                <a:latin typeface="Times New Roman"/>
                <a:cs typeface="Times New Roman"/>
              </a:rPr>
              <a:t>5.3.2 </a:t>
            </a:r>
            <a:r>
              <a:rPr lang="en-US" sz="4000" b="1" err="1">
                <a:solidFill>
                  <a:srgbClr val="FFFFFF"/>
                </a:solidFill>
                <a:latin typeface="Times New Roman"/>
                <a:cs typeface="Times New Roman"/>
              </a:rPr>
              <a:t>ShiftRows</a:t>
            </a:r>
            <a:r>
              <a:rPr lang="en-US" sz="4000" b="1">
                <a:solidFill>
                  <a:srgbClr val="FFFFFF"/>
                </a:solidFill>
                <a:latin typeface="Times New Roman"/>
                <a:cs typeface="Times New Roman"/>
              </a:rPr>
              <a:t> (Diffusion)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16967792-9BA6-F46B-948A-60E436A1D05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b="1">
                <a:highlight>
                  <a:srgbClr val="FFFFFF"/>
                </a:highlight>
                <a:latin typeface="Times New Roman"/>
                <a:cs typeface="Times New Roman"/>
              </a:rPr>
              <a:t>Definition: </a:t>
            </a:r>
            <a:r>
              <a:rPr lang="en-US" sz="2000" err="1">
                <a:highlight>
                  <a:srgbClr val="FFFFFF"/>
                </a:highlight>
                <a:latin typeface="Times New Roman"/>
                <a:cs typeface="Times New Roman"/>
              </a:rPr>
              <a:t>ShiftRows</a:t>
            </a:r>
            <a:r>
              <a:rPr lang="en-US" sz="2000">
                <a:highlight>
                  <a:srgbClr val="FFFFFF"/>
                </a:highlight>
                <a:latin typeface="Times New Roman"/>
                <a:cs typeface="Times New Roman"/>
              </a:rPr>
              <a:t> cyclically shifts the bytes in each row of the state to the left by a row-dependent offset:</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Row</a:t>
            </a:r>
            <a:r>
              <a:rPr lang="ru-RU" sz="2000">
                <a:highlight>
                  <a:srgbClr val="FFFFFF"/>
                </a:highlight>
                <a:latin typeface="Times New Roman"/>
                <a:cs typeface="Times New Roman"/>
              </a:rPr>
              <a:t> 0: No </a:t>
            </a:r>
            <a:r>
              <a:rPr lang="ru-RU" sz="2000" err="1">
                <a:highlight>
                  <a:srgbClr val="FFFFFF"/>
                </a:highlight>
                <a:latin typeface="Times New Roman"/>
                <a:cs typeface="Times New Roman"/>
              </a:rPr>
              <a:t>shift</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Row</a:t>
            </a:r>
            <a:r>
              <a:rPr lang="ru-RU" sz="2000">
                <a:highlight>
                  <a:srgbClr val="FFFFFF"/>
                </a:highlight>
                <a:latin typeface="Times New Roman"/>
                <a:cs typeface="Times New Roman"/>
              </a:rPr>
              <a:t> 1: Shift </a:t>
            </a:r>
            <a:r>
              <a:rPr lang="ru-RU" sz="2000" err="1">
                <a:highlight>
                  <a:srgbClr val="FFFFFF"/>
                </a:highlight>
                <a:latin typeface="Times New Roman"/>
                <a:cs typeface="Times New Roman"/>
              </a:rPr>
              <a:t>left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1 </a:t>
            </a:r>
            <a:r>
              <a:rPr lang="ru-RU" sz="2000" err="1">
                <a:highlight>
                  <a:srgbClr val="FFFFFF"/>
                </a:highlight>
                <a:latin typeface="Times New Roman"/>
                <a:cs typeface="Times New Roman"/>
              </a:rPr>
              <a:t>byte</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Row</a:t>
            </a:r>
            <a:r>
              <a:rPr lang="ru-RU" sz="2000">
                <a:highlight>
                  <a:srgbClr val="FFFFFF"/>
                </a:highlight>
                <a:latin typeface="Times New Roman"/>
                <a:cs typeface="Times New Roman"/>
              </a:rPr>
              <a:t> 2: Shift </a:t>
            </a:r>
            <a:r>
              <a:rPr lang="ru-RU" sz="2000" err="1">
                <a:highlight>
                  <a:srgbClr val="FFFFFF"/>
                </a:highlight>
                <a:latin typeface="Times New Roman"/>
                <a:cs typeface="Times New Roman"/>
              </a:rPr>
              <a:t>left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2 </a:t>
            </a:r>
            <a:r>
              <a:rPr lang="ru-RU" sz="2000" err="1">
                <a:highlight>
                  <a:srgbClr val="FFFFFF"/>
                </a:highlight>
                <a:latin typeface="Times New Roman"/>
                <a:cs typeface="Times New Roman"/>
              </a:rPr>
              <a:t>bytes</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Row</a:t>
            </a:r>
            <a:r>
              <a:rPr lang="ru-RU" sz="2000">
                <a:highlight>
                  <a:srgbClr val="FFFFFF"/>
                </a:highlight>
                <a:latin typeface="Times New Roman"/>
                <a:cs typeface="Times New Roman"/>
              </a:rPr>
              <a:t> 3: Shift </a:t>
            </a:r>
            <a:r>
              <a:rPr lang="ru-RU" sz="2000" err="1">
                <a:highlight>
                  <a:srgbClr val="FFFFFF"/>
                </a:highlight>
                <a:latin typeface="Times New Roman"/>
                <a:cs typeface="Times New Roman"/>
              </a:rPr>
              <a:t>left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3 </a:t>
            </a:r>
            <a:r>
              <a:rPr lang="ru-RU" sz="2000" err="1">
                <a:highlight>
                  <a:srgbClr val="FFFFFF"/>
                </a:highlight>
                <a:latin typeface="Times New Roman"/>
                <a:cs typeface="Times New Roman"/>
              </a:rPr>
              <a:t>bytes</a:t>
            </a:r>
            <a:endParaRPr lang="ru-RU" sz="2000">
              <a:highlight>
                <a:srgbClr val="FFFFFF"/>
              </a:highlight>
              <a:latin typeface="Times New Roman"/>
              <a:cs typeface="Times New Roman"/>
            </a:endParaRPr>
          </a:p>
          <a:p>
            <a:pPr marL="0" indent="0">
              <a:buNone/>
            </a:pPr>
            <a:r>
              <a:rPr lang="en-US" sz="2000">
                <a:highlight>
                  <a:srgbClr val="FFFFFF"/>
                </a:highlight>
                <a:latin typeface="Times New Roman"/>
                <a:cs typeface="Times New Roman"/>
              </a:rPr>
              <a:t>This transposition provides inter-column diffusion, ensuring that bytes from different columns mix in subsequent operations.</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163886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8D19B57-E6D8-A146-C555-B2CA1552A234}"/>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5.3.3 </a:t>
            </a:r>
            <a:r>
              <a:rPr lang="ru-RU" sz="4000" b="1" err="1">
                <a:solidFill>
                  <a:srgbClr val="FFFFFF"/>
                </a:solidFill>
                <a:latin typeface="Times New Roman"/>
                <a:cs typeface="Times New Roman"/>
              </a:rPr>
              <a:t>MixColumns</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Diffusion</a:t>
            </a:r>
            <a:r>
              <a:rPr lang="ru-RU" sz="4000" b="1">
                <a:solidFill>
                  <a:srgbClr val="FFFFFF"/>
                </a:solidFill>
                <a:latin typeface="Times New Roman"/>
                <a:cs typeface="Times New Roman"/>
              </a:rPr>
              <a:t>)</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F56F8300-CE96-CCF6-E018-E16CFF0C3001}"/>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1700" b="1">
                <a:highlight>
                  <a:srgbClr val="FFFFFF"/>
                </a:highlight>
                <a:latin typeface="Times New Roman"/>
                <a:cs typeface="Times New Roman"/>
              </a:rPr>
              <a:t>Definition: </a:t>
            </a:r>
            <a:r>
              <a:rPr lang="en-US" sz="1700" err="1">
                <a:highlight>
                  <a:srgbClr val="FFFFFF"/>
                </a:highlight>
                <a:latin typeface="Times New Roman"/>
                <a:cs typeface="Times New Roman"/>
              </a:rPr>
              <a:t>MixColumns</a:t>
            </a:r>
            <a:r>
              <a:rPr lang="en-US" sz="1700">
                <a:highlight>
                  <a:srgbClr val="FFFFFF"/>
                </a:highlight>
                <a:latin typeface="Times New Roman"/>
                <a:cs typeface="Times New Roman"/>
              </a:rPr>
              <a:t> applies a linear transformation to each column of the state independently. Each column is treated as a polynomial over GF(2⁸) and multiplied by a fixed polynomial c(x) = 03x³ + 01x² + 01x + 02 modulo x⁴ + 1.</a:t>
            </a:r>
            <a:endParaRPr lang="ru-RU" sz="1700">
              <a:highlight>
                <a:srgbClr val="FFFFFF"/>
              </a:highlight>
              <a:latin typeface="Times New Roman"/>
              <a:cs typeface="Times New Roman"/>
            </a:endParaRPr>
          </a:p>
          <a:p>
            <a:r>
              <a:rPr lang="en-US" sz="1700">
                <a:highlight>
                  <a:srgbClr val="FFFFFF"/>
                </a:highlight>
                <a:latin typeface="Times New Roman"/>
                <a:cs typeface="Times New Roman"/>
              </a:rPr>
              <a:t>Matrix form: Each column [s₀, s₁, s₂, s₃]ᵀ is transformed by multiplying with the fixed matrix:</a:t>
            </a:r>
            <a:endParaRPr lang="ru-RU" sz="1700">
              <a:highlight>
                <a:srgbClr val="FFFFFF"/>
              </a:highlight>
              <a:latin typeface="Times New Roman"/>
              <a:cs typeface="Times New Roman"/>
            </a:endParaRPr>
          </a:p>
          <a:p>
            <a:pPr marL="0" indent="0">
              <a:buNone/>
            </a:pPr>
            <a:r>
              <a:rPr lang="en-US" sz="1700">
                <a:highlight>
                  <a:srgbClr val="FFFFFF"/>
                </a:highlight>
                <a:latin typeface="Times New Roman"/>
                <a:cs typeface="Times New Roman"/>
              </a:rPr>
              <a:t>     [ 02  03  01  01 ] × [ s₀ ]</a:t>
            </a:r>
            <a:endParaRPr lang="ru-RU" sz="1700">
              <a:highlight>
                <a:srgbClr val="FFFFFF"/>
              </a:highlight>
              <a:latin typeface="Times New Roman"/>
              <a:cs typeface="Times New Roman"/>
            </a:endParaRPr>
          </a:p>
          <a:p>
            <a:pPr marL="0" indent="0">
              <a:buNone/>
            </a:pPr>
            <a:r>
              <a:rPr lang="en-US" sz="1700">
                <a:highlight>
                  <a:srgbClr val="FFFFFF"/>
                </a:highlight>
                <a:latin typeface="Times New Roman"/>
                <a:cs typeface="Times New Roman"/>
              </a:rPr>
              <a:t>     [ 01  02  03  01 ] × [ s₁ ]</a:t>
            </a:r>
            <a:endParaRPr lang="ru-RU" sz="1700">
              <a:highlight>
                <a:srgbClr val="FFFFFF"/>
              </a:highlight>
              <a:latin typeface="Times New Roman"/>
              <a:cs typeface="Times New Roman"/>
            </a:endParaRPr>
          </a:p>
          <a:p>
            <a:pPr marL="0" indent="0">
              <a:buNone/>
            </a:pPr>
            <a:r>
              <a:rPr lang="en-US" sz="1700">
                <a:highlight>
                  <a:srgbClr val="FFFFFF"/>
                </a:highlight>
                <a:latin typeface="Times New Roman"/>
                <a:cs typeface="Times New Roman"/>
              </a:rPr>
              <a:t>     [ 01  01  02  03 ] × [ s₂ ]</a:t>
            </a:r>
            <a:endParaRPr lang="ru-RU" sz="1700">
              <a:highlight>
                <a:srgbClr val="FFFFFF"/>
              </a:highlight>
              <a:latin typeface="Times New Roman"/>
              <a:cs typeface="Times New Roman"/>
            </a:endParaRPr>
          </a:p>
          <a:p>
            <a:pPr marL="0" indent="0">
              <a:buNone/>
            </a:pPr>
            <a:r>
              <a:rPr lang="en-US" sz="1700">
                <a:highlight>
                  <a:srgbClr val="FFFFFF"/>
                </a:highlight>
                <a:latin typeface="Times New Roman"/>
                <a:cs typeface="Times New Roman"/>
              </a:rPr>
              <a:t>     [ 03  01  01  02 ] × [ s₃ ]</a:t>
            </a:r>
            <a:endParaRPr lang="ru-RU" sz="1700">
              <a:highlight>
                <a:srgbClr val="FFFFFF"/>
              </a:highlight>
              <a:latin typeface="Times New Roman"/>
              <a:cs typeface="Times New Roman"/>
            </a:endParaRPr>
          </a:p>
          <a:p>
            <a:r>
              <a:rPr lang="ru-RU" sz="1700">
                <a:highlight>
                  <a:srgbClr val="FFFFFF"/>
                </a:highlight>
                <a:latin typeface="Times New Roman"/>
                <a:cs typeface="Times New Roman"/>
              </a:rPr>
              <a:t>All </a:t>
            </a:r>
            <a:r>
              <a:rPr lang="ru-RU" sz="1700" err="1">
                <a:highlight>
                  <a:srgbClr val="FFFFFF"/>
                </a:highlight>
                <a:latin typeface="Times New Roman"/>
                <a:cs typeface="Times New Roman"/>
              </a:rPr>
              <a:t>operations</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are</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in</a:t>
            </a:r>
            <a:r>
              <a:rPr lang="ru-RU" sz="1700">
                <a:highlight>
                  <a:srgbClr val="FFFFFF"/>
                </a:highlight>
                <a:latin typeface="Times New Roman"/>
                <a:cs typeface="Times New Roman"/>
              </a:rPr>
              <a:t> GF(2⁸). </a:t>
            </a:r>
            <a:r>
              <a:rPr lang="ru-RU" sz="1700" err="1">
                <a:highlight>
                  <a:srgbClr val="FFFFFF"/>
                </a:highlight>
                <a:latin typeface="Times New Roman"/>
                <a:cs typeface="Times New Roman"/>
              </a:rPr>
              <a:t>This</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ensures</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maximum</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distance</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between</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any</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input</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and</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output</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guaranteeing</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that</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each</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output</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byte</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depends</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on</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all</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four</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input</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bytes</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of</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the</a:t>
            </a:r>
            <a:r>
              <a:rPr lang="ru-RU" sz="1700">
                <a:highlight>
                  <a:srgbClr val="FFFFFF"/>
                </a:highlight>
                <a:latin typeface="Times New Roman"/>
                <a:cs typeface="Times New Roman"/>
              </a:rPr>
              <a:t> </a:t>
            </a:r>
            <a:r>
              <a:rPr lang="ru-RU" sz="1700" err="1">
                <a:highlight>
                  <a:srgbClr val="FFFFFF"/>
                </a:highlight>
                <a:latin typeface="Times New Roman"/>
                <a:cs typeface="Times New Roman"/>
              </a:rPr>
              <a:t>column</a:t>
            </a:r>
            <a:r>
              <a:rPr lang="ru-RU" sz="1700">
                <a:highlight>
                  <a:srgbClr val="FFFFFF"/>
                </a:highlight>
                <a:latin typeface="Times New Roman"/>
                <a:cs typeface="Times New Roman"/>
              </a:rPr>
              <a:t>.</a:t>
            </a:r>
          </a:p>
          <a:p>
            <a:endParaRPr lang="ru-RU" sz="1700">
              <a:latin typeface="Times New Roman"/>
              <a:cs typeface="Times New Roman"/>
            </a:endParaRPr>
          </a:p>
        </p:txBody>
      </p:sp>
    </p:spTree>
    <p:extLst>
      <p:ext uri="{BB962C8B-B14F-4D97-AF65-F5344CB8AC3E}">
        <p14:creationId xmlns:p14="http://schemas.microsoft.com/office/powerpoint/2010/main" val="2831104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D4D301D-870B-7230-5765-3861C4995DB1}"/>
              </a:ext>
            </a:extLst>
          </p:cNvPr>
          <p:cNvSpPr>
            <a:spLocks noGrp="1"/>
          </p:cNvSpPr>
          <p:nvPr>
            <p:ph type="title"/>
          </p:nvPr>
        </p:nvSpPr>
        <p:spPr>
          <a:xfrm>
            <a:off x="1371599" y="294538"/>
            <a:ext cx="9895951" cy="1033669"/>
          </a:xfrm>
        </p:spPr>
        <p:txBody>
          <a:bodyPr>
            <a:normAutofit/>
          </a:bodyPr>
          <a:lstStyle/>
          <a:p>
            <a:r>
              <a:rPr lang="en-US" sz="4000" b="1">
                <a:solidFill>
                  <a:srgbClr val="FFFFFF"/>
                </a:solidFill>
                <a:latin typeface="Times New Roman"/>
                <a:cs typeface="Times New Roman"/>
              </a:rPr>
              <a:t>5.3.4 </a:t>
            </a:r>
            <a:r>
              <a:rPr lang="en-US" sz="4000" b="1" err="1">
                <a:solidFill>
                  <a:srgbClr val="FFFFFF"/>
                </a:solidFill>
                <a:latin typeface="Times New Roman"/>
                <a:cs typeface="Times New Roman"/>
              </a:rPr>
              <a:t>AddRounadKey</a:t>
            </a:r>
            <a:r>
              <a:rPr lang="en-US" sz="4000" b="1">
                <a:solidFill>
                  <a:srgbClr val="FFFFFF"/>
                </a:solidFill>
                <a:latin typeface="Times New Roman"/>
                <a:cs typeface="Times New Roman"/>
              </a:rPr>
              <a:t> (Key Mixing)</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E49782EE-31BD-4ADD-6BA3-637625DA03C7}"/>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a:t>
            </a:r>
            <a:r>
              <a:rPr lang="en-US" sz="2000">
                <a:highlight>
                  <a:srgbClr val="FFFFFF"/>
                </a:highlight>
                <a:latin typeface="Times New Roman"/>
                <a:cs typeface="Times New Roman"/>
              </a:rPr>
              <a:t>AddRoundKey XORs the current state with the round key derived from the key schedule:</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sᵢ,ⱼ ← sᵢ,ⱼ ⊕ kᵢ,ⱼ⁽ʳᵒᵘⁿᵈ⁾</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This simple operation introduces key dependency while maintaining reversibility (XOR is its own inverse).</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220728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6DFA9E0-8916-F89A-C5EB-801CEB7B4E00}"/>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5.4 AES Encryption Algorithm</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8932A2CF-8C23-46D0-A385-E4976B282D6F}"/>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Complete</a:t>
            </a:r>
            <a:r>
              <a:rPr lang="ru-RU" sz="2000">
                <a:highlight>
                  <a:srgbClr val="FFFFFF"/>
                </a:highlight>
                <a:latin typeface="Times New Roman"/>
                <a:cs typeface="Times New Roman"/>
              </a:rPr>
              <a:t> AES-128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(10 </a:t>
            </a:r>
            <a:r>
              <a:rPr lang="ru-RU" sz="2000" err="1">
                <a:highlight>
                  <a:srgbClr val="FFFFFF"/>
                </a:highlight>
                <a:latin typeface="Times New Roman"/>
                <a:cs typeface="Times New Roman"/>
              </a:rPr>
              <a:t>rounds</a:t>
            </a:r>
            <a:r>
              <a:rPr lang="ru-RU" sz="2000">
                <a:highlight>
                  <a:srgbClr val="FFFFFF"/>
                </a:highlight>
                <a:latin typeface="Times New Roman"/>
                <a:cs typeface="Times New Roman"/>
              </a:rPr>
              <a:t>):</a:t>
            </a:r>
            <a:endParaRPr lang="ru-RU"/>
          </a:p>
          <a:p>
            <a:r>
              <a:rPr lang="en-US" sz="2000">
                <a:highlight>
                  <a:srgbClr val="FFFFFF"/>
                </a:highlight>
                <a:latin typeface="Times New Roman"/>
                <a:cs typeface="Times New Roman"/>
              </a:rPr>
              <a:t>Initial Round: </a:t>
            </a:r>
            <a:r>
              <a:rPr lang="en-US" sz="2000" err="1">
                <a:highlight>
                  <a:srgbClr val="FFFFFF"/>
                </a:highlight>
                <a:latin typeface="Times New Roman"/>
                <a:cs typeface="Times New Roman"/>
              </a:rPr>
              <a:t>AddRoundKey</a:t>
            </a:r>
            <a:r>
              <a:rPr lang="en-US" sz="2000">
                <a:highlight>
                  <a:srgbClr val="FFFFFF"/>
                </a:highlight>
                <a:latin typeface="Times New Roman"/>
                <a:cs typeface="Times New Roman"/>
              </a:rPr>
              <a:t> (with key schedule word w[0...3])</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Main Rounds (rounds 1-9): </a:t>
            </a:r>
            <a:r>
              <a:rPr lang="en-US" sz="2000" err="1">
                <a:highlight>
                  <a:srgbClr val="FFFFFF"/>
                </a:highlight>
                <a:latin typeface="Times New Roman"/>
                <a:cs typeface="Times New Roman"/>
              </a:rPr>
              <a:t>SubBytes</a:t>
            </a:r>
            <a:r>
              <a:rPr lang="en-US" sz="2000">
                <a:highlight>
                  <a:srgbClr val="FFFFFF"/>
                </a:highlight>
                <a:latin typeface="Times New Roman"/>
                <a:cs typeface="Times New Roman"/>
              </a:rPr>
              <a:t> → </a:t>
            </a:r>
            <a:r>
              <a:rPr lang="en-US" sz="2000" err="1">
                <a:highlight>
                  <a:srgbClr val="FFFFFF"/>
                </a:highlight>
                <a:latin typeface="Times New Roman"/>
                <a:cs typeface="Times New Roman"/>
              </a:rPr>
              <a:t>ShiftRows</a:t>
            </a:r>
            <a:r>
              <a:rPr lang="en-US" sz="2000">
                <a:highlight>
                  <a:srgbClr val="FFFFFF"/>
                </a:highlight>
                <a:latin typeface="Times New Roman"/>
                <a:cs typeface="Times New Roman"/>
              </a:rPr>
              <a:t> → </a:t>
            </a:r>
            <a:r>
              <a:rPr lang="en-US" sz="2000" err="1">
                <a:highlight>
                  <a:srgbClr val="FFFFFF"/>
                </a:highlight>
                <a:latin typeface="Times New Roman"/>
                <a:cs typeface="Times New Roman"/>
              </a:rPr>
              <a:t>MixColumns</a:t>
            </a:r>
            <a:r>
              <a:rPr lang="en-US" sz="2000">
                <a:highlight>
                  <a:srgbClr val="FFFFFF"/>
                </a:highlight>
                <a:latin typeface="Times New Roman"/>
                <a:cs typeface="Times New Roman"/>
              </a:rPr>
              <a:t> → </a:t>
            </a:r>
            <a:r>
              <a:rPr lang="en-US" sz="2000" err="1">
                <a:highlight>
                  <a:srgbClr val="FFFFFF"/>
                </a:highlight>
                <a:latin typeface="Times New Roman"/>
                <a:cs typeface="Times New Roman"/>
              </a:rPr>
              <a:t>AddRoundKey</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Final Round (round 10): </a:t>
            </a:r>
            <a:r>
              <a:rPr lang="en-US" sz="2000" err="1">
                <a:highlight>
                  <a:srgbClr val="FFFFFF"/>
                </a:highlight>
                <a:latin typeface="Times New Roman"/>
                <a:cs typeface="Times New Roman"/>
              </a:rPr>
              <a:t>SubBytes</a:t>
            </a:r>
            <a:r>
              <a:rPr lang="en-US" sz="2000">
                <a:highlight>
                  <a:srgbClr val="FFFFFF"/>
                </a:highlight>
                <a:latin typeface="Times New Roman"/>
                <a:cs typeface="Times New Roman"/>
              </a:rPr>
              <a:t> → </a:t>
            </a:r>
            <a:r>
              <a:rPr lang="en-US" sz="2000" err="1">
                <a:highlight>
                  <a:srgbClr val="FFFFFF"/>
                </a:highlight>
                <a:latin typeface="Times New Roman"/>
                <a:cs typeface="Times New Roman"/>
              </a:rPr>
              <a:t>ShiftRows</a:t>
            </a:r>
            <a:r>
              <a:rPr lang="en-US" sz="2000">
                <a:highlight>
                  <a:srgbClr val="FFFFFF"/>
                </a:highlight>
                <a:latin typeface="Times New Roman"/>
                <a:cs typeface="Times New Roman"/>
              </a:rPr>
              <a:t> → </a:t>
            </a:r>
            <a:r>
              <a:rPr lang="en-US" sz="2000" err="1">
                <a:highlight>
                  <a:srgbClr val="FFFFFF"/>
                </a:highlight>
                <a:latin typeface="Times New Roman"/>
                <a:cs typeface="Times New Roman"/>
              </a:rPr>
              <a:t>AddRoundKey</a:t>
            </a:r>
            <a:r>
              <a:rPr lang="en-US" sz="2000">
                <a:highlight>
                  <a:srgbClr val="FFFFFF"/>
                </a:highlight>
                <a:latin typeface="Times New Roman"/>
                <a:cs typeface="Times New Roman"/>
              </a:rPr>
              <a:t> (no </a:t>
            </a:r>
            <a:r>
              <a:rPr lang="en-US" sz="2000" err="1">
                <a:highlight>
                  <a:srgbClr val="FFFFFF"/>
                </a:highlight>
                <a:latin typeface="Times New Roman"/>
                <a:cs typeface="Times New Roman"/>
              </a:rPr>
              <a:t>MixColumns</a:t>
            </a:r>
            <a:r>
              <a:rPr lang="en-US" sz="2000">
                <a:highlight>
                  <a:srgbClr val="FFFFFF"/>
                </a:highlight>
                <a:latin typeface="Times New Roman"/>
                <a:cs typeface="Times New Roman"/>
              </a:rPr>
              <a:t>)</a:t>
            </a:r>
            <a:endParaRPr lang="ru-RU" sz="2000">
              <a:highlight>
                <a:srgbClr val="FFFFFF"/>
              </a:highlight>
              <a:latin typeface="Times New Roman"/>
              <a:cs typeface="Times New Roman"/>
            </a:endParaRPr>
          </a:p>
          <a:p>
            <a:pPr marL="0" indent="0">
              <a:buNone/>
            </a:pPr>
            <a:endParaRPr lang="en-US" sz="2000">
              <a:highlight>
                <a:srgbClr val="FFFFFF"/>
              </a:highlight>
              <a:latin typeface="Times New Roman"/>
              <a:cs typeface="Times New Roman"/>
            </a:endParaRPr>
          </a:p>
          <a:p>
            <a:pPr marL="0" indent="0">
              <a:buNone/>
            </a:pPr>
            <a:r>
              <a:rPr lang="en-US" sz="2000">
                <a:highlight>
                  <a:srgbClr val="FFFFFF"/>
                </a:highlight>
                <a:latin typeface="Times New Roman"/>
                <a:cs typeface="Times New Roman"/>
              </a:rPr>
              <a:t>The final round omits </a:t>
            </a:r>
            <a:r>
              <a:rPr lang="en-US" sz="2000" err="1">
                <a:highlight>
                  <a:srgbClr val="FFFFFF"/>
                </a:highlight>
                <a:latin typeface="Times New Roman"/>
                <a:cs typeface="Times New Roman"/>
              </a:rPr>
              <a:t>MixColumns</a:t>
            </a:r>
            <a:r>
              <a:rPr lang="en-US" sz="2000">
                <a:highlight>
                  <a:srgbClr val="FFFFFF"/>
                </a:highlight>
                <a:latin typeface="Times New Roman"/>
                <a:cs typeface="Times New Roman"/>
              </a:rPr>
              <a:t> because it would not add security (the attacker can simply apply the inverse </a:t>
            </a:r>
            <a:r>
              <a:rPr lang="en-US" sz="2000" err="1">
                <a:highlight>
                  <a:srgbClr val="FFFFFF"/>
                </a:highlight>
                <a:latin typeface="Times New Roman"/>
                <a:cs typeface="Times New Roman"/>
              </a:rPr>
              <a:t>MixColumns</a:t>
            </a:r>
            <a:r>
              <a:rPr lang="en-US" sz="2000">
                <a:highlight>
                  <a:srgbClr val="FFFFFF"/>
                </a:highlight>
                <a:latin typeface="Times New Roman"/>
                <a:cs typeface="Times New Roman"/>
              </a:rPr>
              <a:t> operation).</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166257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8C182C0-BED2-73B2-BEC0-411F85D94EB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5.5 AES Key Schedule</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74AC1015-9D15-FEBB-D3E2-E97190C0FCF6}"/>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en-US" sz="2000">
                <a:highlight>
                  <a:srgbClr val="FFFFFF"/>
                </a:highlight>
                <a:latin typeface="Times New Roman"/>
                <a:cs typeface="Times New Roman"/>
              </a:rPr>
              <a:t>The key schedule expands the input key into multiple round keys. For AES-128 with 10 rounds, 11 round keys are needed (one for initial </a:t>
            </a:r>
            <a:r>
              <a:rPr lang="en-US" sz="2000" err="1">
                <a:highlight>
                  <a:srgbClr val="FFFFFF"/>
                </a:highlight>
                <a:latin typeface="Times New Roman"/>
                <a:cs typeface="Times New Roman"/>
              </a:rPr>
              <a:t>AddRoundKey</a:t>
            </a:r>
            <a:r>
              <a:rPr lang="en-US" sz="2000">
                <a:highlight>
                  <a:srgbClr val="FFFFFF"/>
                </a:highlight>
                <a:latin typeface="Times New Roman"/>
                <a:cs typeface="Times New Roman"/>
              </a:rPr>
              <a:t>, ten for main rounds), each 128 bits, totaling 44 32-bit words.</a:t>
            </a:r>
            <a:endParaRPr lang="ru-RU" sz="2000">
              <a:highlight>
                <a:srgbClr val="FFFFFF"/>
              </a:highlight>
              <a:latin typeface="Times New Roman"/>
              <a:cs typeface="Times New Roman"/>
            </a:endParaRPr>
          </a:p>
          <a:p>
            <a:pPr marL="0" indent="0">
              <a:buNone/>
            </a:pPr>
            <a:r>
              <a:rPr lang="ru-RU" sz="2000">
                <a:highlight>
                  <a:srgbClr val="FFFFFF"/>
                </a:highlight>
                <a:latin typeface="Times New Roman"/>
                <a:cs typeface="Times New Roman"/>
              </a:rPr>
              <a:t>Key </a:t>
            </a:r>
            <a:r>
              <a:rPr lang="ru-RU" sz="2000" err="1">
                <a:highlight>
                  <a:srgbClr val="FFFFFF"/>
                </a:highlight>
                <a:latin typeface="Times New Roman"/>
                <a:cs typeface="Times New Roman"/>
              </a:rPr>
              <a:t>Expansion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Algorithm</a:t>
            </a:r>
            <a:r>
              <a:rPr lang="ru-RU" sz="2000">
                <a:highlight>
                  <a:srgbClr val="FFFFFF"/>
                </a:highlight>
                <a:latin typeface="Times New Roman"/>
                <a:cs typeface="Times New Roman"/>
              </a:rPr>
              <a:t>:</a:t>
            </a:r>
            <a:endParaRPr lang="ru-RU" sz="2000">
              <a:latin typeface="Times New Roman"/>
              <a:cs typeface="Times New Roman"/>
            </a:endParaRPr>
          </a:p>
          <a:p>
            <a:r>
              <a:rPr lang="en-US" sz="2000">
                <a:highlight>
                  <a:srgbClr val="FFFFFF"/>
                </a:highlight>
                <a:latin typeface="Times New Roman"/>
                <a:cs typeface="Times New Roman"/>
              </a:rPr>
              <a:t>Initialize: The first four words w[0], w[1], w[2], w[3] are taken directly from the 128-bit input key.</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Iteration: For </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 4 to 43, compute w[</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based on w[i-1] and w[i-4]. Every fourth word (</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mod 4 = 0) undergoes a special transformation involving </a:t>
            </a:r>
            <a:r>
              <a:rPr lang="en-US" sz="2000" err="1">
                <a:highlight>
                  <a:srgbClr val="FFFFFF"/>
                </a:highlight>
                <a:latin typeface="Times New Roman"/>
                <a:cs typeface="Times New Roman"/>
              </a:rPr>
              <a:t>RotWord</a:t>
            </a:r>
            <a:r>
              <a:rPr lang="en-US" sz="2000">
                <a:highlight>
                  <a:srgbClr val="FFFFFF"/>
                </a:highlight>
                <a:latin typeface="Times New Roman"/>
                <a:cs typeface="Times New Roman"/>
              </a:rPr>
              <a:t> (circular left shift), </a:t>
            </a:r>
            <a:r>
              <a:rPr lang="en-US" sz="2000" err="1">
                <a:highlight>
                  <a:srgbClr val="FFFFFF"/>
                </a:highlight>
                <a:latin typeface="Times New Roman"/>
                <a:cs typeface="Times New Roman"/>
              </a:rPr>
              <a:t>SubWord</a:t>
            </a:r>
            <a:r>
              <a:rPr lang="en-US" sz="2000">
                <a:highlight>
                  <a:srgbClr val="FFFFFF"/>
                </a:highlight>
                <a:latin typeface="Times New Roman"/>
                <a:cs typeface="Times New Roman"/>
              </a:rPr>
              <a:t> (S-box application), and XOR with a round constant </a:t>
            </a:r>
            <a:r>
              <a:rPr lang="en-US" sz="2000" err="1">
                <a:highlight>
                  <a:srgbClr val="FFFFFF"/>
                </a:highlight>
                <a:latin typeface="Times New Roman"/>
                <a:cs typeface="Times New Roman"/>
              </a:rPr>
              <a:t>Rcon</a:t>
            </a:r>
            <a:r>
              <a:rPr lang="en-US" sz="2000">
                <a:highlight>
                  <a:srgbClr val="FFFFFF"/>
                </a:highlight>
                <a:latin typeface="Times New Roman"/>
                <a:cs typeface="Times New Roman"/>
              </a:rPr>
              <a:t>[</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/4].</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Otherwise: w[</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 w[i-1] ⊕ w[i-4].</a:t>
            </a:r>
            <a:endParaRPr lang="ru-RU" sz="2000">
              <a:highlight>
                <a:srgbClr val="FFFFFF"/>
              </a:highlight>
              <a:latin typeface="Times New Roman"/>
              <a:cs typeface="Times New Roman"/>
            </a:endParaRPr>
          </a:p>
          <a:p>
            <a:pPr marL="0" indent="0">
              <a:buNone/>
            </a:pPr>
            <a:r>
              <a:rPr lang="en-US" sz="2000">
                <a:highlight>
                  <a:srgbClr val="FFFFFF"/>
                </a:highlight>
                <a:latin typeface="Times New Roman"/>
                <a:cs typeface="Times New Roman"/>
              </a:rPr>
              <a:t>The key schedule introduces non-linearity (through </a:t>
            </a:r>
            <a:r>
              <a:rPr lang="en-US" sz="2000" err="1">
                <a:highlight>
                  <a:srgbClr val="FFFFFF"/>
                </a:highlight>
                <a:latin typeface="Times New Roman"/>
                <a:cs typeface="Times New Roman"/>
              </a:rPr>
              <a:t>SubWord</a:t>
            </a:r>
            <a:r>
              <a:rPr lang="en-US" sz="2000">
                <a:highlight>
                  <a:srgbClr val="FFFFFF"/>
                </a:highlight>
                <a:latin typeface="Times New Roman"/>
                <a:cs typeface="Times New Roman"/>
              </a:rPr>
              <a:t>) and ensures that each round key depends on the master key in a complex manner, preventing related-key attacks.</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3822403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Мультимедиа в Интернете 3" title="AES Explained (Advanced Encryption Standard) - Computerphile">
            <a:hlinkClick r:id="" action="ppaction://noaction"/>
            <a:extLst>
              <a:ext uri="{FF2B5EF4-FFF2-40B4-BE49-F238E27FC236}">
                <a16:creationId xmlns:a16="http://schemas.microsoft.com/office/drawing/2014/main" id="{CDC9BF05-7D7C-EF42-596A-408D54D9FD4F}"/>
              </a:ext>
            </a:extLst>
          </p:cNvPr>
          <p:cNvPicPr>
            <a:picLocks noGrp="1" noRot="1" noChangeAspect="1"/>
          </p:cNvPicPr>
          <p:nvPr>
            <p:ph idx="1"/>
            <a:videoFile r:link="rId1"/>
          </p:nvPr>
        </p:nvPicPr>
        <p:blipFill>
          <a:blip r:embed="rId3"/>
          <a:stretch>
            <a:fillRect/>
          </a:stretch>
        </p:blipFill>
        <p:spPr>
          <a:xfrm>
            <a:off x="-3644" y="592"/>
            <a:ext cx="12244738" cy="7070075"/>
          </a:xfrm>
          <a:prstGeom prst="rect">
            <a:avLst/>
          </a:prstGeom>
        </p:spPr>
      </p:pic>
    </p:spTree>
    <p:extLst>
      <p:ext uri="{BB962C8B-B14F-4D97-AF65-F5344CB8AC3E}">
        <p14:creationId xmlns:p14="http://schemas.microsoft.com/office/powerpoint/2010/main" val="36066199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E3F5BAF-5513-E1CC-0A1E-57F8F950F35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5.6 </a:t>
            </a:r>
            <a:r>
              <a:rPr lang="ru-RU" sz="4000" b="1" err="1">
                <a:solidFill>
                  <a:srgbClr val="FFFFFF"/>
                </a:solidFill>
                <a:latin typeface="Times New Roman"/>
                <a:cs typeface="Times New Roman"/>
              </a:rPr>
              <a:t>Why</a:t>
            </a:r>
            <a:r>
              <a:rPr lang="ru-RU" sz="4000" b="1">
                <a:solidFill>
                  <a:srgbClr val="FFFFFF"/>
                </a:solidFill>
                <a:latin typeface="Times New Roman"/>
                <a:cs typeface="Times New Roman"/>
              </a:rPr>
              <a:t> AES </a:t>
            </a:r>
            <a:r>
              <a:rPr lang="ru-RU" sz="4000" b="1" err="1">
                <a:solidFill>
                  <a:srgbClr val="FFFFFF"/>
                </a:solidFill>
                <a:latin typeface="Times New Roman"/>
                <a:cs typeface="Times New Roman"/>
              </a:rPr>
              <a:t>is</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Considered</a:t>
            </a:r>
            <a:r>
              <a:rPr lang="ru-RU" sz="4000" b="1">
                <a:solidFill>
                  <a:srgbClr val="FFFFFF"/>
                </a:solidFill>
                <a:latin typeface="Times New Roman"/>
                <a:cs typeface="Times New Roman"/>
              </a:rPr>
              <a:t> Secure</a:t>
            </a:r>
          </a:p>
        </p:txBody>
      </p:sp>
      <p:sp>
        <p:nvSpPr>
          <p:cNvPr id="3" name="Объект 2">
            <a:extLst>
              <a:ext uri="{FF2B5EF4-FFF2-40B4-BE49-F238E27FC236}">
                <a16:creationId xmlns:a16="http://schemas.microsoft.com/office/drawing/2014/main" id="{9B19C2C8-5EA7-BBE5-234A-DB0E5C87C148}"/>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a:highlight>
                  <a:srgbClr val="FFFFFF"/>
                </a:highlight>
                <a:latin typeface="Times New Roman"/>
                <a:cs typeface="Times New Roman"/>
              </a:rPr>
              <a:t>Large </a:t>
            </a:r>
            <a:r>
              <a:rPr lang="en-US" sz="2000" err="1">
                <a:highlight>
                  <a:srgbClr val="FFFFFF"/>
                </a:highlight>
                <a:latin typeface="Times New Roman"/>
                <a:cs typeface="Times New Roman"/>
              </a:rPr>
              <a:t>Keyspace</a:t>
            </a:r>
            <a:r>
              <a:rPr lang="en-US" sz="2000">
                <a:highlight>
                  <a:srgbClr val="FFFFFF"/>
                </a:highlight>
                <a:latin typeface="Times New Roman"/>
                <a:cs typeface="Times New Roman"/>
              </a:rPr>
              <a:t>: AES-128 has 2¹²⁸ ≈ 3.4 × 10³⁸ keys, far beyond brute-force capability. AES-256 provides 2²⁵⁶ keys for extreme long-term security.</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Strong Resistance to Known Attacks: No practical attack on full-round AES has been discovered. The best academic attacks (biclique attack, related-key attacks) only work in unrealistic scenarios or reduce security marginally.</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Mathematical Foundation: AES operations in GF(2⁸) provide provable properties like optimal branch numbers for MixColumns, ensuring strong diffusion.</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Extensive Analysis: AES has undergone 20+ years of intensive cryptanalysis by the global research community. It is the most studied cipher in history.</a:t>
            </a:r>
          </a:p>
          <a:p>
            <a:r>
              <a:rPr lang="ru-RU" sz="2000">
                <a:highlight>
                  <a:srgbClr val="FFFFFF"/>
                </a:highlight>
                <a:latin typeface="Times New Roman"/>
                <a:cs typeface="Times New Roman"/>
              </a:rPr>
              <a:t>Hardware Efficiency: Modern CPUs include AES-NI instructions for hardware-accelerated encryption, achieving throughput of multiple GB/s.</a:t>
            </a:r>
          </a:p>
          <a:p>
            <a:endParaRPr lang="ru-RU" sz="2000">
              <a:latin typeface="Times New Roman"/>
              <a:cs typeface="Times New Roman"/>
            </a:endParaRPr>
          </a:p>
        </p:txBody>
      </p:sp>
    </p:spTree>
    <p:extLst>
      <p:ext uri="{BB962C8B-B14F-4D97-AF65-F5344CB8AC3E}">
        <p14:creationId xmlns:p14="http://schemas.microsoft.com/office/powerpoint/2010/main" val="33971152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1F5F2C-1C69-0017-CCCE-7102D5CA33AB}"/>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25F65A5-1614-EB46-407C-70220059C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7E44E80-671B-D284-5A45-9B01D384E0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46DFA22-3795-4A9E-0A61-AE337F907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9C7CA6F-9B51-3B05-A784-761711A39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67E681A-2135-06A7-55B4-1FE02B302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224B067-95A3-5827-F0B8-60E892EB7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7BCA86F-E8F2-EB77-E985-01F0FB954D44}"/>
              </a:ext>
            </a:extLst>
          </p:cNvPr>
          <p:cNvSpPr>
            <a:spLocks noGrp="1"/>
          </p:cNvSpPr>
          <p:nvPr>
            <p:ph type="title"/>
          </p:nvPr>
        </p:nvSpPr>
        <p:spPr>
          <a:xfrm>
            <a:off x="826396" y="586855"/>
            <a:ext cx="4230100" cy="3387497"/>
          </a:xfrm>
        </p:spPr>
        <p:txBody>
          <a:bodyPr anchor="b">
            <a:normAutofit/>
          </a:bodyPr>
          <a:lstStyle/>
          <a:p>
            <a:pPr algn="r"/>
            <a:r>
              <a:rPr lang="ru-RU" sz="4000" b="1">
                <a:solidFill>
                  <a:srgbClr val="FFFFFF"/>
                </a:solidFill>
                <a:latin typeface="Times New Roman"/>
                <a:cs typeface="Times New Roman"/>
              </a:rPr>
              <a:t>6. Security Analysis </a:t>
            </a:r>
            <a:r>
              <a:rPr lang="ru-RU" sz="4000" b="1" err="1">
                <a:solidFill>
                  <a:srgbClr val="FFFFFF"/>
                </a:solidFill>
                <a:latin typeface="Times New Roman"/>
                <a:cs typeface="Times New Roman"/>
              </a:rPr>
              <a:t>and</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Cryptanalysis</a:t>
            </a:r>
          </a:p>
        </p:txBody>
      </p:sp>
      <p:sp>
        <p:nvSpPr>
          <p:cNvPr id="17" name="Объект 2">
            <a:extLst>
              <a:ext uri="{FF2B5EF4-FFF2-40B4-BE49-F238E27FC236}">
                <a16:creationId xmlns:a16="http://schemas.microsoft.com/office/drawing/2014/main" id="{5BFCD3D0-5338-6911-5589-9586B72FB8A7}"/>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Times New Roman"/>
              </a:rPr>
              <a:t>6.1 </a:t>
            </a:r>
            <a:r>
              <a:rPr lang="ru-RU" sz="2000" b="1" err="1">
                <a:highlight>
                  <a:srgbClr val="FFFFFF"/>
                </a:highlight>
                <a:latin typeface="Times New Roman"/>
                <a:cs typeface="Times New Roman"/>
              </a:rPr>
              <a:t>Brute</a:t>
            </a:r>
            <a:r>
              <a:rPr lang="ru-RU" sz="2000" b="1">
                <a:highlight>
                  <a:srgbClr val="FFFFFF"/>
                </a:highlight>
                <a:latin typeface="Times New Roman"/>
                <a:cs typeface="Times New Roman"/>
              </a:rPr>
              <a:t> Force </a:t>
            </a:r>
            <a:r>
              <a:rPr lang="ru-RU" sz="2000" b="1" err="1">
                <a:highlight>
                  <a:srgbClr val="FFFFFF"/>
                </a:highlight>
                <a:latin typeface="Times New Roman"/>
                <a:cs typeface="Times New Roman"/>
              </a:rPr>
              <a:t>Attack</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6.2 </a:t>
            </a:r>
            <a:r>
              <a:rPr lang="ru-RU" sz="2000" b="1" err="1">
                <a:highlight>
                  <a:srgbClr val="FFFFFF"/>
                </a:highlight>
                <a:latin typeface="Times New Roman"/>
                <a:cs typeface="Times New Roman"/>
              </a:rPr>
              <a:t>Linear</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Cryptanalysis</a:t>
            </a:r>
            <a:r>
              <a:rPr lang="ru-RU" sz="2000" b="1">
                <a:highlight>
                  <a:srgbClr val="FFFFFF"/>
                </a:highlight>
                <a:latin typeface="Times New Roman"/>
                <a:cs typeface="Times New Roman"/>
              </a:rPr>
              <a:t> </a:t>
            </a:r>
          </a:p>
          <a:p>
            <a:r>
              <a:rPr lang="ru-RU" sz="2000" b="1">
                <a:highlight>
                  <a:srgbClr val="FFFFFF"/>
                </a:highlight>
                <a:latin typeface="Times New Roman"/>
                <a:cs typeface="Times New Roman"/>
              </a:rPr>
              <a:t>6.3 </a:t>
            </a:r>
            <a:r>
              <a:rPr lang="ru-RU" sz="2000" b="1" err="1">
                <a:highlight>
                  <a:srgbClr val="FFFFFF"/>
                </a:highlight>
                <a:latin typeface="Times New Roman"/>
                <a:cs typeface="Times New Roman"/>
              </a:rPr>
              <a:t>Differential</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Cryptanalysis</a:t>
            </a:r>
          </a:p>
          <a:p>
            <a:r>
              <a:rPr lang="ru-RU" sz="2000" b="1">
                <a:latin typeface="Times New Roman"/>
                <a:cs typeface="Times New Roman"/>
              </a:rPr>
              <a:t>6.4 The </a:t>
            </a:r>
            <a:r>
              <a:rPr lang="ru-RU" sz="2000" b="1" err="1">
                <a:latin typeface="Times New Roman"/>
                <a:cs typeface="Times New Roman"/>
              </a:rPr>
              <a:t>Limits</a:t>
            </a:r>
            <a:r>
              <a:rPr lang="ru-RU" sz="2000" b="1">
                <a:latin typeface="Times New Roman"/>
                <a:cs typeface="Times New Roman"/>
              </a:rPr>
              <a:t> </a:t>
            </a:r>
            <a:r>
              <a:rPr lang="ru-RU" sz="2000" b="1" err="1">
                <a:latin typeface="Times New Roman"/>
                <a:cs typeface="Times New Roman"/>
              </a:rPr>
              <a:t>of</a:t>
            </a:r>
            <a:r>
              <a:rPr lang="ru-RU" sz="2000" b="1">
                <a:latin typeface="Times New Roman"/>
                <a:cs typeface="Times New Roman"/>
              </a:rPr>
              <a:t> Security </a:t>
            </a:r>
            <a:r>
              <a:rPr lang="ru-RU" sz="2000" b="1" err="1">
                <a:latin typeface="Times New Roman"/>
                <a:cs typeface="Times New Roman"/>
              </a:rPr>
              <a:t>Proofs</a:t>
            </a:r>
            <a:endParaRPr lang="ru-RU" sz="2000" b="1">
              <a:latin typeface="Times New Roman"/>
              <a:cs typeface="Times New Roman"/>
            </a:endParaRPr>
          </a:p>
          <a:p>
            <a:endParaRPr lang="ru-RU" sz="2000" b="1">
              <a:latin typeface="Times New Roman"/>
              <a:cs typeface="Times New Roman"/>
            </a:endParaRPr>
          </a:p>
          <a:p>
            <a:endParaRPr lang="ru-RU" sz="2000" b="1">
              <a:latin typeface="Times New Roman"/>
              <a:cs typeface="Times New Roman"/>
            </a:endParaRP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15678902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7BE144F-0F9B-3E4E-B693-E62FCF981E2B}"/>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6.1 Brute Force Attacks</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3A3A51C-3788-93C9-99C7-F9835DBE143B}"/>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en-US" sz="2000" b="1">
                <a:highlight>
                  <a:srgbClr val="FFFFFF"/>
                </a:highlight>
                <a:latin typeface="Times New Roman"/>
                <a:cs typeface="Times New Roman"/>
              </a:rPr>
              <a:t>Definition 6.1 (Exhaustive Key Search): </a:t>
            </a:r>
            <a:r>
              <a:rPr lang="en-US" sz="2000">
                <a:highlight>
                  <a:srgbClr val="FFFFFF"/>
                </a:highlight>
                <a:latin typeface="Times New Roman"/>
                <a:cs typeface="Times New Roman"/>
              </a:rPr>
              <a:t>A brute force attack systematically tries all possible keys until the correct one is found. For a cipher with k-bit keys, the expected number of trials is 2^(k-1), and the worst case is 2^k trials.</a:t>
            </a:r>
            <a:endParaRPr lang="ru-RU" sz="2000">
              <a:highlight>
                <a:srgbClr val="FFFFFF"/>
              </a:highlight>
              <a:latin typeface="Times New Roman"/>
              <a:cs typeface="Times New Roman"/>
            </a:endParaRPr>
          </a:p>
          <a:p>
            <a:pPr marL="0" indent="0">
              <a:buNone/>
            </a:pPr>
            <a:r>
              <a:rPr lang="ru-RU" sz="2000" err="1">
                <a:highlight>
                  <a:srgbClr val="FFFFFF"/>
                </a:highlight>
                <a:latin typeface="Times New Roman"/>
                <a:cs typeface="Times New Roman"/>
              </a:rPr>
              <a:t>Computational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Feasibility</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DES (56-bit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2⁵⁶ ≈ 7.2 × 10¹⁶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Modern GPU </a:t>
            </a:r>
            <a:r>
              <a:rPr lang="ru-RU" sz="2000" err="1">
                <a:highlight>
                  <a:srgbClr val="FFFFFF"/>
                </a:highlight>
                <a:latin typeface="Times New Roman"/>
                <a:cs typeface="Times New Roman"/>
              </a:rPr>
              <a:t>can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test</a:t>
            </a:r>
            <a:r>
              <a:rPr lang="ru-RU" sz="2000">
                <a:highlight>
                  <a:srgbClr val="FFFFFF"/>
                </a:highlight>
                <a:latin typeface="Times New Roman"/>
                <a:cs typeface="Times New Roman"/>
              </a:rPr>
              <a:t> ~10⁹ </a:t>
            </a:r>
            <a:r>
              <a:rPr lang="ru-RU" sz="2000" err="1">
                <a:highlight>
                  <a:srgbClr val="FFFFFF"/>
                </a:highlight>
                <a:latin typeface="Times New Roman"/>
                <a:cs typeface="Times New Roman"/>
              </a:rPr>
              <a:t>keys</a:t>
            </a:r>
            <a:r>
              <a:rPr lang="ru-RU" sz="2000">
                <a:highlight>
                  <a:srgbClr val="FFFFFF"/>
                </a:highlight>
                <a:latin typeface="Times New Roman"/>
                <a:cs typeface="Times New Roman"/>
              </a:rPr>
              <a:t>/</a:t>
            </a:r>
            <a:r>
              <a:rPr lang="ru-RU" sz="2000" err="1">
                <a:highlight>
                  <a:srgbClr val="FFFFFF"/>
                </a:highlight>
                <a:latin typeface="Times New Roman"/>
                <a:cs typeface="Times New Roman"/>
              </a:rPr>
              <a:t>second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breaking</a:t>
            </a:r>
            <a:r>
              <a:rPr lang="ru-RU" sz="2000">
                <a:highlight>
                  <a:srgbClr val="FFFFFF"/>
                </a:highlight>
                <a:latin typeface="Times New Roman"/>
                <a:cs typeface="Times New Roman"/>
              </a:rPr>
              <a:t> DES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hours</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AES-128 (128-bit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2¹²⁸ ≈ 3.4 × 10³⁸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Even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10¹⁵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a:t>
            </a:r>
            <a:r>
              <a:rPr lang="ru-RU" sz="2000" err="1">
                <a:highlight>
                  <a:srgbClr val="FFFFFF"/>
                </a:highlight>
                <a:latin typeface="Times New Roman"/>
                <a:cs typeface="Times New Roman"/>
              </a:rPr>
              <a:t>second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unrealistic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would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require</a:t>
            </a:r>
            <a:r>
              <a:rPr lang="ru-RU" sz="2000">
                <a:highlight>
                  <a:srgbClr val="FFFFFF"/>
                </a:highlight>
                <a:latin typeface="Times New Roman"/>
                <a:cs typeface="Times New Roman"/>
              </a:rPr>
              <a:t> &gt;10¹⁵ </a:t>
            </a:r>
            <a:r>
              <a:rPr lang="ru-RU" sz="2000" err="1">
                <a:highlight>
                  <a:srgbClr val="FFFFFF"/>
                </a:highlight>
                <a:latin typeface="Times New Roman"/>
                <a:cs typeface="Times New Roman"/>
              </a:rPr>
              <a:t>years</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AES-256 (256-bit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2²⁵⁶ ≈ 1.2 × 10⁷⁷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Absolutely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infeasible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foreseeable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technology</a:t>
            </a:r>
            <a:r>
              <a:rPr lang="ru-RU" sz="2000">
                <a:highlight>
                  <a:srgbClr val="FFFFFF"/>
                </a:highlight>
                <a:latin typeface="Times New Roman"/>
                <a:cs typeface="Times New Roman"/>
              </a:rPr>
              <a:t>.</a:t>
            </a:r>
          </a:p>
          <a:p>
            <a:pPr marL="0" indent="0">
              <a:buNone/>
            </a:pPr>
            <a:r>
              <a:rPr lang="ru-RU" sz="2000" err="1">
                <a:highlight>
                  <a:srgbClr val="FFFFFF"/>
                </a:highlight>
                <a:latin typeface="Times New Roman"/>
                <a:cs typeface="Times New Roman"/>
              </a:rPr>
              <a:t>Conclusion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Proper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length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makes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brute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infeasible</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minimum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128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recommended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long-term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against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classical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computers</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12836943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A896D5C-D59A-3521-C2DA-1E9262D07807}"/>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6.2 </a:t>
            </a:r>
            <a:r>
              <a:rPr lang="ru-RU" sz="4000" b="1" err="1">
                <a:solidFill>
                  <a:srgbClr val="FFFFFF"/>
                </a:solidFill>
                <a:latin typeface="Times New Roman"/>
                <a:cs typeface="Times New Roman"/>
              </a:rPr>
              <a:t>Linear</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Cryptanalysis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B9A48EAF-A319-337A-A6A9-B3232DD6F3D5}"/>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a:highlight>
                  <a:srgbClr val="FFFFFF"/>
                </a:highlight>
                <a:latin typeface="Times New Roman"/>
                <a:cs typeface="Times New Roman"/>
              </a:rPr>
              <a:t>Definition 6.2 (</a:t>
            </a:r>
            <a:r>
              <a:rPr lang="ru-RU" sz="2000" b="1" err="1">
                <a:highlight>
                  <a:srgbClr val="FFFFFF"/>
                </a:highlight>
                <a:latin typeface="Times New Roman"/>
                <a:cs typeface="Times New Roman"/>
              </a:rPr>
              <a:t>Linear</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Cryptanalysis</a:t>
            </a:r>
            <a:r>
              <a:rPr lang="ru-RU" sz="2000" b="1">
                <a:highlight>
                  <a:srgbClr val="FFFFFF"/>
                </a:highlight>
                <a:latin typeface="Times New Roman"/>
                <a:cs typeface="Times New Roman"/>
              </a:rPr>
              <a:t>): </a:t>
            </a:r>
            <a:r>
              <a:rPr lang="ru-RU" sz="2000">
                <a:highlight>
                  <a:srgbClr val="FFFFFF"/>
                </a:highlight>
                <a:latin typeface="Times New Roman"/>
                <a:cs typeface="Times New Roman"/>
              </a:rPr>
              <a:t>A </a:t>
            </a:r>
            <a:r>
              <a:rPr lang="ru-RU" sz="2000" err="1">
                <a:highlight>
                  <a:srgbClr val="FFFFFF"/>
                </a:highlight>
                <a:latin typeface="Times New Roman"/>
                <a:cs typeface="Times New Roman"/>
              </a:rPr>
              <a:t>known-plaintext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exploits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approximations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behavior</a:t>
            </a:r>
            <a:r>
              <a:rPr lang="ru-RU" sz="2000">
                <a:highlight>
                  <a:srgbClr val="FFFFFF"/>
                </a:highlight>
                <a:latin typeface="Times New Roman"/>
                <a:cs typeface="Times New Roman"/>
              </a:rPr>
              <a:t>. The </a:t>
            </a:r>
            <a:r>
              <a:rPr lang="ru-RU" sz="2000" err="1">
                <a:highlight>
                  <a:srgbClr val="FFFFFF"/>
                </a:highlight>
                <a:latin typeface="Times New Roman"/>
                <a:cs typeface="Times New Roman"/>
              </a:rPr>
              <a:t>attacker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finds</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equation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relating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holds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probability</a:t>
            </a:r>
            <a:r>
              <a:rPr lang="ru-RU" sz="2000">
                <a:highlight>
                  <a:srgbClr val="FFFFFF"/>
                </a:highlight>
                <a:latin typeface="Times New Roman"/>
                <a:cs typeface="Times New Roman"/>
              </a:rPr>
              <a:t> p ≠ 0.5.</a:t>
            </a:r>
          </a:p>
          <a:p>
            <a:r>
              <a:rPr lang="en-US" sz="2000">
                <a:highlight>
                  <a:srgbClr val="FFFFFF"/>
                </a:highlight>
                <a:latin typeface="Times New Roman"/>
                <a:cs typeface="Times New Roman"/>
              </a:rPr>
              <a:t>Discovered by Mitsuru Matsui in 1993, linear cryptanalysis was the first theoretical attack better than brute force for DES. For a linear approximation with bias ε = |p - 0.5|, approximately 1/ε² known plaintexts are required.</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Example: If a linear approximation holds with probability p = 0.75 (bias ε = 0.25), then 1/(0.25)² = 16 plaintext-ciphertext pairs are needed theoretically.</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Defense: Modern S-boxes (AES, DES) are designed to have low linear approximation bias, requiring an impractical number of plaintexts for linear cryptanalysis.</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9323986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7357E9F-C42B-5E41-BF3F-A2E33D4E3B7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6.3 </a:t>
            </a:r>
            <a:r>
              <a:rPr lang="ru-RU" sz="4000" b="1" err="1">
                <a:solidFill>
                  <a:srgbClr val="FFFFFF"/>
                </a:solidFill>
                <a:latin typeface="Times New Roman"/>
                <a:cs typeface="Times New Roman"/>
              </a:rPr>
              <a:t>Differential</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Cryptanalysis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B9C91D5-FDC0-EB8A-14F0-60277D060918}"/>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a:highlight>
                  <a:srgbClr val="FFFFFF"/>
                </a:highlight>
                <a:latin typeface="Times New Roman"/>
                <a:cs typeface="Times New Roman"/>
              </a:rPr>
              <a:t>Definition 6.3 (</a:t>
            </a:r>
            <a:r>
              <a:rPr lang="ru-RU" sz="2000" b="1" err="1">
                <a:highlight>
                  <a:srgbClr val="FFFFFF"/>
                </a:highlight>
                <a:latin typeface="Times New Roman"/>
                <a:cs typeface="Times New Roman"/>
              </a:rPr>
              <a:t>Differential</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Cryptanalysis</a:t>
            </a:r>
            <a:r>
              <a:rPr lang="ru-RU" sz="2000" b="1">
                <a:highlight>
                  <a:srgbClr val="FFFFFF"/>
                </a:highlight>
                <a:latin typeface="Times New Roman"/>
                <a:cs typeface="Times New Roman"/>
              </a:rPr>
              <a:t>): </a:t>
            </a:r>
            <a:r>
              <a:rPr lang="ru-RU" sz="2000">
                <a:highlight>
                  <a:srgbClr val="FFFFFF"/>
                </a:highlight>
                <a:latin typeface="Times New Roman"/>
                <a:cs typeface="Times New Roman"/>
              </a:rPr>
              <a:t>A </a:t>
            </a:r>
            <a:r>
              <a:rPr lang="ru-RU" sz="2000" err="1">
                <a:highlight>
                  <a:srgbClr val="FFFFFF"/>
                </a:highlight>
                <a:latin typeface="Times New Roman"/>
                <a:cs typeface="Times New Roman"/>
              </a:rPr>
              <a:t>chosen-plaintext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analyzes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how</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differences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pairs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propagate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produce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differences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pairs</a:t>
            </a:r>
            <a:r>
              <a:rPr lang="ru-RU" sz="2000">
                <a:highlight>
                  <a:srgbClr val="FFFFFF"/>
                </a:highlight>
                <a:latin typeface="Times New Roman"/>
                <a:cs typeface="Times New Roman"/>
              </a:rPr>
              <a:t>. The </a:t>
            </a:r>
            <a:r>
              <a:rPr lang="ru-RU" sz="2000" err="1">
                <a:highlight>
                  <a:srgbClr val="FFFFFF"/>
                </a:highlight>
                <a:latin typeface="Times New Roman"/>
                <a:cs typeface="Times New Roman"/>
              </a:rPr>
              <a:t>attacker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seeks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characteristics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difference</a:t>
            </a:r>
            <a:r>
              <a:rPr lang="ru-RU" sz="2000">
                <a:highlight>
                  <a:srgbClr val="FFFFFF"/>
                </a:highlight>
                <a:latin typeface="Times New Roman"/>
                <a:cs typeface="Times New Roman"/>
              </a:rPr>
              <a:t> → </a:t>
            </a:r>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occur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high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probability</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Discovered by Eli Biham and Adi Shamir in 1990, differential cryptanalysis exploits non-uniform difference distributions in S-boxes. By observing many pairs with specific input differences, the attacker gains information about key bits.</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Defense: The DES S-boxes were specifically designed to resist differential cryptanalysis (though this was not public knowledge until the 1990s). AES resists differential cryptanalysis through the wide trail strategy: the combination of </a:t>
            </a:r>
            <a:r>
              <a:rPr lang="en-US" sz="2000" err="1">
                <a:highlight>
                  <a:srgbClr val="FFFFFF"/>
                </a:highlight>
                <a:latin typeface="Times New Roman"/>
                <a:cs typeface="Times New Roman"/>
              </a:rPr>
              <a:t>ShiftRows</a:t>
            </a:r>
            <a:r>
              <a:rPr lang="en-US" sz="2000">
                <a:highlight>
                  <a:srgbClr val="FFFFFF"/>
                </a:highlight>
                <a:latin typeface="Times New Roman"/>
                <a:cs typeface="Times New Roman"/>
              </a:rPr>
              <a:t> and </a:t>
            </a:r>
            <a:r>
              <a:rPr lang="en-US" sz="2000" err="1">
                <a:highlight>
                  <a:srgbClr val="FFFFFF"/>
                </a:highlight>
                <a:latin typeface="Times New Roman"/>
                <a:cs typeface="Times New Roman"/>
              </a:rPr>
              <a:t>MixColumns</a:t>
            </a:r>
            <a:r>
              <a:rPr lang="en-US" sz="2000">
                <a:highlight>
                  <a:srgbClr val="FFFFFF"/>
                </a:highlight>
                <a:latin typeface="Times New Roman"/>
                <a:cs typeface="Times New Roman"/>
              </a:rPr>
              <a:t> ensures that any non-zero difference activates many S-boxes in subsequent rounds, preventing high-probability differential paths.</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2343396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D8D34B2-353E-401C-31B0-F014E0F70D4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6.4 The </a:t>
            </a:r>
            <a:r>
              <a:rPr lang="ru-RU" sz="4000" b="1" err="1">
                <a:solidFill>
                  <a:srgbClr val="FFFFFF"/>
                </a:solidFill>
                <a:latin typeface="Times New Roman"/>
                <a:cs typeface="Times New Roman"/>
              </a:rPr>
              <a:t>Limits</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of</a:t>
            </a:r>
            <a:r>
              <a:rPr lang="ru-RU" sz="4000" b="1">
                <a:solidFill>
                  <a:srgbClr val="FFFFFF"/>
                </a:solidFill>
                <a:latin typeface="Times New Roman"/>
                <a:cs typeface="Times New Roman"/>
              </a:rPr>
              <a:t> Security </a:t>
            </a:r>
            <a:r>
              <a:rPr lang="ru-RU" sz="4000" b="1" err="1">
                <a:solidFill>
                  <a:srgbClr val="FFFFFF"/>
                </a:solidFill>
                <a:latin typeface="Times New Roman"/>
                <a:cs typeface="Times New Roman"/>
              </a:rPr>
              <a:t>Proofs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B5EA2306-968E-264A-B3F0-614B3B90BF97}"/>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en-US" sz="2000">
                <a:highlight>
                  <a:srgbClr val="FFFFFF"/>
                </a:highlight>
                <a:latin typeface="Times New Roman"/>
                <a:cs typeface="Times New Roman"/>
              </a:rPr>
              <a:t>An important caveat: Unlike some cryptographic constructions (e.g., provable security of certain encryption modes from block cipher security), we cannot prove that AES or any practical block cipher is secure in an absolute sense.</a:t>
            </a:r>
            <a:endParaRPr lang="ru-RU" sz="2000">
              <a:highlight>
                <a:srgbClr val="FFFFFF"/>
              </a:highlight>
              <a:latin typeface="Times New Roman"/>
              <a:cs typeface="Times New Roman"/>
            </a:endParaRPr>
          </a:p>
          <a:p>
            <a:pPr marL="0" indent="0">
              <a:buNone/>
            </a:pPr>
            <a:r>
              <a:rPr lang="ru-RU" sz="2000" b="1" err="1">
                <a:highlight>
                  <a:srgbClr val="FFFFFF"/>
                </a:highlight>
                <a:latin typeface="Times New Roman"/>
                <a:cs typeface="Times New Roman"/>
              </a:rPr>
              <a:t>Theorem</a:t>
            </a:r>
            <a:r>
              <a:rPr lang="ru-RU" sz="2000" b="1">
                <a:highlight>
                  <a:srgbClr val="FFFFFF"/>
                </a:highlight>
                <a:latin typeface="Times New Roman"/>
                <a:cs typeface="Times New Roman"/>
              </a:rPr>
              <a:t> 6.1 (</a:t>
            </a:r>
            <a:r>
              <a:rPr lang="ru-RU" sz="2000" b="1" err="1">
                <a:highlight>
                  <a:srgbClr val="FFFFFF"/>
                </a:highlight>
                <a:latin typeface="Times New Roman"/>
                <a:cs typeface="Times New Roman"/>
              </a:rPr>
              <a:t>Informal</a:t>
            </a:r>
            <a:r>
              <a:rPr lang="ru-RU" sz="2000" b="1">
                <a:highlight>
                  <a:srgbClr val="FFFFFF"/>
                </a:highlight>
                <a:latin typeface="Times New Roman"/>
                <a:cs typeface="Times New Roman"/>
              </a:rPr>
              <a:t> - </a:t>
            </a:r>
            <a:r>
              <a:rPr lang="ru-RU" sz="2000" b="1" err="1">
                <a:highlight>
                  <a:srgbClr val="FFFFFF"/>
                </a:highlight>
                <a:latin typeface="Times New Roman"/>
                <a:cs typeface="Times New Roman"/>
              </a:rPr>
              <a:t>Limits</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of</a:t>
            </a:r>
            <a:r>
              <a:rPr lang="ru-RU" sz="2000" b="1">
                <a:highlight>
                  <a:srgbClr val="FFFFFF"/>
                </a:highlight>
                <a:latin typeface="Times New Roman"/>
                <a:cs typeface="Times New Roman"/>
              </a:rPr>
              <a:t> Block </a:t>
            </a:r>
            <a:r>
              <a:rPr lang="ru-RU" sz="2000" b="1" err="1">
                <a:highlight>
                  <a:srgbClr val="FFFFFF"/>
                </a:highlight>
                <a:latin typeface="Times New Roman"/>
                <a:cs typeface="Times New Roman"/>
              </a:rPr>
              <a:t>Cipher</a:t>
            </a:r>
            <a:r>
              <a:rPr lang="ru-RU" sz="2000" b="1">
                <a:highlight>
                  <a:srgbClr val="FFFFFF"/>
                </a:highlight>
                <a:latin typeface="Times New Roman"/>
                <a:cs typeface="Times New Roman"/>
              </a:rPr>
              <a:t> Security </a:t>
            </a:r>
            <a:r>
              <a:rPr lang="ru-RU" sz="2000" b="1" err="1">
                <a:highlight>
                  <a:srgbClr val="FFFFFF"/>
                </a:highlight>
                <a:latin typeface="Times New Roman"/>
                <a:cs typeface="Times New Roman"/>
              </a:rPr>
              <a:t>Proofs</a:t>
            </a:r>
            <a:r>
              <a:rPr lang="ru-RU" sz="2000" b="1">
                <a:highlight>
                  <a:srgbClr val="FFFFFF"/>
                </a:highlight>
                <a:latin typeface="Times New Roman"/>
                <a:cs typeface="Times New Roman"/>
              </a:rPr>
              <a:t>): </a:t>
            </a:r>
            <a:r>
              <a:rPr lang="ru-RU" sz="2000" err="1">
                <a:highlight>
                  <a:srgbClr val="FFFFFF"/>
                </a:highlight>
                <a:latin typeface="Times New Roman"/>
                <a:cs typeface="Times New Roman"/>
              </a:rPr>
              <a:t>There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known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method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practical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like</a:t>
            </a:r>
            <a:r>
              <a:rPr lang="ru-RU" sz="2000">
                <a:highlight>
                  <a:srgbClr val="FFFFFF"/>
                </a:highlight>
                <a:latin typeface="Times New Roman"/>
                <a:cs typeface="Times New Roman"/>
              </a:rPr>
              <a:t> AES)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without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relying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unproven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assumptions</a:t>
            </a:r>
            <a:r>
              <a:rPr lang="ru-RU" sz="2000">
                <a:highlight>
                  <a:srgbClr val="FFFFFF"/>
                </a:highlight>
                <a:latin typeface="Times New Roman"/>
                <a:cs typeface="Times New Roman"/>
              </a:rPr>
              <a:t>. Security </a:t>
            </a:r>
            <a:r>
              <a:rPr lang="ru-RU" sz="2000" err="1">
                <a:highlight>
                  <a:srgbClr val="FFFFFF"/>
                </a:highlight>
                <a:latin typeface="Times New Roman"/>
                <a:cs typeface="Times New Roman"/>
              </a:rPr>
              <a:t>claims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based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Failure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known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attacks</a:t>
            </a:r>
            <a:r>
              <a:rPr lang="ru-RU" sz="2000">
                <a:highlight>
                  <a:srgbClr val="FFFFFF"/>
                </a:highlight>
                <a:latin typeface="Times New Roman"/>
                <a:cs typeface="Times New Roman"/>
              </a:rPr>
              <a:t>: No </a:t>
            </a:r>
            <a:r>
              <a:rPr lang="ru-RU" sz="2000" err="1">
                <a:highlight>
                  <a:srgbClr val="FFFFFF"/>
                </a:highlight>
                <a:latin typeface="Times New Roman"/>
                <a:cs typeface="Times New Roman"/>
              </a:rPr>
              <a:t>successful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despite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extensive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cryptanalysis</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Provable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lower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bounds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specific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attacks</a:t>
            </a:r>
            <a:r>
              <a:rPr lang="ru-RU" sz="2000">
                <a:highlight>
                  <a:srgbClr val="FFFFFF"/>
                </a:highlight>
                <a:latin typeface="Times New Roman"/>
                <a:cs typeface="Times New Roman"/>
              </a:rPr>
              <a:t>: For </a:t>
            </a:r>
            <a:r>
              <a:rPr lang="ru-RU" sz="2000" err="1">
                <a:highlight>
                  <a:srgbClr val="FFFFFF"/>
                </a:highlight>
                <a:latin typeface="Times New Roman"/>
                <a:cs typeface="Times New Roman"/>
              </a:rPr>
              <a:t>example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wide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trail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strategy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AES </a:t>
            </a:r>
            <a:r>
              <a:rPr lang="ru-RU" sz="2000" err="1">
                <a:highlight>
                  <a:srgbClr val="FFFFFF"/>
                </a:highlight>
                <a:latin typeface="Times New Roman"/>
                <a:cs typeface="Times New Roman"/>
              </a:rPr>
              <a:t>provides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lower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bounds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number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active</a:t>
            </a:r>
            <a:r>
              <a:rPr lang="ru-RU" sz="2000">
                <a:highlight>
                  <a:srgbClr val="FFFFFF"/>
                </a:highlight>
                <a:latin typeface="Times New Roman"/>
                <a:cs typeface="Times New Roman"/>
              </a:rPr>
              <a:t> S-</a:t>
            </a:r>
            <a:r>
              <a:rPr lang="ru-RU" sz="2000" err="1">
                <a:highlight>
                  <a:srgbClr val="FFFFFF"/>
                </a:highlight>
                <a:latin typeface="Times New Roman"/>
                <a:cs typeface="Times New Roman"/>
              </a:rPr>
              <a:t>boxes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attacks</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Heuristic design principles: Confusion, diffusion, sufficient rounds, large </a:t>
            </a:r>
            <a:r>
              <a:rPr lang="en-US" sz="2000" err="1">
                <a:highlight>
                  <a:srgbClr val="FFFFFF"/>
                </a:highlight>
                <a:latin typeface="Times New Roman"/>
                <a:cs typeface="Times New Roman"/>
              </a:rPr>
              <a:t>keyspace</a:t>
            </a:r>
            <a:r>
              <a:rPr lang="en-US" sz="2000">
                <a:highlight>
                  <a:srgbClr val="FFFFFF"/>
                </a:highlight>
                <a:latin typeface="Times New Roman"/>
                <a:cs typeface="Times New Roman"/>
              </a:rPr>
              <a:t>.</a:t>
            </a:r>
            <a:endParaRPr lang="ru-RU" sz="2000">
              <a:highlight>
                <a:srgbClr val="FFFFFF"/>
              </a:highlight>
              <a:latin typeface="Times New Roman"/>
              <a:cs typeface="Times New Roman"/>
            </a:endParaRPr>
          </a:p>
          <a:p>
            <a:pPr marL="0" indent="0">
              <a:buNone/>
            </a:pPr>
            <a:r>
              <a:rPr lang="ru-RU" sz="2000" err="1">
                <a:highlight>
                  <a:srgbClr val="FFFFFF"/>
                </a:highlight>
                <a:latin typeface="Times New Roman"/>
                <a:cs typeface="Times New Roman"/>
              </a:rPr>
              <a:t>This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contrasts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constructions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whose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reduced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hard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problems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e.g</a:t>
            </a:r>
            <a:r>
              <a:rPr lang="ru-RU" sz="2000">
                <a:highlight>
                  <a:srgbClr val="FFFFFF"/>
                </a:highlight>
                <a:latin typeface="Times New Roman"/>
                <a:cs typeface="Times New Roman"/>
              </a:rPr>
              <a:t>., RSA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based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integer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factorization</a:t>
            </a:r>
            <a:r>
              <a:rPr lang="ru-RU" sz="2000">
                <a:highlight>
                  <a:srgbClr val="FFFFFF"/>
                </a:highlight>
                <a:latin typeface="Times New Roman"/>
                <a:cs typeface="Times New Roman"/>
              </a:rPr>
              <a:t>). Block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relies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empirical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confidence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accumulated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years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failed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attempts</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18169338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94D7745-0208-9F74-4F5B-219CD053C579}"/>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Times New Roman"/>
              </a:rPr>
              <a:t>Conclusion</a:t>
            </a:r>
            <a:endParaRPr lang="ru-RU" sz="40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E8FD021-D5B7-6C9E-456B-102415A19C9A}"/>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ru-RU" sz="2000" err="1">
                <a:highlight>
                  <a:srgbClr val="FFFFFF"/>
                </a:highlight>
                <a:latin typeface="Times New Roman"/>
                <a:cs typeface="Times New Roman"/>
              </a:rPr>
              <a:t>This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lecture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provided</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comprehensive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introduction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design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analysis</a:t>
            </a:r>
            <a:r>
              <a:rPr lang="ru-RU" sz="2000">
                <a:highlight>
                  <a:srgbClr val="FFFFFF"/>
                </a:highlight>
                <a:latin typeface="Times New Roman"/>
                <a:cs typeface="Times New Roman"/>
              </a:rPr>
              <a:t>. Key </a:t>
            </a:r>
            <a:r>
              <a:rPr lang="ru-RU" sz="2000" err="1">
                <a:highlight>
                  <a:srgbClr val="FFFFFF"/>
                </a:highlight>
                <a:latin typeface="Times New Roman"/>
                <a:cs typeface="Times New Roman"/>
              </a:rPr>
              <a:t>concepts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covered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include</a:t>
            </a:r>
            <a:r>
              <a:rPr lang="ru-RU" sz="2000">
                <a:highlight>
                  <a:srgbClr val="FFFFFF"/>
                </a:highlight>
                <a:latin typeface="Times New Roman"/>
                <a:cs typeface="Times New Roman"/>
              </a:rPr>
              <a:t>:</a:t>
            </a:r>
            <a:endParaRPr lang="ru-RU" sz="2000">
              <a:latin typeface="Times New Roman"/>
              <a:cs typeface="Times New Roman"/>
            </a:endParaRPr>
          </a:p>
          <a:p>
            <a:r>
              <a:rPr lang="en-US" sz="2000">
                <a:highlight>
                  <a:srgbClr val="FFFFFF"/>
                </a:highlight>
                <a:latin typeface="Times New Roman"/>
                <a:cs typeface="Times New Roman"/>
              </a:rPr>
              <a:t>Block ciphers as keyed permutations operating on fixed-length blocks, fundamental to modern symmetric cryptography.</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Shannon's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principles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foundation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design</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Feistel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networks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elegant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construction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enabling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invertibility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from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non-invertible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round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functions</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DES as a historical milestone demonstrating both the success of standardization and the critical importance of sufficient key length.</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AES </a:t>
            </a:r>
            <a:r>
              <a:rPr lang="ru-RU" sz="2000" err="1">
                <a:highlight>
                  <a:srgbClr val="FFFFFF"/>
                </a:highlight>
                <a:latin typeface="Times New Roman"/>
                <a:cs typeface="Times New Roman"/>
              </a:rPr>
              <a:t>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current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standard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combining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elegance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practical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efficiency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strong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Cryptanalytic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techniques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linear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differential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empirical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nature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17729728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2D5ED7B-B137-A8EA-0785-EA160845D254}"/>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Practical Implications</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87E7F063-88C6-4F80-D574-8109FDC3A4FD}"/>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For practitioners implementing cryptographic systems:</a:t>
            </a:r>
            <a:endParaRPr lang="ru-RU" sz="2000">
              <a:latin typeface="Times New Roman"/>
              <a:cs typeface="Times New Roman"/>
            </a:endParaRPr>
          </a:p>
          <a:p>
            <a:r>
              <a:rPr lang="ru-RU" sz="2000">
                <a:highlight>
                  <a:srgbClr val="FFFFFF"/>
                </a:highlight>
                <a:latin typeface="Times New Roman"/>
                <a:cs typeface="Times New Roman"/>
              </a:rPr>
              <a:t>Use AES: It is the gold standard for symmetric encryption. Use AES-128 for most applications, AES-256 for long-term security.</a:t>
            </a:r>
          </a:p>
          <a:p>
            <a:r>
              <a:rPr lang="en-US" sz="2000">
                <a:highlight>
                  <a:srgbClr val="FFFFFF"/>
                </a:highlight>
                <a:latin typeface="Times New Roman"/>
                <a:cs typeface="Times New Roman"/>
              </a:rPr>
              <a:t>Avoid Obsolete Ciphers: Never use DES for new applications. Use 3DES only for legacy compatibility where absolutely necessary.</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Don't Invent Your Own: Block cipher design is extremely difficult. Use standardized, well-analyzed ciphers rather than creating custom solutions.</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Block Cipher ≠ Complete Solution: Block ciphers alone are insufficient. Next lecture covers modes of operation, which address how to encrypt data longer than one block and other practical requirements.</a:t>
            </a:r>
          </a:p>
          <a:p>
            <a:endParaRPr lang="ru-RU" sz="2000">
              <a:latin typeface="Times New Roman"/>
              <a:cs typeface="Times New Roman"/>
            </a:endParaRPr>
          </a:p>
        </p:txBody>
      </p:sp>
    </p:spTree>
    <p:extLst>
      <p:ext uri="{BB962C8B-B14F-4D97-AF65-F5344CB8AC3E}">
        <p14:creationId xmlns:p14="http://schemas.microsoft.com/office/powerpoint/2010/main" val="23907155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D3683CA-7C8D-BAC3-2BC7-59DC5CD4ED37}"/>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Looking Forward</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5CAD77D-4BFB-37B4-7EC3-20978278A160}"/>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Next Lecture (Week 3): </a:t>
            </a:r>
            <a:r>
              <a:rPr lang="en-US" sz="2000">
                <a:highlight>
                  <a:srgbClr val="FFFFFF"/>
                </a:highlight>
                <a:latin typeface="Times New Roman"/>
                <a:cs typeface="Times New Roman"/>
              </a:rPr>
              <a:t>Block Cipher Modes of Operation. We will study how to apply block ciphers to encrypt messages of arbitrary length, addressing the limitations of processing fixed-size blocks. Topics include ECB, CBC, CTR, and their security properties. We will demonstrate the catastrophic failure of ECB mode and the importance of initialization vectors.</a:t>
            </a:r>
            <a:endParaRPr lang="ru-RU" sz="2000">
              <a:highlight>
                <a:srgbClr val="FFFFFF"/>
              </a:highlight>
              <a:latin typeface="Times New Roman"/>
              <a:cs typeface="Times New Roman"/>
            </a:endParaRPr>
          </a:p>
        </p:txBody>
      </p:sp>
    </p:spTree>
    <p:extLst>
      <p:ext uri="{BB962C8B-B14F-4D97-AF65-F5344CB8AC3E}">
        <p14:creationId xmlns:p14="http://schemas.microsoft.com/office/powerpoint/2010/main" val="37615186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B44C146-9B76-A251-4BE7-C11CF64600FE}"/>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Preparation for Next Lecture</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1D915777-8F0B-2BB2-AED1-0C843F540E79}"/>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highlight>
                  <a:srgbClr val="FFFFFF"/>
                </a:highlight>
                <a:latin typeface="Times New Roman"/>
                <a:cs typeface="Times New Roman"/>
              </a:rPr>
              <a:t>Read Ferguson et al., Chapter 4: Block Cipher Modes</a:t>
            </a:r>
          </a:p>
          <a:p>
            <a:r>
              <a:rPr lang="en-US" sz="2000">
                <a:highlight>
                  <a:srgbClr val="FFFFFF"/>
                </a:highlight>
                <a:latin typeface="Times New Roman"/>
                <a:cs typeface="Times New Roman"/>
              </a:rPr>
              <a:t>Read Aumasson, Chapter 5: Stream Ciphers (CTR mode section)</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Read Rosulek, Chapters 7-8: CPA-Secure Encryption</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Lab: Implement AES encryption/decryption using a cryptographic library. Measure performance. Begin Lab 1 preparation.</a:t>
            </a:r>
          </a:p>
          <a:p>
            <a:endParaRPr lang="ru-RU" sz="2000">
              <a:latin typeface="Times New Roman"/>
              <a:cs typeface="Times New Roman"/>
            </a:endParaRPr>
          </a:p>
        </p:txBody>
      </p:sp>
    </p:spTree>
    <p:extLst>
      <p:ext uri="{BB962C8B-B14F-4D97-AF65-F5344CB8AC3E}">
        <p14:creationId xmlns:p14="http://schemas.microsoft.com/office/powerpoint/2010/main" val="8383352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6">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8">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0">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4">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6">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Заголовок 1">
            <a:extLst>
              <a:ext uri="{FF2B5EF4-FFF2-40B4-BE49-F238E27FC236}">
                <a16:creationId xmlns:a16="http://schemas.microsoft.com/office/drawing/2014/main" id="{E107922C-1A9C-B3C1-1C40-1777000A2749}"/>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a:solidFill>
                  <a:srgbClr val="FFFFFF"/>
                </a:solidFill>
                <a:latin typeface="+mj-lt"/>
                <a:ea typeface="+mj-ea"/>
                <a:cs typeface="+mj-cs"/>
              </a:rPr>
              <a:t>Thank you for attention !!!</a:t>
            </a:r>
          </a:p>
        </p:txBody>
      </p:sp>
    </p:spTree>
    <p:extLst>
      <p:ext uri="{BB962C8B-B14F-4D97-AF65-F5344CB8AC3E}">
        <p14:creationId xmlns:p14="http://schemas.microsoft.com/office/powerpoint/2010/main" val="2759504168"/>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Документ" ma:contentTypeID="0x0101009A8D18DF04E7B24DB531D034DE08C523" ma:contentTypeVersion="3" ma:contentTypeDescription="Создание документа." ma:contentTypeScope="" ma:versionID="42e10639191b7e3b63d24bcf897b384e">
  <xsd:schema xmlns:xsd="http://www.w3.org/2001/XMLSchema" xmlns:xs="http://www.w3.org/2001/XMLSchema" xmlns:p="http://schemas.microsoft.com/office/2006/metadata/properties" xmlns:ns2="97039dda-64f8-41f1-b3d6-f92ff14c1096" targetNamespace="http://schemas.microsoft.com/office/2006/metadata/properties" ma:root="true" ma:fieldsID="5776f9c6e434ed901ab2dac168f69dd4" ns2:_="">
    <xsd:import namespace="97039dda-64f8-41f1-b3d6-f92ff14c109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039dda-64f8-41f1-b3d6-f92ff14c10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A7C9D2-9956-498B-BBD9-6D7085BAE310}">
  <ds:schemaRefs>
    <ds:schemaRef ds:uri="http://schemas.microsoft.com/sharepoint/v3/contenttype/forms"/>
  </ds:schemaRefs>
</ds:datastoreItem>
</file>

<file path=customXml/itemProps2.xml><?xml version="1.0" encoding="utf-8"?>
<ds:datastoreItem xmlns:ds="http://schemas.openxmlformats.org/officeDocument/2006/customXml" ds:itemID="{D25956E5-2D7F-4192-8536-649448A6A23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9AC3471-7EA1-4879-A49B-B54DCD8C81E9}">
  <ds:schemaRefs>
    <ds:schemaRef ds:uri="97039dda-64f8-41f1-b3d6-f92ff14c10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58</Slides>
  <Notes>0</Notes>
  <HiddenSlides>0</HiddenSlide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Тема Office</vt:lpstr>
      <vt:lpstr>Lecture 2. Block Ciphers–Design and Structure</vt:lpstr>
      <vt:lpstr>Agenda</vt:lpstr>
      <vt:lpstr>1.Introduction to Block Ciphers</vt:lpstr>
      <vt:lpstr>1.Introduction to Block Ciphers </vt:lpstr>
      <vt:lpstr>1.1 Definition and Characteristics</vt:lpstr>
      <vt:lpstr>1.1 Definition and Characteristics</vt:lpstr>
      <vt:lpstr>Example 1.1: Block Cipher as Permutation</vt:lpstr>
      <vt:lpstr>1.2 The Ideal Cipher Model</vt:lpstr>
      <vt:lpstr>1.2 The Ideal Cipher Model</vt:lpstr>
      <vt:lpstr>1.3 Security Goals for Block Ciphers</vt:lpstr>
      <vt:lpstr>2.Design Principles: Confusion and Diffusion</vt:lpstr>
      <vt:lpstr>2.Design Principles: Confusion and Diffusion</vt:lpstr>
      <vt:lpstr>2.1 Confusion</vt:lpstr>
      <vt:lpstr>2.1 Confusion</vt:lpstr>
      <vt:lpstr>Example 2.1: S-box Providing Confusion</vt:lpstr>
      <vt:lpstr>2.2 Diffusion</vt:lpstr>
      <vt:lpstr>2.2 Diffusion</vt:lpstr>
      <vt:lpstr>Example 2.2: Diffusion Through Permutation</vt:lpstr>
      <vt:lpstr>2.3 Combining Confusion and Diffusion</vt:lpstr>
      <vt:lpstr>3.Feistel Network Constructure</vt:lpstr>
      <vt:lpstr>3.Feistel Network Constructure</vt:lpstr>
      <vt:lpstr>3.1 Feistel Structure</vt:lpstr>
      <vt:lpstr>3.2 Decryption in Feistel Networks</vt:lpstr>
      <vt:lpstr>Example 3.1: Three-Round Feistel Cipher</vt:lpstr>
      <vt:lpstr>3.3 Advantages of Feistel Construction</vt:lpstr>
      <vt:lpstr>4.Data Encryption Standard</vt:lpstr>
      <vt:lpstr>4.Data Encryption Standard</vt:lpstr>
      <vt:lpstr>4.1 DES Specifications</vt:lpstr>
      <vt:lpstr>4.2 DES Algorithm Structure</vt:lpstr>
      <vt:lpstr>4.3 DES Round Function F</vt:lpstr>
      <vt:lpstr>Example 4.1: DES S-box Operation</vt:lpstr>
      <vt:lpstr>4.4 DES Key Schedule</vt:lpstr>
      <vt:lpstr>4.5 Security Analysis of DES</vt:lpstr>
      <vt:lpstr>4.5 Security Analysis of DES</vt:lpstr>
      <vt:lpstr>PowerPoint Presentation</vt:lpstr>
      <vt:lpstr>5.Advanced Encryption Standard</vt:lpstr>
      <vt:lpstr>5.Advanced Encryption Standard</vt:lpstr>
      <vt:lpstr>5.1 AES Specifications</vt:lpstr>
      <vt:lpstr>5.2 AES State Representation</vt:lpstr>
      <vt:lpstr>5.3 AES Round Transformations</vt:lpstr>
      <vt:lpstr>5.3.1 SubBytes (Confusion)</vt:lpstr>
      <vt:lpstr>5.3.2 ShiftRows (Diffusion)</vt:lpstr>
      <vt:lpstr>5.3.3 MixColumns (Diffusion)</vt:lpstr>
      <vt:lpstr>5.3.4 AddRounadKey (Key Mixing)</vt:lpstr>
      <vt:lpstr>5.4 AES Encryption Algorithm</vt:lpstr>
      <vt:lpstr>5.5 AES Key Schedule</vt:lpstr>
      <vt:lpstr>PowerPoint Presentation</vt:lpstr>
      <vt:lpstr>5.6 Why AES is Considered Secure</vt:lpstr>
      <vt:lpstr>6. Security Analysis and Cryptanalysis</vt:lpstr>
      <vt:lpstr>6.1 Brute Force Attacks</vt:lpstr>
      <vt:lpstr>6.2 Linear Cryptanalysis</vt:lpstr>
      <vt:lpstr>6.3 Differential Cryptanalysis</vt:lpstr>
      <vt:lpstr>6.4 The Limits of Security Proofs</vt:lpstr>
      <vt:lpstr>Conclusion</vt:lpstr>
      <vt:lpstr>Practical Implications</vt:lpstr>
      <vt:lpstr>Looking Forward</vt:lpstr>
      <vt:lpstr>Preparation for Next Lecture</vt:lpstr>
      <vt:lpstr>Thank you for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2026-01-25T15:44:41Z</dcterms:created>
  <dcterms:modified xsi:type="dcterms:W3CDTF">2026-01-27T08:50:24Z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0x0101009A8D18DF04E7B24DB531D034DE08C523</vt:lpwstr>
  </property>
</Properties>
</file>