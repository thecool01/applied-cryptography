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8" r:id="rId6"/>
    <p:sldId id="297" r:id="rId7"/>
    <p:sldId id="298" r:id="rId8"/>
    <p:sldId id="302" r:id="rId9"/>
    <p:sldId id="299" r:id="rId10"/>
    <p:sldId id="300" r:id="rId11"/>
    <p:sldId id="303" r:id="rId12"/>
    <p:sldId id="304" r:id="rId13"/>
    <p:sldId id="305" r:id="rId14"/>
    <p:sldId id="306" r:id="rId15"/>
    <p:sldId id="307" r:id="rId16"/>
    <p:sldId id="308" r:id="rId17"/>
    <p:sldId id="309" r:id="rId18"/>
    <p:sldId id="310" r:id="rId19"/>
    <p:sldId id="311" r:id="rId20"/>
    <p:sldId id="312" r:id="rId21"/>
    <p:sldId id="313" r:id="rId22"/>
    <p:sldId id="314" r:id="rId23"/>
    <p:sldId id="315" r:id="rId24"/>
    <p:sldId id="316" r:id="rId25"/>
    <p:sldId id="317" r:id="rId26"/>
    <p:sldId id="318" r:id="rId27"/>
    <p:sldId id="319" r:id="rId28"/>
    <p:sldId id="320" r:id="rId29"/>
    <p:sldId id="321" r:id="rId30"/>
    <p:sldId id="322" r:id="rId31"/>
    <p:sldId id="324" r:id="rId32"/>
    <p:sldId id="325" r:id="rId33"/>
    <p:sldId id="326" r:id="rId34"/>
    <p:sldId id="327" r:id="rId35"/>
    <p:sldId id="328" r:id="rId36"/>
    <p:sldId id="329" r:id="rId37"/>
    <p:sldId id="330" r:id="rId38"/>
    <p:sldId id="331" r:id="rId39"/>
    <p:sldId id="332" r:id="rId40"/>
    <p:sldId id="333" r:id="rId41"/>
    <p:sldId id="334" r:id="rId42"/>
    <p:sldId id="335" r:id="rId43"/>
    <p:sldId id="336" r:id="rId44"/>
    <p:sldId id="337" r:id="rId45"/>
    <p:sldId id="339" r:id="rId46"/>
    <p:sldId id="340" r:id="rId47"/>
    <p:sldId id="341" r:id="rId48"/>
    <p:sldId id="342" r:id="rId49"/>
    <p:sldId id="343" r:id="rId50"/>
    <p:sldId id="344" r:id="rId51"/>
    <p:sldId id="345" r:id="rId52"/>
    <p:sldId id="346" r:id="rId53"/>
    <p:sldId id="347" r:id="rId5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3628E4-5377-4C10-E15F-EE79ED2AB251}" v="1642" dt="2026-02-01T16:35:48.863"/>
  </p1510:revLst>
</p1510:revInfo>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2" autoAdjust="0"/>
    <p:restoredTop sz="94660"/>
  </p:normalViewPr>
  <p:slideViewPr>
    <p:cSldViewPr snapToGrid="0">
      <p:cViewPr varScale="1">
        <p:scale>
          <a:sx n="109" d="100"/>
          <a:sy n="109" d="100"/>
        </p:scale>
        <p:origin x="55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mirlan Zhaxalykov" userId="S::t.zhaxalykov@kbtu.kz::037320a9-8ef1-4acb-bb74-1ab60141db9d" providerId="AD" clId="Web-{403628E4-5377-4C10-E15F-EE79ED2AB251}"/>
    <pc:docChg chg="addSld delSld modSld">
      <pc:chgData name="Temirlan Zhaxalykov" userId="S::t.zhaxalykov@kbtu.kz::037320a9-8ef1-4acb-bb74-1ab60141db9d" providerId="AD" clId="Web-{403628E4-5377-4C10-E15F-EE79ED2AB251}" dt="2026-02-01T16:34:31.435" v="1513" actId="20577"/>
      <pc:docMkLst>
        <pc:docMk/>
      </pc:docMkLst>
      <pc:sldChg chg="addSp modSp mod setBg">
        <pc:chgData name="Temirlan Zhaxalykov" userId="S::t.zhaxalykov@kbtu.kz::037320a9-8ef1-4acb-bb74-1ab60141db9d" providerId="AD" clId="Web-{403628E4-5377-4C10-E15F-EE79ED2AB251}" dt="2026-02-01T16:33:46.653" v="1508" actId="20577"/>
        <pc:sldMkLst>
          <pc:docMk/>
          <pc:sldMk cId="1351651579" sldId="256"/>
        </pc:sldMkLst>
        <pc:spChg chg="mod">
          <ac:chgData name="Temirlan Zhaxalykov" userId="S::t.zhaxalykov@kbtu.kz::037320a9-8ef1-4acb-bb74-1ab60141db9d" providerId="AD" clId="Web-{403628E4-5377-4C10-E15F-EE79ED2AB251}" dt="2026-02-01T16:33:46.653" v="1508" actId="20577"/>
          <ac:spMkLst>
            <pc:docMk/>
            <pc:sldMk cId="1351651579" sldId="256"/>
            <ac:spMk id="2" creationId="{00000000-0000-0000-0000-000000000000}"/>
          </ac:spMkLst>
        </pc:spChg>
        <pc:spChg chg="mod">
          <ac:chgData name="Temirlan Zhaxalykov" userId="S::t.zhaxalykov@kbtu.kz::037320a9-8ef1-4acb-bb74-1ab60141db9d" providerId="AD" clId="Web-{403628E4-5377-4C10-E15F-EE79ED2AB251}" dt="2026-02-01T13:37:05.227" v="69"/>
          <ac:spMkLst>
            <pc:docMk/>
            <pc:sldMk cId="1351651579" sldId="256"/>
            <ac:spMk id="3" creationId="{00000000-0000-0000-0000-000000000000}"/>
          </ac:spMkLst>
        </pc:spChg>
        <pc:spChg chg="add">
          <ac:chgData name="Temirlan Zhaxalykov" userId="S::t.zhaxalykov@kbtu.kz::037320a9-8ef1-4acb-bb74-1ab60141db9d" providerId="AD" clId="Web-{403628E4-5377-4C10-E15F-EE79ED2AB251}" dt="2026-02-01T13:36:46.977" v="66"/>
          <ac:spMkLst>
            <pc:docMk/>
            <pc:sldMk cId="1351651579" sldId="256"/>
            <ac:spMk id="8" creationId="{6F5A5072-7B47-4D32-B52A-4EBBF590B8A5}"/>
          </ac:spMkLst>
        </pc:spChg>
        <pc:spChg chg="add">
          <ac:chgData name="Temirlan Zhaxalykov" userId="S::t.zhaxalykov@kbtu.kz::037320a9-8ef1-4acb-bb74-1ab60141db9d" providerId="AD" clId="Web-{403628E4-5377-4C10-E15F-EE79ED2AB251}" dt="2026-02-01T13:36:46.977" v="66"/>
          <ac:spMkLst>
            <pc:docMk/>
            <pc:sldMk cId="1351651579" sldId="256"/>
            <ac:spMk id="10" creationId="{9715DAF0-AE1B-46C9-8A6B-DB2AA05AB91D}"/>
          </ac:spMkLst>
        </pc:spChg>
        <pc:spChg chg="add">
          <ac:chgData name="Temirlan Zhaxalykov" userId="S::t.zhaxalykov@kbtu.kz::037320a9-8ef1-4acb-bb74-1ab60141db9d" providerId="AD" clId="Web-{403628E4-5377-4C10-E15F-EE79ED2AB251}" dt="2026-02-01T13:36:46.977" v="66"/>
          <ac:spMkLst>
            <pc:docMk/>
            <pc:sldMk cId="1351651579" sldId="256"/>
            <ac:spMk id="12" creationId="{6016219D-510E-4184-9090-6D5578A87BD1}"/>
          </ac:spMkLst>
        </pc:spChg>
        <pc:spChg chg="add">
          <ac:chgData name="Temirlan Zhaxalykov" userId="S::t.zhaxalykov@kbtu.kz::037320a9-8ef1-4acb-bb74-1ab60141db9d" providerId="AD" clId="Web-{403628E4-5377-4C10-E15F-EE79ED2AB251}" dt="2026-02-01T13:36:46.977" v="66"/>
          <ac:spMkLst>
            <pc:docMk/>
            <pc:sldMk cId="1351651579" sldId="256"/>
            <ac:spMk id="14" creationId="{AFF4A713-7B75-4B21-90D7-5AB19547C728}"/>
          </ac:spMkLst>
        </pc:spChg>
        <pc:spChg chg="add">
          <ac:chgData name="Temirlan Zhaxalykov" userId="S::t.zhaxalykov@kbtu.kz::037320a9-8ef1-4acb-bb74-1ab60141db9d" providerId="AD" clId="Web-{403628E4-5377-4C10-E15F-EE79ED2AB251}" dt="2026-02-01T13:36:46.977" v="66"/>
          <ac:spMkLst>
            <pc:docMk/>
            <pc:sldMk cId="1351651579" sldId="256"/>
            <ac:spMk id="16" creationId="{DC631C0B-6DA6-4E57-8231-CE32B3434A7E}"/>
          </ac:spMkLst>
        </pc:spChg>
        <pc:spChg chg="add">
          <ac:chgData name="Temirlan Zhaxalykov" userId="S::t.zhaxalykov@kbtu.kz::037320a9-8ef1-4acb-bb74-1ab60141db9d" providerId="AD" clId="Web-{403628E4-5377-4C10-E15F-EE79ED2AB251}" dt="2026-02-01T13:36:46.977" v="66"/>
          <ac:spMkLst>
            <pc:docMk/>
            <pc:sldMk cId="1351651579" sldId="256"/>
            <ac:spMk id="18" creationId="{C29501E6-A978-4A61-9689-9085AF97A53A}"/>
          </ac:spMkLst>
        </pc:spChg>
      </pc:sldChg>
      <pc:sldChg chg="new del">
        <pc:chgData name="Temirlan Zhaxalykov" userId="S::t.zhaxalykov@kbtu.kz::037320a9-8ef1-4acb-bb74-1ab60141db9d" providerId="AD" clId="Web-{403628E4-5377-4C10-E15F-EE79ED2AB251}" dt="2026-02-01T13:37:24.962" v="73"/>
        <pc:sldMkLst>
          <pc:docMk/>
          <pc:sldMk cId="2145640082" sldId="257"/>
        </pc:sldMkLst>
      </pc:sldChg>
      <pc:sldChg chg="addSp modSp add del">
        <pc:chgData name="Temirlan Zhaxalykov" userId="S::t.zhaxalykov@kbtu.kz::037320a9-8ef1-4acb-bb74-1ab60141db9d" providerId="AD" clId="Web-{403628E4-5377-4C10-E15F-EE79ED2AB251}" dt="2026-02-01T13:36:55.711" v="67"/>
        <pc:sldMkLst>
          <pc:docMk/>
          <pc:sldMk cId="3639920370" sldId="257"/>
        </pc:sldMkLst>
        <pc:spChg chg="mod">
          <ac:chgData name="Temirlan Zhaxalykov" userId="S::t.zhaxalykov@kbtu.kz::037320a9-8ef1-4acb-bb74-1ab60141db9d" providerId="AD" clId="Web-{403628E4-5377-4C10-E15F-EE79ED2AB251}" dt="2026-02-01T13:36:39.508" v="65"/>
          <ac:spMkLst>
            <pc:docMk/>
            <pc:sldMk cId="3639920370" sldId="257"/>
            <ac:spMk id="2" creationId="{00000000-0000-0000-0000-000000000000}"/>
          </ac:spMkLst>
        </pc:spChg>
        <pc:spChg chg="add">
          <ac:chgData name="Temirlan Zhaxalykov" userId="S::t.zhaxalykov@kbtu.kz::037320a9-8ef1-4acb-bb74-1ab60141db9d" providerId="AD" clId="Web-{403628E4-5377-4C10-E15F-EE79ED2AB251}" dt="2026-02-01T13:36:39.508" v="65"/>
          <ac:spMkLst>
            <pc:docMk/>
            <pc:sldMk cId="3639920370" sldId="257"/>
            <ac:spMk id="8" creationId="{6F5A5072-7B47-4D32-B52A-4EBBF590B8A5}"/>
          </ac:spMkLst>
        </pc:spChg>
        <pc:spChg chg="add">
          <ac:chgData name="Temirlan Zhaxalykov" userId="S::t.zhaxalykov@kbtu.kz::037320a9-8ef1-4acb-bb74-1ab60141db9d" providerId="AD" clId="Web-{403628E4-5377-4C10-E15F-EE79ED2AB251}" dt="2026-02-01T13:36:39.508" v="65"/>
          <ac:spMkLst>
            <pc:docMk/>
            <pc:sldMk cId="3639920370" sldId="257"/>
            <ac:spMk id="10" creationId="{9715DAF0-AE1B-46C9-8A6B-DB2AA05AB91D}"/>
          </ac:spMkLst>
        </pc:spChg>
        <pc:spChg chg="add">
          <ac:chgData name="Temirlan Zhaxalykov" userId="S::t.zhaxalykov@kbtu.kz::037320a9-8ef1-4acb-bb74-1ab60141db9d" providerId="AD" clId="Web-{403628E4-5377-4C10-E15F-EE79ED2AB251}" dt="2026-02-01T13:36:39.508" v="65"/>
          <ac:spMkLst>
            <pc:docMk/>
            <pc:sldMk cId="3639920370" sldId="257"/>
            <ac:spMk id="12" creationId="{6016219D-510E-4184-9090-6D5578A87BD1}"/>
          </ac:spMkLst>
        </pc:spChg>
        <pc:spChg chg="add">
          <ac:chgData name="Temirlan Zhaxalykov" userId="S::t.zhaxalykov@kbtu.kz::037320a9-8ef1-4acb-bb74-1ab60141db9d" providerId="AD" clId="Web-{403628E4-5377-4C10-E15F-EE79ED2AB251}" dt="2026-02-01T13:36:39.508" v="65"/>
          <ac:spMkLst>
            <pc:docMk/>
            <pc:sldMk cId="3639920370" sldId="257"/>
            <ac:spMk id="14" creationId="{AFF4A713-7B75-4B21-90D7-5AB19547C728}"/>
          </ac:spMkLst>
        </pc:spChg>
        <pc:spChg chg="add">
          <ac:chgData name="Temirlan Zhaxalykov" userId="S::t.zhaxalykov@kbtu.kz::037320a9-8ef1-4acb-bb74-1ab60141db9d" providerId="AD" clId="Web-{403628E4-5377-4C10-E15F-EE79ED2AB251}" dt="2026-02-01T13:36:39.508" v="65"/>
          <ac:spMkLst>
            <pc:docMk/>
            <pc:sldMk cId="3639920370" sldId="257"/>
            <ac:spMk id="16" creationId="{DC631C0B-6DA6-4E57-8231-CE32B3434A7E}"/>
          </ac:spMkLst>
        </pc:spChg>
        <pc:spChg chg="add">
          <ac:chgData name="Temirlan Zhaxalykov" userId="S::t.zhaxalykov@kbtu.kz::037320a9-8ef1-4acb-bb74-1ab60141db9d" providerId="AD" clId="Web-{403628E4-5377-4C10-E15F-EE79ED2AB251}" dt="2026-02-01T13:36:39.508" v="65"/>
          <ac:spMkLst>
            <pc:docMk/>
            <pc:sldMk cId="3639920370" sldId="257"/>
            <ac:spMk id="18" creationId="{C29501E6-A978-4A61-9689-9085AF97A53A}"/>
          </ac:spMkLst>
        </pc:spChg>
      </pc:sldChg>
      <pc:sldChg chg="addSp modSp add">
        <pc:chgData name="Temirlan Zhaxalykov" userId="S::t.zhaxalykov@kbtu.kz::037320a9-8ef1-4acb-bb74-1ab60141db9d" providerId="AD" clId="Web-{403628E4-5377-4C10-E15F-EE79ED2AB251}" dt="2026-02-01T13:38:09.274" v="92" actId="20577"/>
        <pc:sldMkLst>
          <pc:docMk/>
          <pc:sldMk cId="644349939" sldId="258"/>
        </pc:sldMkLst>
        <pc:spChg chg="mod">
          <ac:chgData name="Temirlan Zhaxalykov" userId="S::t.zhaxalykov@kbtu.kz::037320a9-8ef1-4acb-bb74-1ab60141db9d" providerId="AD" clId="Web-{403628E4-5377-4C10-E15F-EE79ED2AB251}" dt="2026-02-01T13:37:21.696" v="72"/>
          <ac:spMkLst>
            <pc:docMk/>
            <pc:sldMk cId="644349939" sldId="258"/>
            <ac:spMk id="2" creationId="{A76D9B10-4D7B-7092-6039-08EDA087B5F3}"/>
          </ac:spMkLst>
        </pc:spChg>
        <pc:spChg chg="mod">
          <ac:chgData name="Temirlan Zhaxalykov" userId="S::t.zhaxalykov@kbtu.kz::037320a9-8ef1-4acb-bb74-1ab60141db9d" providerId="AD" clId="Web-{403628E4-5377-4C10-E15F-EE79ED2AB251}" dt="2026-02-01T13:38:09.274" v="92" actId="20577"/>
          <ac:spMkLst>
            <pc:docMk/>
            <pc:sldMk cId="644349939" sldId="258"/>
            <ac:spMk id="3" creationId="{DDE86910-55D0-F75F-EB56-9549B7C29F83}"/>
          </ac:spMkLst>
        </pc:spChg>
        <pc:spChg chg="add">
          <ac:chgData name="Temirlan Zhaxalykov" userId="S::t.zhaxalykov@kbtu.kz::037320a9-8ef1-4acb-bb74-1ab60141db9d" providerId="AD" clId="Web-{403628E4-5377-4C10-E15F-EE79ED2AB251}" dt="2026-02-01T13:37:21.696" v="72"/>
          <ac:spMkLst>
            <pc:docMk/>
            <pc:sldMk cId="644349939" sldId="258"/>
            <ac:spMk id="8" creationId="{1B15ED52-F352-441B-82BF-E0EA34836D08}"/>
          </ac:spMkLst>
        </pc:spChg>
        <pc:spChg chg="add">
          <ac:chgData name="Temirlan Zhaxalykov" userId="S::t.zhaxalykov@kbtu.kz::037320a9-8ef1-4acb-bb74-1ab60141db9d" providerId="AD" clId="Web-{403628E4-5377-4C10-E15F-EE79ED2AB251}" dt="2026-02-01T13:37:21.696" v="72"/>
          <ac:spMkLst>
            <pc:docMk/>
            <pc:sldMk cId="644349939" sldId="258"/>
            <ac:spMk id="10" creationId="{3B2E3793-BFE6-45A2-9B7B-E18844431C99}"/>
          </ac:spMkLst>
        </pc:spChg>
        <pc:spChg chg="add">
          <ac:chgData name="Temirlan Zhaxalykov" userId="S::t.zhaxalykov@kbtu.kz::037320a9-8ef1-4acb-bb74-1ab60141db9d" providerId="AD" clId="Web-{403628E4-5377-4C10-E15F-EE79ED2AB251}" dt="2026-02-01T13:37:21.696" v="72"/>
          <ac:spMkLst>
            <pc:docMk/>
            <pc:sldMk cId="644349939" sldId="258"/>
            <ac:spMk id="12" creationId="{BC4C4868-CB8F-4AF9-9CDB-8108F2C19B67}"/>
          </ac:spMkLst>
        </pc:spChg>
        <pc:spChg chg="add">
          <ac:chgData name="Temirlan Zhaxalykov" userId="S::t.zhaxalykov@kbtu.kz::037320a9-8ef1-4acb-bb74-1ab60141db9d" providerId="AD" clId="Web-{403628E4-5377-4C10-E15F-EE79ED2AB251}" dt="2026-02-01T13:37:21.696" v="72"/>
          <ac:spMkLst>
            <pc:docMk/>
            <pc:sldMk cId="644349939" sldId="258"/>
            <ac:spMk id="14" creationId="{375E0459-6403-40CD-989D-56A4407CA12E}"/>
          </ac:spMkLst>
        </pc:spChg>
        <pc:spChg chg="add">
          <ac:chgData name="Temirlan Zhaxalykov" userId="S::t.zhaxalykov@kbtu.kz::037320a9-8ef1-4acb-bb74-1ab60141db9d" providerId="AD" clId="Web-{403628E4-5377-4C10-E15F-EE79ED2AB251}" dt="2026-02-01T13:37:21.696" v="72"/>
          <ac:spMkLst>
            <pc:docMk/>
            <pc:sldMk cId="644349939" sldId="258"/>
            <ac:spMk id="16" creationId="{53E5B1A8-3AC9-4BD1-9BBC-78CA94F2D1BA}"/>
          </ac:spMkLst>
        </pc:spChg>
      </pc:sldChg>
      <pc:sldChg chg="addSp delSp modSp add">
        <pc:chgData name="Temirlan Zhaxalykov" userId="S::t.zhaxalykov@kbtu.kz::037320a9-8ef1-4acb-bb74-1ab60141db9d" providerId="AD" clId="Web-{403628E4-5377-4C10-E15F-EE79ED2AB251}" dt="2026-02-01T13:42:38.932" v="185" actId="20577"/>
        <pc:sldMkLst>
          <pc:docMk/>
          <pc:sldMk cId="432503727" sldId="297"/>
        </pc:sldMkLst>
        <pc:spChg chg="mod">
          <ac:chgData name="Temirlan Zhaxalykov" userId="S::t.zhaxalykov@kbtu.kz::037320a9-8ef1-4acb-bb74-1ab60141db9d" providerId="AD" clId="Web-{403628E4-5377-4C10-E15F-EE79ED2AB251}" dt="2026-02-01T13:42:38.932" v="185" actId="20577"/>
          <ac:spMkLst>
            <pc:docMk/>
            <pc:sldMk cId="432503727" sldId="297"/>
            <ac:spMk id="2" creationId="{4711D198-BC54-1A26-E453-415B3A49633C}"/>
          </ac:spMkLst>
        </pc:spChg>
        <pc:spChg chg="add del mod">
          <ac:chgData name="Temirlan Zhaxalykov" userId="S::t.zhaxalykov@kbtu.kz::037320a9-8ef1-4acb-bb74-1ab60141db9d" providerId="AD" clId="Web-{403628E4-5377-4C10-E15F-EE79ED2AB251}" dt="2026-02-01T13:40:41.791" v="178"/>
          <ac:spMkLst>
            <pc:docMk/>
            <pc:sldMk cId="432503727" sldId="297"/>
            <ac:spMk id="3" creationId="{20D704E2-6B00-995D-D970-C5269623DF81}"/>
          </ac:spMkLst>
        </pc:spChg>
        <pc:spChg chg="mod">
          <ac:chgData name="Temirlan Zhaxalykov" userId="S::t.zhaxalykov@kbtu.kz::037320a9-8ef1-4acb-bb74-1ab60141db9d" providerId="AD" clId="Web-{403628E4-5377-4C10-E15F-EE79ED2AB251}" dt="2026-02-01T13:40:21.369" v="173" actId="20577"/>
          <ac:spMkLst>
            <pc:docMk/>
            <pc:sldMk cId="432503727" sldId="297"/>
            <ac:spMk id="17" creationId="{6E566CF4-7CD9-4868-7FB8-95D549613A1E}"/>
          </ac:spMkLst>
        </pc:spChg>
        <pc:spChg chg="add">
          <ac:chgData name="Temirlan Zhaxalykov" userId="S::t.zhaxalykov@kbtu.kz::037320a9-8ef1-4acb-bb74-1ab60141db9d" providerId="AD" clId="Web-{403628E4-5377-4C10-E15F-EE79ED2AB251}" dt="2026-02-01T13:38:27.852" v="94"/>
          <ac:spMkLst>
            <pc:docMk/>
            <pc:sldMk cId="432503727" sldId="297"/>
            <ac:spMk id="22" creationId="{DEE2AD96-B495-4E06-9291-B71706F728CB}"/>
          </ac:spMkLst>
        </pc:spChg>
        <pc:spChg chg="add">
          <ac:chgData name="Temirlan Zhaxalykov" userId="S::t.zhaxalykov@kbtu.kz::037320a9-8ef1-4acb-bb74-1ab60141db9d" providerId="AD" clId="Web-{403628E4-5377-4C10-E15F-EE79ED2AB251}" dt="2026-02-01T13:38:27.852" v="94"/>
          <ac:spMkLst>
            <pc:docMk/>
            <pc:sldMk cId="432503727" sldId="297"/>
            <ac:spMk id="24" creationId="{53CF6D67-C5A8-4ADD-9E8E-1E38CA1D3166}"/>
          </ac:spMkLst>
        </pc:spChg>
        <pc:spChg chg="add">
          <ac:chgData name="Temirlan Zhaxalykov" userId="S::t.zhaxalykov@kbtu.kz::037320a9-8ef1-4acb-bb74-1ab60141db9d" providerId="AD" clId="Web-{403628E4-5377-4C10-E15F-EE79ED2AB251}" dt="2026-02-01T13:38:27.852" v="94"/>
          <ac:spMkLst>
            <pc:docMk/>
            <pc:sldMk cId="432503727" sldId="297"/>
            <ac:spMk id="26" creationId="{86909FA0-B515-4681-B7A8-FA281D133B94}"/>
          </ac:spMkLst>
        </pc:spChg>
        <pc:spChg chg="add">
          <ac:chgData name="Temirlan Zhaxalykov" userId="S::t.zhaxalykov@kbtu.kz::037320a9-8ef1-4acb-bb74-1ab60141db9d" providerId="AD" clId="Web-{403628E4-5377-4C10-E15F-EE79ED2AB251}" dt="2026-02-01T13:38:27.852" v="94"/>
          <ac:spMkLst>
            <pc:docMk/>
            <pc:sldMk cId="432503727" sldId="297"/>
            <ac:spMk id="28" creationId="{21C9FE86-FCC3-4A31-AA1C-C882262B7FE7}"/>
          </ac:spMkLst>
        </pc:spChg>
        <pc:spChg chg="add">
          <ac:chgData name="Temirlan Zhaxalykov" userId="S::t.zhaxalykov@kbtu.kz::037320a9-8ef1-4acb-bb74-1ab60141db9d" providerId="AD" clId="Web-{403628E4-5377-4C10-E15F-EE79ED2AB251}" dt="2026-02-01T13:38:27.852" v="94"/>
          <ac:spMkLst>
            <pc:docMk/>
            <pc:sldMk cId="432503727" sldId="297"/>
            <ac:spMk id="30" creationId="{7D96243B-ECED-4B71-8E06-AE9A285EAD20}"/>
          </ac:spMkLst>
        </pc:spChg>
        <pc:spChg chg="add">
          <ac:chgData name="Temirlan Zhaxalykov" userId="S::t.zhaxalykov@kbtu.kz::037320a9-8ef1-4acb-bb74-1ab60141db9d" providerId="AD" clId="Web-{403628E4-5377-4C10-E15F-EE79ED2AB251}" dt="2026-02-01T13:38:27.852" v="94"/>
          <ac:spMkLst>
            <pc:docMk/>
            <pc:sldMk cId="432503727" sldId="297"/>
            <ac:spMk id="32" creationId="{A09989E4-EFDC-4A90-A633-E0525FB4139E}"/>
          </ac:spMkLst>
        </pc:spChg>
      </pc:sldChg>
      <pc:sldChg chg="addSp delSp modSp add">
        <pc:chgData name="Temirlan Zhaxalykov" userId="S::t.zhaxalykov@kbtu.kz::037320a9-8ef1-4acb-bb74-1ab60141db9d" providerId="AD" clId="Web-{403628E4-5377-4C10-E15F-EE79ED2AB251}" dt="2026-02-01T14:03:03.896" v="233" actId="20577"/>
        <pc:sldMkLst>
          <pc:docMk/>
          <pc:sldMk cId="1922538958" sldId="298"/>
        </pc:sldMkLst>
        <pc:spChg chg="mod">
          <ac:chgData name="Temirlan Zhaxalykov" userId="S::t.zhaxalykov@kbtu.kz::037320a9-8ef1-4acb-bb74-1ab60141db9d" providerId="AD" clId="Web-{403628E4-5377-4C10-E15F-EE79ED2AB251}" dt="2026-02-01T13:49:10.703" v="195"/>
          <ac:spMkLst>
            <pc:docMk/>
            <pc:sldMk cId="1922538958" sldId="298"/>
            <ac:spMk id="2" creationId="{D65E1BC8-D893-1FAD-F6BC-0A776B9E6083}"/>
          </ac:spMkLst>
        </pc:spChg>
        <pc:spChg chg="mod">
          <ac:chgData name="Temirlan Zhaxalykov" userId="S::t.zhaxalykov@kbtu.kz::037320a9-8ef1-4acb-bb74-1ab60141db9d" providerId="AD" clId="Web-{403628E4-5377-4C10-E15F-EE79ED2AB251}" dt="2026-02-01T14:03:03.896" v="233" actId="20577"/>
          <ac:spMkLst>
            <pc:docMk/>
            <pc:sldMk cId="1922538958" sldId="298"/>
            <ac:spMk id="3" creationId="{25D131E6-DE5F-98CB-EA71-371D9491EBDA}"/>
          </ac:spMkLst>
        </pc:spChg>
        <pc:spChg chg="add del">
          <ac:chgData name="Temirlan Zhaxalykov" userId="S::t.zhaxalykov@kbtu.kz::037320a9-8ef1-4acb-bb74-1ab60141db9d" providerId="AD" clId="Web-{403628E4-5377-4C10-E15F-EE79ED2AB251}" dt="2026-02-01T13:49:10.703" v="195"/>
          <ac:spMkLst>
            <pc:docMk/>
            <pc:sldMk cId="1922538958" sldId="298"/>
            <ac:spMk id="5" creationId="{1B15ED52-F352-441B-82BF-E0EA34836D08}"/>
          </ac:spMkLst>
        </pc:spChg>
        <pc:spChg chg="add del">
          <ac:chgData name="Temirlan Zhaxalykov" userId="S::t.zhaxalykov@kbtu.kz::037320a9-8ef1-4acb-bb74-1ab60141db9d" providerId="AD" clId="Web-{403628E4-5377-4C10-E15F-EE79ED2AB251}" dt="2026-02-01T13:49:10.703" v="195"/>
          <ac:spMkLst>
            <pc:docMk/>
            <pc:sldMk cId="1922538958" sldId="298"/>
            <ac:spMk id="6" creationId="{3B2E3793-BFE6-45A2-9B7B-E18844431C99}"/>
          </ac:spMkLst>
        </pc:spChg>
        <pc:spChg chg="add del">
          <ac:chgData name="Temirlan Zhaxalykov" userId="S::t.zhaxalykov@kbtu.kz::037320a9-8ef1-4acb-bb74-1ab60141db9d" providerId="AD" clId="Web-{403628E4-5377-4C10-E15F-EE79ED2AB251}" dt="2026-02-01T13:49:10.703" v="195"/>
          <ac:spMkLst>
            <pc:docMk/>
            <pc:sldMk cId="1922538958" sldId="298"/>
            <ac:spMk id="7" creationId="{BC4C4868-CB8F-4AF9-9CDB-8108F2C19B67}"/>
          </ac:spMkLst>
        </pc:spChg>
        <pc:spChg chg="add del">
          <ac:chgData name="Temirlan Zhaxalykov" userId="S::t.zhaxalykov@kbtu.kz::037320a9-8ef1-4acb-bb74-1ab60141db9d" providerId="AD" clId="Web-{403628E4-5377-4C10-E15F-EE79ED2AB251}" dt="2026-02-01T13:42:02.073" v="183"/>
          <ac:spMkLst>
            <pc:docMk/>
            <pc:sldMk cId="1922538958" sldId="298"/>
            <ac:spMk id="8" creationId="{DEE2AD96-B495-4E06-9291-B71706F728CB}"/>
          </ac:spMkLst>
        </pc:spChg>
        <pc:spChg chg="add del">
          <ac:chgData name="Temirlan Zhaxalykov" userId="S::t.zhaxalykov@kbtu.kz::037320a9-8ef1-4acb-bb74-1ab60141db9d" providerId="AD" clId="Web-{403628E4-5377-4C10-E15F-EE79ED2AB251}" dt="2026-02-01T13:49:10.703" v="195"/>
          <ac:spMkLst>
            <pc:docMk/>
            <pc:sldMk cId="1922538958" sldId="298"/>
            <ac:spMk id="9" creationId="{375E0459-6403-40CD-989D-56A4407CA12E}"/>
          </ac:spMkLst>
        </pc:spChg>
        <pc:spChg chg="add del">
          <ac:chgData name="Temirlan Zhaxalykov" userId="S::t.zhaxalykov@kbtu.kz::037320a9-8ef1-4acb-bb74-1ab60141db9d" providerId="AD" clId="Web-{403628E4-5377-4C10-E15F-EE79ED2AB251}" dt="2026-02-01T13:42:02.073" v="183"/>
          <ac:spMkLst>
            <pc:docMk/>
            <pc:sldMk cId="1922538958" sldId="298"/>
            <ac:spMk id="10" creationId="{53CF6D67-C5A8-4ADD-9E8E-1E38CA1D3166}"/>
          </ac:spMkLst>
        </pc:spChg>
        <pc:spChg chg="add del">
          <ac:chgData name="Temirlan Zhaxalykov" userId="S::t.zhaxalykov@kbtu.kz::037320a9-8ef1-4acb-bb74-1ab60141db9d" providerId="AD" clId="Web-{403628E4-5377-4C10-E15F-EE79ED2AB251}" dt="2026-02-01T13:49:10.703" v="195"/>
          <ac:spMkLst>
            <pc:docMk/>
            <pc:sldMk cId="1922538958" sldId="298"/>
            <ac:spMk id="11" creationId="{53E5B1A8-3AC9-4BD1-9BBC-78CA94F2D1BA}"/>
          </ac:spMkLst>
        </pc:spChg>
        <pc:spChg chg="add del">
          <ac:chgData name="Temirlan Zhaxalykov" userId="S::t.zhaxalykov@kbtu.kz::037320a9-8ef1-4acb-bb74-1ab60141db9d" providerId="AD" clId="Web-{403628E4-5377-4C10-E15F-EE79ED2AB251}" dt="2026-02-01T13:42:02.073" v="183"/>
          <ac:spMkLst>
            <pc:docMk/>
            <pc:sldMk cId="1922538958" sldId="298"/>
            <ac:spMk id="12" creationId="{86909FA0-B515-4681-B7A8-FA281D133B94}"/>
          </ac:spMkLst>
        </pc:spChg>
        <pc:spChg chg="add del">
          <ac:chgData name="Temirlan Zhaxalykov" userId="S::t.zhaxalykov@kbtu.kz::037320a9-8ef1-4acb-bb74-1ab60141db9d" providerId="AD" clId="Web-{403628E4-5377-4C10-E15F-EE79ED2AB251}" dt="2026-02-01T13:42:02.073" v="183"/>
          <ac:spMkLst>
            <pc:docMk/>
            <pc:sldMk cId="1922538958" sldId="298"/>
            <ac:spMk id="14" creationId="{21C9FE86-FCC3-4A31-AA1C-C882262B7FE7}"/>
          </ac:spMkLst>
        </pc:spChg>
        <pc:spChg chg="add del">
          <ac:chgData name="Temirlan Zhaxalykov" userId="S::t.zhaxalykov@kbtu.kz::037320a9-8ef1-4acb-bb74-1ab60141db9d" providerId="AD" clId="Web-{403628E4-5377-4C10-E15F-EE79ED2AB251}" dt="2026-02-01T13:42:02.073" v="183"/>
          <ac:spMkLst>
            <pc:docMk/>
            <pc:sldMk cId="1922538958" sldId="298"/>
            <ac:spMk id="16" creationId="{7D96243B-ECED-4B71-8E06-AE9A285EAD20}"/>
          </ac:spMkLst>
        </pc:spChg>
        <pc:spChg chg="add del">
          <ac:chgData name="Temirlan Zhaxalykov" userId="S::t.zhaxalykov@kbtu.kz::037320a9-8ef1-4acb-bb74-1ab60141db9d" providerId="AD" clId="Web-{403628E4-5377-4C10-E15F-EE79ED2AB251}" dt="2026-02-01T13:42:02.073" v="183"/>
          <ac:spMkLst>
            <pc:docMk/>
            <pc:sldMk cId="1922538958" sldId="298"/>
            <ac:spMk id="18" creationId="{A09989E4-EFDC-4A90-A633-E0525FB4139E}"/>
          </ac:spMkLst>
        </pc:spChg>
        <pc:spChg chg="add">
          <ac:chgData name="Temirlan Zhaxalykov" userId="S::t.zhaxalykov@kbtu.kz::037320a9-8ef1-4acb-bb74-1ab60141db9d" providerId="AD" clId="Web-{403628E4-5377-4C10-E15F-EE79ED2AB251}" dt="2026-02-01T13:49:10.703" v="195"/>
          <ac:spMkLst>
            <pc:docMk/>
            <pc:sldMk cId="1922538958" sldId="298"/>
            <ac:spMk id="20" creationId="{BC4C4868-CB8F-4AF9-9CDB-8108F2C19B67}"/>
          </ac:spMkLst>
        </pc:spChg>
        <pc:spChg chg="add">
          <ac:chgData name="Temirlan Zhaxalykov" userId="S::t.zhaxalykov@kbtu.kz::037320a9-8ef1-4acb-bb74-1ab60141db9d" providerId="AD" clId="Web-{403628E4-5377-4C10-E15F-EE79ED2AB251}" dt="2026-02-01T13:49:10.703" v="195"/>
          <ac:spMkLst>
            <pc:docMk/>
            <pc:sldMk cId="1922538958" sldId="298"/>
            <ac:spMk id="22" creationId="{375E0459-6403-40CD-989D-56A4407CA12E}"/>
          </ac:spMkLst>
        </pc:spChg>
        <pc:spChg chg="add del">
          <ac:chgData name="Temirlan Zhaxalykov" userId="S::t.zhaxalykov@kbtu.kz::037320a9-8ef1-4acb-bb74-1ab60141db9d" providerId="AD" clId="Web-{403628E4-5377-4C10-E15F-EE79ED2AB251}" dt="2026-02-01T13:42:00.495" v="182"/>
          <ac:spMkLst>
            <pc:docMk/>
            <pc:sldMk cId="1922538958" sldId="298"/>
            <ac:spMk id="23" creationId="{70DFC902-7D23-471A-B557-B6B6917D7A0D}"/>
          </ac:spMkLst>
        </pc:spChg>
        <pc:spChg chg="add">
          <ac:chgData name="Temirlan Zhaxalykov" userId="S::t.zhaxalykov@kbtu.kz::037320a9-8ef1-4acb-bb74-1ab60141db9d" providerId="AD" clId="Web-{403628E4-5377-4C10-E15F-EE79ED2AB251}" dt="2026-02-01T13:49:10.703" v="195"/>
          <ac:spMkLst>
            <pc:docMk/>
            <pc:sldMk cId="1922538958" sldId="298"/>
            <ac:spMk id="24" creationId="{53E5B1A8-3AC9-4BD1-9BBC-78CA94F2D1BA}"/>
          </ac:spMkLst>
        </pc:spChg>
        <pc:spChg chg="add del">
          <ac:chgData name="Temirlan Zhaxalykov" userId="S::t.zhaxalykov@kbtu.kz::037320a9-8ef1-4acb-bb74-1ab60141db9d" providerId="AD" clId="Web-{403628E4-5377-4C10-E15F-EE79ED2AB251}" dt="2026-02-01T13:42:00.495" v="182"/>
          <ac:spMkLst>
            <pc:docMk/>
            <pc:sldMk cId="1922538958" sldId="298"/>
            <ac:spMk id="25" creationId="{A55D5633-D557-4DCA-982C-FF36EB7A1C00}"/>
          </ac:spMkLst>
        </pc:spChg>
        <pc:spChg chg="add del">
          <ac:chgData name="Temirlan Zhaxalykov" userId="S::t.zhaxalykov@kbtu.kz::037320a9-8ef1-4acb-bb74-1ab60141db9d" providerId="AD" clId="Web-{403628E4-5377-4C10-E15F-EE79ED2AB251}" dt="2026-02-01T13:42:00.495" v="182"/>
          <ac:spMkLst>
            <pc:docMk/>
            <pc:sldMk cId="1922538958" sldId="298"/>
            <ac:spMk id="27" creationId="{450D3AD2-FA80-415F-A9CE-54D884561CD7}"/>
          </ac:spMkLst>
        </pc:spChg>
      </pc:sldChg>
      <pc:sldChg chg="addSp modSp new mod setBg">
        <pc:chgData name="Temirlan Zhaxalykov" userId="S::t.zhaxalykov@kbtu.kz::037320a9-8ef1-4acb-bb74-1ab60141db9d" providerId="AD" clId="Web-{403628E4-5377-4C10-E15F-EE79ED2AB251}" dt="2026-02-01T16:34:20.278" v="1510" actId="20577"/>
        <pc:sldMkLst>
          <pc:docMk/>
          <pc:sldMk cId="879240662" sldId="299"/>
        </pc:sldMkLst>
        <pc:spChg chg="mod">
          <ac:chgData name="Temirlan Zhaxalykov" userId="S::t.zhaxalykov@kbtu.kz::037320a9-8ef1-4acb-bb74-1ab60141db9d" providerId="AD" clId="Web-{403628E4-5377-4C10-E15F-EE79ED2AB251}" dt="2026-02-01T13:53:41.501" v="206"/>
          <ac:spMkLst>
            <pc:docMk/>
            <pc:sldMk cId="879240662" sldId="299"/>
            <ac:spMk id="2" creationId="{D7FABEE0-19E3-C7D7-444C-B4D0B7F1B0F4}"/>
          </ac:spMkLst>
        </pc:spChg>
        <pc:spChg chg="mod">
          <ac:chgData name="Temirlan Zhaxalykov" userId="S::t.zhaxalykov@kbtu.kz::037320a9-8ef1-4acb-bb74-1ab60141db9d" providerId="AD" clId="Web-{403628E4-5377-4C10-E15F-EE79ED2AB251}" dt="2026-02-01T16:34:20.278" v="1510" actId="20577"/>
          <ac:spMkLst>
            <pc:docMk/>
            <pc:sldMk cId="879240662" sldId="299"/>
            <ac:spMk id="3" creationId="{CAFD90B2-152B-9CBC-A1DA-6E3915BA4460}"/>
          </ac:spMkLst>
        </pc:spChg>
        <pc:spChg chg="add">
          <ac:chgData name="Temirlan Zhaxalykov" userId="S::t.zhaxalykov@kbtu.kz::037320a9-8ef1-4acb-bb74-1ab60141db9d" providerId="AD" clId="Web-{403628E4-5377-4C10-E15F-EE79ED2AB251}" dt="2026-02-01T13:53:22.767" v="203"/>
          <ac:spMkLst>
            <pc:docMk/>
            <pc:sldMk cId="879240662" sldId="299"/>
            <ac:spMk id="8" creationId="{1B15ED52-F352-441B-82BF-E0EA34836D08}"/>
          </ac:spMkLst>
        </pc:spChg>
        <pc:spChg chg="add">
          <ac:chgData name="Temirlan Zhaxalykov" userId="S::t.zhaxalykov@kbtu.kz::037320a9-8ef1-4acb-bb74-1ab60141db9d" providerId="AD" clId="Web-{403628E4-5377-4C10-E15F-EE79ED2AB251}" dt="2026-02-01T13:53:22.767" v="203"/>
          <ac:spMkLst>
            <pc:docMk/>
            <pc:sldMk cId="879240662" sldId="299"/>
            <ac:spMk id="10" creationId="{3B2E3793-BFE6-45A2-9B7B-E18844431C99}"/>
          </ac:spMkLst>
        </pc:spChg>
        <pc:spChg chg="add">
          <ac:chgData name="Temirlan Zhaxalykov" userId="S::t.zhaxalykov@kbtu.kz::037320a9-8ef1-4acb-bb74-1ab60141db9d" providerId="AD" clId="Web-{403628E4-5377-4C10-E15F-EE79ED2AB251}" dt="2026-02-01T13:53:22.767" v="203"/>
          <ac:spMkLst>
            <pc:docMk/>
            <pc:sldMk cId="879240662" sldId="299"/>
            <ac:spMk id="12" creationId="{BC4C4868-CB8F-4AF9-9CDB-8108F2C19B67}"/>
          </ac:spMkLst>
        </pc:spChg>
        <pc:spChg chg="add">
          <ac:chgData name="Temirlan Zhaxalykov" userId="S::t.zhaxalykov@kbtu.kz::037320a9-8ef1-4acb-bb74-1ab60141db9d" providerId="AD" clId="Web-{403628E4-5377-4C10-E15F-EE79ED2AB251}" dt="2026-02-01T13:53:22.767" v="203"/>
          <ac:spMkLst>
            <pc:docMk/>
            <pc:sldMk cId="879240662" sldId="299"/>
            <ac:spMk id="14" creationId="{375E0459-6403-40CD-989D-56A4407CA12E}"/>
          </ac:spMkLst>
        </pc:spChg>
        <pc:spChg chg="add">
          <ac:chgData name="Temirlan Zhaxalykov" userId="S::t.zhaxalykov@kbtu.kz::037320a9-8ef1-4acb-bb74-1ab60141db9d" providerId="AD" clId="Web-{403628E4-5377-4C10-E15F-EE79ED2AB251}" dt="2026-02-01T13:53:22.767" v="203"/>
          <ac:spMkLst>
            <pc:docMk/>
            <pc:sldMk cId="879240662" sldId="299"/>
            <ac:spMk id="16" creationId="{53E5B1A8-3AC9-4BD1-9BBC-78CA94F2D1BA}"/>
          </ac:spMkLst>
        </pc:spChg>
      </pc:sldChg>
      <pc:sldChg chg="addSp modSp new mod setBg">
        <pc:chgData name="Temirlan Zhaxalykov" userId="S::t.zhaxalykov@kbtu.kz::037320a9-8ef1-4acb-bb74-1ab60141db9d" providerId="AD" clId="Web-{403628E4-5377-4C10-E15F-EE79ED2AB251}" dt="2026-02-01T13:59:09.893" v="220" actId="20577"/>
        <pc:sldMkLst>
          <pc:docMk/>
          <pc:sldMk cId="3637386853" sldId="300"/>
        </pc:sldMkLst>
        <pc:spChg chg="mod">
          <ac:chgData name="Temirlan Zhaxalykov" userId="S::t.zhaxalykov@kbtu.kz::037320a9-8ef1-4acb-bb74-1ab60141db9d" providerId="AD" clId="Web-{403628E4-5377-4C10-E15F-EE79ED2AB251}" dt="2026-02-01T13:58:31.174" v="216"/>
          <ac:spMkLst>
            <pc:docMk/>
            <pc:sldMk cId="3637386853" sldId="300"/>
            <ac:spMk id="2" creationId="{A2B61B45-0891-C2C0-B378-025541DE098B}"/>
          </ac:spMkLst>
        </pc:spChg>
        <pc:spChg chg="mod">
          <ac:chgData name="Temirlan Zhaxalykov" userId="S::t.zhaxalykov@kbtu.kz::037320a9-8ef1-4acb-bb74-1ab60141db9d" providerId="AD" clId="Web-{403628E4-5377-4C10-E15F-EE79ED2AB251}" dt="2026-02-01T13:59:09.893" v="220" actId="20577"/>
          <ac:spMkLst>
            <pc:docMk/>
            <pc:sldMk cId="3637386853" sldId="300"/>
            <ac:spMk id="3" creationId="{1787FC29-55DC-3BDD-9667-91EA6909F374}"/>
          </ac:spMkLst>
        </pc:spChg>
        <pc:spChg chg="add">
          <ac:chgData name="Temirlan Zhaxalykov" userId="S::t.zhaxalykov@kbtu.kz::037320a9-8ef1-4acb-bb74-1ab60141db9d" providerId="AD" clId="Web-{403628E4-5377-4C10-E15F-EE79ED2AB251}" dt="2026-02-01T13:58:22.127" v="213"/>
          <ac:spMkLst>
            <pc:docMk/>
            <pc:sldMk cId="3637386853" sldId="300"/>
            <ac:spMk id="8" creationId="{1B15ED52-F352-441B-82BF-E0EA34836D08}"/>
          </ac:spMkLst>
        </pc:spChg>
        <pc:spChg chg="add">
          <ac:chgData name="Temirlan Zhaxalykov" userId="S::t.zhaxalykov@kbtu.kz::037320a9-8ef1-4acb-bb74-1ab60141db9d" providerId="AD" clId="Web-{403628E4-5377-4C10-E15F-EE79ED2AB251}" dt="2026-02-01T13:58:22.127" v="213"/>
          <ac:spMkLst>
            <pc:docMk/>
            <pc:sldMk cId="3637386853" sldId="300"/>
            <ac:spMk id="10" creationId="{3B2E3793-BFE6-45A2-9B7B-E18844431C99}"/>
          </ac:spMkLst>
        </pc:spChg>
        <pc:spChg chg="add">
          <ac:chgData name="Temirlan Zhaxalykov" userId="S::t.zhaxalykov@kbtu.kz::037320a9-8ef1-4acb-bb74-1ab60141db9d" providerId="AD" clId="Web-{403628E4-5377-4C10-E15F-EE79ED2AB251}" dt="2026-02-01T13:58:22.127" v="213"/>
          <ac:spMkLst>
            <pc:docMk/>
            <pc:sldMk cId="3637386853" sldId="300"/>
            <ac:spMk id="12" creationId="{BC4C4868-CB8F-4AF9-9CDB-8108F2C19B67}"/>
          </ac:spMkLst>
        </pc:spChg>
        <pc:spChg chg="add">
          <ac:chgData name="Temirlan Zhaxalykov" userId="S::t.zhaxalykov@kbtu.kz::037320a9-8ef1-4acb-bb74-1ab60141db9d" providerId="AD" clId="Web-{403628E4-5377-4C10-E15F-EE79ED2AB251}" dt="2026-02-01T13:58:22.127" v="213"/>
          <ac:spMkLst>
            <pc:docMk/>
            <pc:sldMk cId="3637386853" sldId="300"/>
            <ac:spMk id="14" creationId="{375E0459-6403-40CD-989D-56A4407CA12E}"/>
          </ac:spMkLst>
        </pc:spChg>
        <pc:spChg chg="add">
          <ac:chgData name="Temirlan Zhaxalykov" userId="S::t.zhaxalykov@kbtu.kz::037320a9-8ef1-4acb-bb74-1ab60141db9d" providerId="AD" clId="Web-{403628E4-5377-4C10-E15F-EE79ED2AB251}" dt="2026-02-01T13:58:22.127" v="213"/>
          <ac:spMkLst>
            <pc:docMk/>
            <pc:sldMk cId="3637386853" sldId="300"/>
            <ac:spMk id="16" creationId="{53E5B1A8-3AC9-4BD1-9BBC-78CA94F2D1BA}"/>
          </ac:spMkLst>
        </pc:spChg>
      </pc:sldChg>
      <pc:sldChg chg="new del">
        <pc:chgData name="Temirlan Zhaxalykov" userId="S::t.zhaxalykov@kbtu.kz::037320a9-8ef1-4acb-bb74-1ab60141db9d" providerId="AD" clId="Web-{403628E4-5377-4C10-E15F-EE79ED2AB251}" dt="2026-02-01T14:03:45.881" v="234"/>
        <pc:sldMkLst>
          <pc:docMk/>
          <pc:sldMk cId="276759522" sldId="301"/>
        </pc:sldMkLst>
      </pc:sldChg>
      <pc:sldChg chg="addSp modSp new mod setBg">
        <pc:chgData name="Temirlan Zhaxalykov" userId="S::t.zhaxalykov@kbtu.kz::037320a9-8ef1-4acb-bb74-1ab60141db9d" providerId="AD" clId="Web-{403628E4-5377-4C10-E15F-EE79ED2AB251}" dt="2026-02-01T14:01:50.067" v="230"/>
        <pc:sldMkLst>
          <pc:docMk/>
          <pc:sldMk cId="1782870544" sldId="302"/>
        </pc:sldMkLst>
        <pc:spChg chg="mod">
          <ac:chgData name="Temirlan Zhaxalykov" userId="S::t.zhaxalykov@kbtu.kz::037320a9-8ef1-4acb-bb74-1ab60141db9d" providerId="AD" clId="Web-{403628E4-5377-4C10-E15F-EE79ED2AB251}" dt="2026-02-01T14:01:50.035" v="229"/>
          <ac:spMkLst>
            <pc:docMk/>
            <pc:sldMk cId="1782870544" sldId="302"/>
            <ac:spMk id="2" creationId="{6D9659A7-B2F1-2D89-C3D9-7AF0DC28ACAB}"/>
          </ac:spMkLst>
        </pc:spChg>
        <pc:spChg chg="mod">
          <ac:chgData name="Temirlan Zhaxalykov" userId="S::t.zhaxalykov@kbtu.kz::037320a9-8ef1-4acb-bb74-1ab60141db9d" providerId="AD" clId="Web-{403628E4-5377-4C10-E15F-EE79ED2AB251}" dt="2026-02-01T14:01:50.067" v="230"/>
          <ac:spMkLst>
            <pc:docMk/>
            <pc:sldMk cId="1782870544" sldId="302"/>
            <ac:spMk id="3" creationId="{7065968A-D05D-893A-DA5B-04881B2C1B0D}"/>
          </ac:spMkLst>
        </pc:spChg>
        <pc:spChg chg="add">
          <ac:chgData name="Temirlan Zhaxalykov" userId="S::t.zhaxalykov@kbtu.kz::037320a9-8ef1-4acb-bb74-1ab60141db9d" providerId="AD" clId="Web-{403628E4-5377-4C10-E15F-EE79ED2AB251}" dt="2026-02-01T14:01:41.207" v="226"/>
          <ac:spMkLst>
            <pc:docMk/>
            <pc:sldMk cId="1782870544" sldId="302"/>
            <ac:spMk id="8" creationId="{1B15ED52-F352-441B-82BF-E0EA34836D08}"/>
          </ac:spMkLst>
        </pc:spChg>
        <pc:spChg chg="add">
          <ac:chgData name="Temirlan Zhaxalykov" userId="S::t.zhaxalykov@kbtu.kz::037320a9-8ef1-4acb-bb74-1ab60141db9d" providerId="AD" clId="Web-{403628E4-5377-4C10-E15F-EE79ED2AB251}" dt="2026-02-01T14:01:41.207" v="226"/>
          <ac:spMkLst>
            <pc:docMk/>
            <pc:sldMk cId="1782870544" sldId="302"/>
            <ac:spMk id="10" creationId="{3B2E3793-BFE6-45A2-9B7B-E18844431C99}"/>
          </ac:spMkLst>
        </pc:spChg>
        <pc:spChg chg="add">
          <ac:chgData name="Temirlan Zhaxalykov" userId="S::t.zhaxalykov@kbtu.kz::037320a9-8ef1-4acb-bb74-1ab60141db9d" providerId="AD" clId="Web-{403628E4-5377-4C10-E15F-EE79ED2AB251}" dt="2026-02-01T14:01:41.207" v="226"/>
          <ac:spMkLst>
            <pc:docMk/>
            <pc:sldMk cId="1782870544" sldId="302"/>
            <ac:spMk id="12" creationId="{BC4C4868-CB8F-4AF9-9CDB-8108F2C19B67}"/>
          </ac:spMkLst>
        </pc:spChg>
        <pc:spChg chg="add">
          <ac:chgData name="Temirlan Zhaxalykov" userId="S::t.zhaxalykov@kbtu.kz::037320a9-8ef1-4acb-bb74-1ab60141db9d" providerId="AD" clId="Web-{403628E4-5377-4C10-E15F-EE79ED2AB251}" dt="2026-02-01T14:01:41.207" v="226"/>
          <ac:spMkLst>
            <pc:docMk/>
            <pc:sldMk cId="1782870544" sldId="302"/>
            <ac:spMk id="14" creationId="{375E0459-6403-40CD-989D-56A4407CA12E}"/>
          </ac:spMkLst>
        </pc:spChg>
        <pc:spChg chg="add">
          <ac:chgData name="Temirlan Zhaxalykov" userId="S::t.zhaxalykov@kbtu.kz::037320a9-8ef1-4acb-bb74-1ab60141db9d" providerId="AD" clId="Web-{403628E4-5377-4C10-E15F-EE79ED2AB251}" dt="2026-02-01T14:01:41.207" v="226"/>
          <ac:spMkLst>
            <pc:docMk/>
            <pc:sldMk cId="1782870544" sldId="302"/>
            <ac:spMk id="16" creationId="{53E5B1A8-3AC9-4BD1-9BBC-78CA94F2D1BA}"/>
          </ac:spMkLst>
        </pc:spChg>
      </pc:sldChg>
      <pc:sldChg chg="modSp add replId">
        <pc:chgData name="Temirlan Zhaxalykov" userId="S::t.zhaxalykov@kbtu.kz::037320a9-8ef1-4acb-bb74-1ab60141db9d" providerId="AD" clId="Web-{403628E4-5377-4C10-E15F-EE79ED2AB251}" dt="2026-02-01T16:34:31.435" v="1513" actId="20577"/>
        <pc:sldMkLst>
          <pc:docMk/>
          <pc:sldMk cId="1531550472" sldId="303"/>
        </pc:sldMkLst>
        <pc:spChg chg="mod">
          <ac:chgData name="Temirlan Zhaxalykov" userId="S::t.zhaxalykov@kbtu.kz::037320a9-8ef1-4acb-bb74-1ab60141db9d" providerId="AD" clId="Web-{403628E4-5377-4C10-E15F-EE79ED2AB251}" dt="2026-02-01T14:05:44.773" v="359" actId="20577"/>
          <ac:spMkLst>
            <pc:docMk/>
            <pc:sldMk cId="1531550472" sldId="303"/>
            <ac:spMk id="2" creationId="{F8EAA625-3299-FDC7-29BA-3BE5CC6048BD}"/>
          </ac:spMkLst>
        </pc:spChg>
        <pc:spChg chg="mod">
          <ac:chgData name="Temirlan Zhaxalykov" userId="S::t.zhaxalykov@kbtu.kz::037320a9-8ef1-4acb-bb74-1ab60141db9d" providerId="AD" clId="Web-{403628E4-5377-4C10-E15F-EE79ED2AB251}" dt="2026-02-01T16:34:31.435" v="1513" actId="20577"/>
          <ac:spMkLst>
            <pc:docMk/>
            <pc:sldMk cId="1531550472" sldId="303"/>
            <ac:spMk id="17" creationId="{023233BA-F497-598A-480F-EBF6E4A47B9C}"/>
          </ac:spMkLst>
        </pc:spChg>
      </pc:sldChg>
      <pc:sldChg chg="addSp modSp new mod setBg">
        <pc:chgData name="Temirlan Zhaxalykov" userId="S::t.zhaxalykov@kbtu.kz::037320a9-8ef1-4acb-bb74-1ab60141db9d" providerId="AD" clId="Web-{403628E4-5377-4C10-E15F-EE79ED2AB251}" dt="2026-02-01T14:06:35.664" v="374" actId="20577"/>
        <pc:sldMkLst>
          <pc:docMk/>
          <pc:sldMk cId="528306395" sldId="304"/>
        </pc:sldMkLst>
        <pc:spChg chg="mod">
          <ac:chgData name="Temirlan Zhaxalykov" userId="S::t.zhaxalykov@kbtu.kz::037320a9-8ef1-4acb-bb74-1ab60141db9d" providerId="AD" clId="Web-{403628E4-5377-4C10-E15F-EE79ED2AB251}" dt="2026-02-01T14:06:25.742" v="371"/>
          <ac:spMkLst>
            <pc:docMk/>
            <pc:sldMk cId="528306395" sldId="304"/>
            <ac:spMk id="2" creationId="{B675E449-28B2-4A7F-E821-CF7705B00CAF}"/>
          </ac:spMkLst>
        </pc:spChg>
        <pc:spChg chg="mod">
          <ac:chgData name="Temirlan Zhaxalykov" userId="S::t.zhaxalykov@kbtu.kz::037320a9-8ef1-4acb-bb74-1ab60141db9d" providerId="AD" clId="Web-{403628E4-5377-4C10-E15F-EE79ED2AB251}" dt="2026-02-01T14:06:35.664" v="374" actId="20577"/>
          <ac:spMkLst>
            <pc:docMk/>
            <pc:sldMk cId="528306395" sldId="304"/>
            <ac:spMk id="3" creationId="{FDD0395D-444B-075F-5269-0AA9D674CAA1}"/>
          </ac:spMkLst>
        </pc:spChg>
        <pc:spChg chg="add">
          <ac:chgData name="Temirlan Zhaxalykov" userId="S::t.zhaxalykov@kbtu.kz::037320a9-8ef1-4acb-bb74-1ab60141db9d" providerId="AD" clId="Web-{403628E4-5377-4C10-E15F-EE79ED2AB251}" dt="2026-02-01T14:06:17.679" v="368"/>
          <ac:spMkLst>
            <pc:docMk/>
            <pc:sldMk cId="528306395" sldId="304"/>
            <ac:spMk id="8" creationId="{1B15ED52-F352-441B-82BF-E0EA34836D08}"/>
          </ac:spMkLst>
        </pc:spChg>
        <pc:spChg chg="add">
          <ac:chgData name="Temirlan Zhaxalykov" userId="S::t.zhaxalykov@kbtu.kz::037320a9-8ef1-4acb-bb74-1ab60141db9d" providerId="AD" clId="Web-{403628E4-5377-4C10-E15F-EE79ED2AB251}" dt="2026-02-01T14:06:17.679" v="368"/>
          <ac:spMkLst>
            <pc:docMk/>
            <pc:sldMk cId="528306395" sldId="304"/>
            <ac:spMk id="10" creationId="{3B2E3793-BFE6-45A2-9B7B-E18844431C99}"/>
          </ac:spMkLst>
        </pc:spChg>
        <pc:spChg chg="add">
          <ac:chgData name="Temirlan Zhaxalykov" userId="S::t.zhaxalykov@kbtu.kz::037320a9-8ef1-4acb-bb74-1ab60141db9d" providerId="AD" clId="Web-{403628E4-5377-4C10-E15F-EE79ED2AB251}" dt="2026-02-01T14:06:17.679" v="368"/>
          <ac:spMkLst>
            <pc:docMk/>
            <pc:sldMk cId="528306395" sldId="304"/>
            <ac:spMk id="12" creationId="{BC4C4868-CB8F-4AF9-9CDB-8108F2C19B67}"/>
          </ac:spMkLst>
        </pc:spChg>
        <pc:spChg chg="add">
          <ac:chgData name="Temirlan Zhaxalykov" userId="S::t.zhaxalykov@kbtu.kz::037320a9-8ef1-4acb-bb74-1ab60141db9d" providerId="AD" clId="Web-{403628E4-5377-4C10-E15F-EE79ED2AB251}" dt="2026-02-01T14:06:17.679" v="368"/>
          <ac:spMkLst>
            <pc:docMk/>
            <pc:sldMk cId="528306395" sldId="304"/>
            <ac:spMk id="14" creationId="{375E0459-6403-40CD-989D-56A4407CA12E}"/>
          </ac:spMkLst>
        </pc:spChg>
        <pc:spChg chg="add">
          <ac:chgData name="Temirlan Zhaxalykov" userId="S::t.zhaxalykov@kbtu.kz::037320a9-8ef1-4acb-bb74-1ab60141db9d" providerId="AD" clId="Web-{403628E4-5377-4C10-E15F-EE79ED2AB251}" dt="2026-02-01T14:06:17.679" v="368"/>
          <ac:spMkLst>
            <pc:docMk/>
            <pc:sldMk cId="528306395" sldId="304"/>
            <ac:spMk id="16" creationId="{53E5B1A8-3AC9-4BD1-9BBC-78CA94F2D1BA}"/>
          </ac:spMkLst>
        </pc:spChg>
      </pc:sldChg>
      <pc:sldChg chg="addSp modSp new mod setBg">
        <pc:chgData name="Temirlan Zhaxalykov" userId="S::t.zhaxalykov@kbtu.kz::037320a9-8ef1-4acb-bb74-1ab60141db9d" providerId="AD" clId="Web-{403628E4-5377-4C10-E15F-EE79ED2AB251}" dt="2026-02-01T14:07:36.602" v="390" actId="20577"/>
        <pc:sldMkLst>
          <pc:docMk/>
          <pc:sldMk cId="3260944098" sldId="305"/>
        </pc:sldMkLst>
        <pc:spChg chg="mod">
          <ac:chgData name="Temirlan Zhaxalykov" userId="S::t.zhaxalykov@kbtu.kz::037320a9-8ef1-4acb-bb74-1ab60141db9d" providerId="AD" clId="Web-{403628E4-5377-4C10-E15F-EE79ED2AB251}" dt="2026-02-01T14:07:14.773" v="383" actId="20577"/>
          <ac:spMkLst>
            <pc:docMk/>
            <pc:sldMk cId="3260944098" sldId="305"/>
            <ac:spMk id="2" creationId="{9CB03611-FF14-3419-A32D-EF33763BEC49}"/>
          </ac:spMkLst>
        </pc:spChg>
        <pc:spChg chg="mod">
          <ac:chgData name="Temirlan Zhaxalykov" userId="S::t.zhaxalykov@kbtu.kz::037320a9-8ef1-4acb-bb74-1ab60141db9d" providerId="AD" clId="Web-{403628E4-5377-4C10-E15F-EE79ED2AB251}" dt="2026-02-01T14:07:36.602" v="390" actId="20577"/>
          <ac:spMkLst>
            <pc:docMk/>
            <pc:sldMk cId="3260944098" sldId="305"/>
            <ac:spMk id="3" creationId="{D4195D2E-A8C2-7C43-E0EB-CFD42ADEB5E2}"/>
          </ac:spMkLst>
        </pc:spChg>
        <pc:spChg chg="add">
          <ac:chgData name="Temirlan Zhaxalykov" userId="S::t.zhaxalykov@kbtu.kz::037320a9-8ef1-4acb-bb74-1ab60141db9d" providerId="AD" clId="Web-{403628E4-5377-4C10-E15F-EE79ED2AB251}" dt="2026-02-01T14:07:06.117" v="381"/>
          <ac:spMkLst>
            <pc:docMk/>
            <pc:sldMk cId="3260944098" sldId="305"/>
            <ac:spMk id="8" creationId="{1B15ED52-F352-441B-82BF-E0EA34836D08}"/>
          </ac:spMkLst>
        </pc:spChg>
        <pc:spChg chg="add">
          <ac:chgData name="Temirlan Zhaxalykov" userId="S::t.zhaxalykov@kbtu.kz::037320a9-8ef1-4acb-bb74-1ab60141db9d" providerId="AD" clId="Web-{403628E4-5377-4C10-E15F-EE79ED2AB251}" dt="2026-02-01T14:07:06.117" v="381"/>
          <ac:spMkLst>
            <pc:docMk/>
            <pc:sldMk cId="3260944098" sldId="305"/>
            <ac:spMk id="10" creationId="{3B2E3793-BFE6-45A2-9B7B-E18844431C99}"/>
          </ac:spMkLst>
        </pc:spChg>
        <pc:spChg chg="add">
          <ac:chgData name="Temirlan Zhaxalykov" userId="S::t.zhaxalykov@kbtu.kz::037320a9-8ef1-4acb-bb74-1ab60141db9d" providerId="AD" clId="Web-{403628E4-5377-4C10-E15F-EE79ED2AB251}" dt="2026-02-01T14:07:06.117" v="381"/>
          <ac:spMkLst>
            <pc:docMk/>
            <pc:sldMk cId="3260944098" sldId="305"/>
            <ac:spMk id="12" creationId="{BC4C4868-CB8F-4AF9-9CDB-8108F2C19B67}"/>
          </ac:spMkLst>
        </pc:spChg>
        <pc:spChg chg="add">
          <ac:chgData name="Temirlan Zhaxalykov" userId="S::t.zhaxalykov@kbtu.kz::037320a9-8ef1-4acb-bb74-1ab60141db9d" providerId="AD" clId="Web-{403628E4-5377-4C10-E15F-EE79ED2AB251}" dt="2026-02-01T14:07:06.117" v="381"/>
          <ac:spMkLst>
            <pc:docMk/>
            <pc:sldMk cId="3260944098" sldId="305"/>
            <ac:spMk id="14" creationId="{375E0459-6403-40CD-989D-56A4407CA12E}"/>
          </ac:spMkLst>
        </pc:spChg>
        <pc:spChg chg="add">
          <ac:chgData name="Temirlan Zhaxalykov" userId="S::t.zhaxalykov@kbtu.kz::037320a9-8ef1-4acb-bb74-1ab60141db9d" providerId="AD" clId="Web-{403628E4-5377-4C10-E15F-EE79ED2AB251}" dt="2026-02-01T14:07:06.117" v="381"/>
          <ac:spMkLst>
            <pc:docMk/>
            <pc:sldMk cId="3260944098" sldId="305"/>
            <ac:spMk id="16" creationId="{53E5B1A8-3AC9-4BD1-9BBC-78CA94F2D1BA}"/>
          </ac:spMkLst>
        </pc:spChg>
      </pc:sldChg>
      <pc:sldChg chg="addSp modSp new mod setBg">
        <pc:chgData name="Temirlan Zhaxalykov" userId="S::t.zhaxalykov@kbtu.kz::037320a9-8ef1-4acb-bb74-1ab60141db9d" providerId="AD" clId="Web-{403628E4-5377-4C10-E15F-EE79ED2AB251}" dt="2026-02-01T14:08:54.821" v="408" actId="20577"/>
        <pc:sldMkLst>
          <pc:docMk/>
          <pc:sldMk cId="2463012707" sldId="306"/>
        </pc:sldMkLst>
        <pc:spChg chg="mod">
          <ac:chgData name="Temirlan Zhaxalykov" userId="S::t.zhaxalykov@kbtu.kz::037320a9-8ef1-4acb-bb74-1ab60141db9d" providerId="AD" clId="Web-{403628E4-5377-4C10-E15F-EE79ED2AB251}" dt="2026-02-01T14:08:36.993" v="400" actId="20577"/>
          <ac:spMkLst>
            <pc:docMk/>
            <pc:sldMk cId="2463012707" sldId="306"/>
            <ac:spMk id="2" creationId="{3B775A66-4702-8F1C-FB52-FA13D9F74A60}"/>
          </ac:spMkLst>
        </pc:spChg>
        <pc:spChg chg="mod">
          <ac:chgData name="Temirlan Zhaxalykov" userId="S::t.zhaxalykov@kbtu.kz::037320a9-8ef1-4acb-bb74-1ab60141db9d" providerId="AD" clId="Web-{403628E4-5377-4C10-E15F-EE79ED2AB251}" dt="2026-02-01T14:08:54.821" v="408" actId="20577"/>
          <ac:spMkLst>
            <pc:docMk/>
            <pc:sldMk cId="2463012707" sldId="306"/>
            <ac:spMk id="3" creationId="{3026C247-B453-D09E-2F3B-75B75784D344}"/>
          </ac:spMkLst>
        </pc:spChg>
        <pc:spChg chg="add">
          <ac:chgData name="Temirlan Zhaxalykov" userId="S::t.zhaxalykov@kbtu.kz::037320a9-8ef1-4acb-bb74-1ab60141db9d" providerId="AD" clId="Web-{403628E4-5377-4C10-E15F-EE79ED2AB251}" dt="2026-02-01T14:08:24.993" v="396"/>
          <ac:spMkLst>
            <pc:docMk/>
            <pc:sldMk cId="2463012707" sldId="306"/>
            <ac:spMk id="8" creationId="{1B15ED52-F352-441B-82BF-E0EA34836D08}"/>
          </ac:spMkLst>
        </pc:spChg>
        <pc:spChg chg="add">
          <ac:chgData name="Temirlan Zhaxalykov" userId="S::t.zhaxalykov@kbtu.kz::037320a9-8ef1-4acb-bb74-1ab60141db9d" providerId="AD" clId="Web-{403628E4-5377-4C10-E15F-EE79ED2AB251}" dt="2026-02-01T14:08:24.993" v="396"/>
          <ac:spMkLst>
            <pc:docMk/>
            <pc:sldMk cId="2463012707" sldId="306"/>
            <ac:spMk id="10" creationId="{3B2E3793-BFE6-45A2-9B7B-E18844431C99}"/>
          </ac:spMkLst>
        </pc:spChg>
        <pc:spChg chg="add">
          <ac:chgData name="Temirlan Zhaxalykov" userId="S::t.zhaxalykov@kbtu.kz::037320a9-8ef1-4acb-bb74-1ab60141db9d" providerId="AD" clId="Web-{403628E4-5377-4C10-E15F-EE79ED2AB251}" dt="2026-02-01T14:08:24.993" v="396"/>
          <ac:spMkLst>
            <pc:docMk/>
            <pc:sldMk cId="2463012707" sldId="306"/>
            <ac:spMk id="12" creationId="{BC4C4868-CB8F-4AF9-9CDB-8108F2C19B67}"/>
          </ac:spMkLst>
        </pc:spChg>
        <pc:spChg chg="add">
          <ac:chgData name="Temirlan Zhaxalykov" userId="S::t.zhaxalykov@kbtu.kz::037320a9-8ef1-4acb-bb74-1ab60141db9d" providerId="AD" clId="Web-{403628E4-5377-4C10-E15F-EE79ED2AB251}" dt="2026-02-01T14:08:24.993" v="396"/>
          <ac:spMkLst>
            <pc:docMk/>
            <pc:sldMk cId="2463012707" sldId="306"/>
            <ac:spMk id="14" creationId="{375E0459-6403-40CD-989D-56A4407CA12E}"/>
          </ac:spMkLst>
        </pc:spChg>
        <pc:spChg chg="add">
          <ac:chgData name="Temirlan Zhaxalykov" userId="S::t.zhaxalykov@kbtu.kz::037320a9-8ef1-4acb-bb74-1ab60141db9d" providerId="AD" clId="Web-{403628E4-5377-4C10-E15F-EE79ED2AB251}" dt="2026-02-01T14:08:24.993" v="396"/>
          <ac:spMkLst>
            <pc:docMk/>
            <pc:sldMk cId="2463012707" sldId="306"/>
            <ac:spMk id="16" creationId="{53E5B1A8-3AC9-4BD1-9BBC-78CA94F2D1BA}"/>
          </ac:spMkLst>
        </pc:spChg>
      </pc:sldChg>
      <pc:sldChg chg="addSp modSp new mod setBg">
        <pc:chgData name="Temirlan Zhaxalykov" userId="S::t.zhaxalykov@kbtu.kz::037320a9-8ef1-4acb-bb74-1ab60141db9d" providerId="AD" clId="Web-{403628E4-5377-4C10-E15F-EE79ED2AB251}" dt="2026-02-01T14:09:46.196" v="417"/>
        <pc:sldMkLst>
          <pc:docMk/>
          <pc:sldMk cId="4063888859" sldId="307"/>
        </pc:sldMkLst>
        <pc:spChg chg="mod">
          <ac:chgData name="Temirlan Zhaxalykov" userId="S::t.zhaxalykov@kbtu.kz::037320a9-8ef1-4acb-bb74-1ab60141db9d" providerId="AD" clId="Web-{403628E4-5377-4C10-E15F-EE79ED2AB251}" dt="2026-02-01T14:09:46.181" v="416"/>
          <ac:spMkLst>
            <pc:docMk/>
            <pc:sldMk cId="4063888859" sldId="307"/>
            <ac:spMk id="2" creationId="{3B9F0F63-1709-AC01-F1AD-F77B482DB129}"/>
          </ac:spMkLst>
        </pc:spChg>
        <pc:spChg chg="mod">
          <ac:chgData name="Temirlan Zhaxalykov" userId="S::t.zhaxalykov@kbtu.kz::037320a9-8ef1-4acb-bb74-1ab60141db9d" providerId="AD" clId="Web-{403628E4-5377-4C10-E15F-EE79ED2AB251}" dt="2026-02-01T14:09:46.196" v="417"/>
          <ac:spMkLst>
            <pc:docMk/>
            <pc:sldMk cId="4063888859" sldId="307"/>
            <ac:spMk id="3" creationId="{07A72182-C956-F15A-99FD-84A3549B1840}"/>
          </ac:spMkLst>
        </pc:spChg>
        <pc:spChg chg="add">
          <ac:chgData name="Temirlan Zhaxalykov" userId="S::t.zhaxalykov@kbtu.kz::037320a9-8ef1-4acb-bb74-1ab60141db9d" providerId="AD" clId="Web-{403628E4-5377-4C10-E15F-EE79ED2AB251}" dt="2026-02-01T14:09:40.149" v="415"/>
          <ac:spMkLst>
            <pc:docMk/>
            <pc:sldMk cId="4063888859" sldId="307"/>
            <ac:spMk id="8" creationId="{1B15ED52-F352-441B-82BF-E0EA34836D08}"/>
          </ac:spMkLst>
        </pc:spChg>
        <pc:spChg chg="add">
          <ac:chgData name="Temirlan Zhaxalykov" userId="S::t.zhaxalykov@kbtu.kz::037320a9-8ef1-4acb-bb74-1ab60141db9d" providerId="AD" clId="Web-{403628E4-5377-4C10-E15F-EE79ED2AB251}" dt="2026-02-01T14:09:40.149" v="415"/>
          <ac:spMkLst>
            <pc:docMk/>
            <pc:sldMk cId="4063888859" sldId="307"/>
            <ac:spMk id="10" creationId="{3B2E3793-BFE6-45A2-9B7B-E18844431C99}"/>
          </ac:spMkLst>
        </pc:spChg>
        <pc:spChg chg="add">
          <ac:chgData name="Temirlan Zhaxalykov" userId="S::t.zhaxalykov@kbtu.kz::037320a9-8ef1-4acb-bb74-1ab60141db9d" providerId="AD" clId="Web-{403628E4-5377-4C10-E15F-EE79ED2AB251}" dt="2026-02-01T14:09:40.149" v="415"/>
          <ac:spMkLst>
            <pc:docMk/>
            <pc:sldMk cId="4063888859" sldId="307"/>
            <ac:spMk id="12" creationId="{BC4C4868-CB8F-4AF9-9CDB-8108F2C19B67}"/>
          </ac:spMkLst>
        </pc:spChg>
        <pc:spChg chg="add">
          <ac:chgData name="Temirlan Zhaxalykov" userId="S::t.zhaxalykov@kbtu.kz::037320a9-8ef1-4acb-bb74-1ab60141db9d" providerId="AD" clId="Web-{403628E4-5377-4C10-E15F-EE79ED2AB251}" dt="2026-02-01T14:09:40.149" v="415"/>
          <ac:spMkLst>
            <pc:docMk/>
            <pc:sldMk cId="4063888859" sldId="307"/>
            <ac:spMk id="14" creationId="{375E0459-6403-40CD-989D-56A4407CA12E}"/>
          </ac:spMkLst>
        </pc:spChg>
        <pc:spChg chg="add">
          <ac:chgData name="Temirlan Zhaxalykov" userId="S::t.zhaxalykov@kbtu.kz::037320a9-8ef1-4acb-bb74-1ab60141db9d" providerId="AD" clId="Web-{403628E4-5377-4C10-E15F-EE79ED2AB251}" dt="2026-02-01T14:09:40.149" v="415"/>
          <ac:spMkLst>
            <pc:docMk/>
            <pc:sldMk cId="4063888859" sldId="307"/>
            <ac:spMk id="16" creationId="{53E5B1A8-3AC9-4BD1-9BBC-78CA94F2D1BA}"/>
          </ac:spMkLst>
        </pc:spChg>
      </pc:sldChg>
      <pc:sldChg chg="addSp modSp new mod setBg">
        <pc:chgData name="Temirlan Zhaxalykov" userId="S::t.zhaxalykov@kbtu.kz::037320a9-8ef1-4acb-bb74-1ab60141db9d" providerId="AD" clId="Web-{403628E4-5377-4C10-E15F-EE79ED2AB251}" dt="2026-02-01T14:10:37.040" v="430" actId="20577"/>
        <pc:sldMkLst>
          <pc:docMk/>
          <pc:sldMk cId="3226958069" sldId="308"/>
        </pc:sldMkLst>
        <pc:spChg chg="mod">
          <ac:chgData name="Temirlan Zhaxalykov" userId="S::t.zhaxalykov@kbtu.kz::037320a9-8ef1-4acb-bb74-1ab60141db9d" providerId="AD" clId="Web-{403628E4-5377-4C10-E15F-EE79ED2AB251}" dt="2026-02-01T14:10:30.931" v="427"/>
          <ac:spMkLst>
            <pc:docMk/>
            <pc:sldMk cId="3226958069" sldId="308"/>
            <ac:spMk id="2" creationId="{3FA9571F-2ED8-CA25-E19C-AF8EDC6D07D6}"/>
          </ac:spMkLst>
        </pc:spChg>
        <pc:spChg chg="mod">
          <ac:chgData name="Temirlan Zhaxalykov" userId="S::t.zhaxalykov@kbtu.kz::037320a9-8ef1-4acb-bb74-1ab60141db9d" providerId="AD" clId="Web-{403628E4-5377-4C10-E15F-EE79ED2AB251}" dt="2026-02-01T14:10:37.040" v="430" actId="20577"/>
          <ac:spMkLst>
            <pc:docMk/>
            <pc:sldMk cId="3226958069" sldId="308"/>
            <ac:spMk id="3" creationId="{46AC08AE-E347-CA60-C8A7-FE276D476F46}"/>
          </ac:spMkLst>
        </pc:spChg>
        <pc:spChg chg="add">
          <ac:chgData name="Temirlan Zhaxalykov" userId="S::t.zhaxalykov@kbtu.kz::037320a9-8ef1-4acb-bb74-1ab60141db9d" providerId="AD" clId="Web-{403628E4-5377-4C10-E15F-EE79ED2AB251}" dt="2026-02-01T14:10:20.415" v="424"/>
          <ac:spMkLst>
            <pc:docMk/>
            <pc:sldMk cId="3226958069" sldId="308"/>
            <ac:spMk id="8" creationId="{1B15ED52-F352-441B-82BF-E0EA34836D08}"/>
          </ac:spMkLst>
        </pc:spChg>
        <pc:spChg chg="add">
          <ac:chgData name="Temirlan Zhaxalykov" userId="S::t.zhaxalykov@kbtu.kz::037320a9-8ef1-4acb-bb74-1ab60141db9d" providerId="AD" clId="Web-{403628E4-5377-4C10-E15F-EE79ED2AB251}" dt="2026-02-01T14:10:20.415" v="424"/>
          <ac:spMkLst>
            <pc:docMk/>
            <pc:sldMk cId="3226958069" sldId="308"/>
            <ac:spMk id="10" creationId="{3B2E3793-BFE6-45A2-9B7B-E18844431C99}"/>
          </ac:spMkLst>
        </pc:spChg>
        <pc:spChg chg="add">
          <ac:chgData name="Temirlan Zhaxalykov" userId="S::t.zhaxalykov@kbtu.kz::037320a9-8ef1-4acb-bb74-1ab60141db9d" providerId="AD" clId="Web-{403628E4-5377-4C10-E15F-EE79ED2AB251}" dt="2026-02-01T14:10:20.415" v="424"/>
          <ac:spMkLst>
            <pc:docMk/>
            <pc:sldMk cId="3226958069" sldId="308"/>
            <ac:spMk id="12" creationId="{BC4C4868-CB8F-4AF9-9CDB-8108F2C19B67}"/>
          </ac:spMkLst>
        </pc:spChg>
        <pc:spChg chg="add">
          <ac:chgData name="Temirlan Zhaxalykov" userId="S::t.zhaxalykov@kbtu.kz::037320a9-8ef1-4acb-bb74-1ab60141db9d" providerId="AD" clId="Web-{403628E4-5377-4C10-E15F-EE79ED2AB251}" dt="2026-02-01T14:10:20.415" v="424"/>
          <ac:spMkLst>
            <pc:docMk/>
            <pc:sldMk cId="3226958069" sldId="308"/>
            <ac:spMk id="14" creationId="{375E0459-6403-40CD-989D-56A4407CA12E}"/>
          </ac:spMkLst>
        </pc:spChg>
        <pc:spChg chg="add">
          <ac:chgData name="Temirlan Zhaxalykov" userId="S::t.zhaxalykov@kbtu.kz::037320a9-8ef1-4acb-bb74-1ab60141db9d" providerId="AD" clId="Web-{403628E4-5377-4C10-E15F-EE79ED2AB251}" dt="2026-02-01T14:10:20.415" v="424"/>
          <ac:spMkLst>
            <pc:docMk/>
            <pc:sldMk cId="3226958069" sldId="308"/>
            <ac:spMk id="16" creationId="{53E5B1A8-3AC9-4BD1-9BBC-78CA94F2D1BA}"/>
          </ac:spMkLst>
        </pc:spChg>
      </pc:sldChg>
      <pc:sldChg chg="addSp modSp new mod setBg">
        <pc:chgData name="Temirlan Zhaxalykov" userId="S::t.zhaxalykov@kbtu.kz::037320a9-8ef1-4acb-bb74-1ab60141db9d" providerId="AD" clId="Web-{403628E4-5377-4C10-E15F-EE79ED2AB251}" dt="2026-02-01T14:11:36.540" v="444" actId="20577"/>
        <pc:sldMkLst>
          <pc:docMk/>
          <pc:sldMk cId="932472092" sldId="309"/>
        </pc:sldMkLst>
        <pc:spChg chg="mod">
          <ac:chgData name="Temirlan Zhaxalykov" userId="S::t.zhaxalykov@kbtu.kz::037320a9-8ef1-4acb-bb74-1ab60141db9d" providerId="AD" clId="Web-{403628E4-5377-4C10-E15F-EE79ED2AB251}" dt="2026-02-01T14:11:32.728" v="439"/>
          <ac:spMkLst>
            <pc:docMk/>
            <pc:sldMk cId="932472092" sldId="309"/>
            <ac:spMk id="2" creationId="{C1648357-C16E-A28B-FAF4-98D87143F04D}"/>
          </ac:spMkLst>
        </pc:spChg>
        <pc:spChg chg="mod">
          <ac:chgData name="Temirlan Zhaxalykov" userId="S::t.zhaxalykov@kbtu.kz::037320a9-8ef1-4acb-bb74-1ab60141db9d" providerId="AD" clId="Web-{403628E4-5377-4C10-E15F-EE79ED2AB251}" dt="2026-02-01T14:11:36.540" v="444" actId="20577"/>
          <ac:spMkLst>
            <pc:docMk/>
            <pc:sldMk cId="932472092" sldId="309"/>
            <ac:spMk id="3" creationId="{C94BCE77-211C-CF7F-4CFC-727209B766F3}"/>
          </ac:spMkLst>
        </pc:spChg>
        <pc:spChg chg="add">
          <ac:chgData name="Temirlan Zhaxalykov" userId="S::t.zhaxalykov@kbtu.kz::037320a9-8ef1-4acb-bb74-1ab60141db9d" providerId="AD" clId="Web-{403628E4-5377-4C10-E15F-EE79ED2AB251}" dt="2026-02-01T14:11:26.478" v="438"/>
          <ac:spMkLst>
            <pc:docMk/>
            <pc:sldMk cId="932472092" sldId="309"/>
            <ac:spMk id="8" creationId="{1B15ED52-F352-441B-82BF-E0EA34836D08}"/>
          </ac:spMkLst>
        </pc:spChg>
        <pc:spChg chg="add">
          <ac:chgData name="Temirlan Zhaxalykov" userId="S::t.zhaxalykov@kbtu.kz::037320a9-8ef1-4acb-bb74-1ab60141db9d" providerId="AD" clId="Web-{403628E4-5377-4C10-E15F-EE79ED2AB251}" dt="2026-02-01T14:11:26.478" v="438"/>
          <ac:spMkLst>
            <pc:docMk/>
            <pc:sldMk cId="932472092" sldId="309"/>
            <ac:spMk id="10" creationId="{3B2E3793-BFE6-45A2-9B7B-E18844431C99}"/>
          </ac:spMkLst>
        </pc:spChg>
        <pc:spChg chg="add">
          <ac:chgData name="Temirlan Zhaxalykov" userId="S::t.zhaxalykov@kbtu.kz::037320a9-8ef1-4acb-bb74-1ab60141db9d" providerId="AD" clId="Web-{403628E4-5377-4C10-E15F-EE79ED2AB251}" dt="2026-02-01T14:11:26.478" v="438"/>
          <ac:spMkLst>
            <pc:docMk/>
            <pc:sldMk cId="932472092" sldId="309"/>
            <ac:spMk id="12" creationId="{BC4C4868-CB8F-4AF9-9CDB-8108F2C19B67}"/>
          </ac:spMkLst>
        </pc:spChg>
        <pc:spChg chg="add">
          <ac:chgData name="Temirlan Zhaxalykov" userId="S::t.zhaxalykov@kbtu.kz::037320a9-8ef1-4acb-bb74-1ab60141db9d" providerId="AD" clId="Web-{403628E4-5377-4C10-E15F-EE79ED2AB251}" dt="2026-02-01T14:11:26.478" v="438"/>
          <ac:spMkLst>
            <pc:docMk/>
            <pc:sldMk cId="932472092" sldId="309"/>
            <ac:spMk id="14" creationId="{375E0459-6403-40CD-989D-56A4407CA12E}"/>
          </ac:spMkLst>
        </pc:spChg>
        <pc:spChg chg="add">
          <ac:chgData name="Temirlan Zhaxalykov" userId="S::t.zhaxalykov@kbtu.kz::037320a9-8ef1-4acb-bb74-1ab60141db9d" providerId="AD" clId="Web-{403628E4-5377-4C10-E15F-EE79ED2AB251}" dt="2026-02-01T14:11:26.478" v="438"/>
          <ac:spMkLst>
            <pc:docMk/>
            <pc:sldMk cId="932472092" sldId="309"/>
            <ac:spMk id="16" creationId="{53E5B1A8-3AC9-4BD1-9BBC-78CA94F2D1BA}"/>
          </ac:spMkLst>
        </pc:spChg>
      </pc:sldChg>
      <pc:sldChg chg="addSp modSp new mod setBg">
        <pc:chgData name="Temirlan Zhaxalykov" userId="S::t.zhaxalykov@kbtu.kz::037320a9-8ef1-4acb-bb74-1ab60141db9d" providerId="AD" clId="Web-{403628E4-5377-4C10-E15F-EE79ED2AB251}" dt="2026-02-01T14:12:19.056" v="454"/>
        <pc:sldMkLst>
          <pc:docMk/>
          <pc:sldMk cId="3643725136" sldId="310"/>
        </pc:sldMkLst>
        <pc:spChg chg="mod">
          <ac:chgData name="Temirlan Zhaxalykov" userId="S::t.zhaxalykov@kbtu.kz::037320a9-8ef1-4acb-bb74-1ab60141db9d" providerId="AD" clId="Web-{403628E4-5377-4C10-E15F-EE79ED2AB251}" dt="2026-02-01T14:12:19.025" v="453"/>
          <ac:spMkLst>
            <pc:docMk/>
            <pc:sldMk cId="3643725136" sldId="310"/>
            <ac:spMk id="2" creationId="{1AEB5101-167C-C676-48E6-CEFA4746F211}"/>
          </ac:spMkLst>
        </pc:spChg>
        <pc:spChg chg="mod">
          <ac:chgData name="Temirlan Zhaxalykov" userId="S::t.zhaxalykov@kbtu.kz::037320a9-8ef1-4acb-bb74-1ab60141db9d" providerId="AD" clId="Web-{403628E4-5377-4C10-E15F-EE79ED2AB251}" dt="2026-02-01T14:12:19.056" v="454"/>
          <ac:spMkLst>
            <pc:docMk/>
            <pc:sldMk cId="3643725136" sldId="310"/>
            <ac:spMk id="3" creationId="{4588AA71-F22E-13FE-3079-0A66C4422A99}"/>
          </ac:spMkLst>
        </pc:spChg>
        <pc:spChg chg="add">
          <ac:chgData name="Temirlan Zhaxalykov" userId="S::t.zhaxalykov@kbtu.kz::037320a9-8ef1-4acb-bb74-1ab60141db9d" providerId="AD" clId="Web-{403628E4-5377-4C10-E15F-EE79ED2AB251}" dt="2026-02-01T14:12:11.119" v="451"/>
          <ac:spMkLst>
            <pc:docMk/>
            <pc:sldMk cId="3643725136" sldId="310"/>
            <ac:spMk id="8" creationId="{1B15ED52-F352-441B-82BF-E0EA34836D08}"/>
          </ac:spMkLst>
        </pc:spChg>
        <pc:spChg chg="add">
          <ac:chgData name="Temirlan Zhaxalykov" userId="S::t.zhaxalykov@kbtu.kz::037320a9-8ef1-4acb-bb74-1ab60141db9d" providerId="AD" clId="Web-{403628E4-5377-4C10-E15F-EE79ED2AB251}" dt="2026-02-01T14:12:11.119" v="451"/>
          <ac:spMkLst>
            <pc:docMk/>
            <pc:sldMk cId="3643725136" sldId="310"/>
            <ac:spMk id="10" creationId="{3B2E3793-BFE6-45A2-9B7B-E18844431C99}"/>
          </ac:spMkLst>
        </pc:spChg>
        <pc:spChg chg="add">
          <ac:chgData name="Temirlan Zhaxalykov" userId="S::t.zhaxalykov@kbtu.kz::037320a9-8ef1-4acb-bb74-1ab60141db9d" providerId="AD" clId="Web-{403628E4-5377-4C10-E15F-EE79ED2AB251}" dt="2026-02-01T14:12:11.119" v="451"/>
          <ac:spMkLst>
            <pc:docMk/>
            <pc:sldMk cId="3643725136" sldId="310"/>
            <ac:spMk id="12" creationId="{BC4C4868-CB8F-4AF9-9CDB-8108F2C19B67}"/>
          </ac:spMkLst>
        </pc:spChg>
        <pc:spChg chg="add">
          <ac:chgData name="Temirlan Zhaxalykov" userId="S::t.zhaxalykov@kbtu.kz::037320a9-8ef1-4acb-bb74-1ab60141db9d" providerId="AD" clId="Web-{403628E4-5377-4C10-E15F-EE79ED2AB251}" dt="2026-02-01T14:12:11.119" v="451"/>
          <ac:spMkLst>
            <pc:docMk/>
            <pc:sldMk cId="3643725136" sldId="310"/>
            <ac:spMk id="14" creationId="{375E0459-6403-40CD-989D-56A4407CA12E}"/>
          </ac:spMkLst>
        </pc:spChg>
        <pc:spChg chg="add">
          <ac:chgData name="Temirlan Zhaxalykov" userId="S::t.zhaxalykov@kbtu.kz::037320a9-8ef1-4acb-bb74-1ab60141db9d" providerId="AD" clId="Web-{403628E4-5377-4C10-E15F-EE79ED2AB251}" dt="2026-02-01T14:12:11.119" v="451"/>
          <ac:spMkLst>
            <pc:docMk/>
            <pc:sldMk cId="3643725136" sldId="310"/>
            <ac:spMk id="16" creationId="{53E5B1A8-3AC9-4BD1-9BBC-78CA94F2D1BA}"/>
          </ac:spMkLst>
        </pc:spChg>
      </pc:sldChg>
      <pc:sldChg chg="modSp add replId">
        <pc:chgData name="Temirlan Zhaxalykov" userId="S::t.zhaxalykov@kbtu.kz::037320a9-8ef1-4acb-bb74-1ab60141db9d" providerId="AD" clId="Web-{403628E4-5377-4C10-E15F-EE79ED2AB251}" dt="2026-02-01T15:45:32.341" v="519"/>
        <pc:sldMkLst>
          <pc:docMk/>
          <pc:sldMk cId="2762838025" sldId="311"/>
        </pc:sldMkLst>
        <pc:spChg chg="mod">
          <ac:chgData name="Temirlan Zhaxalykov" userId="S::t.zhaxalykov@kbtu.kz::037320a9-8ef1-4acb-bb74-1ab60141db9d" providerId="AD" clId="Web-{403628E4-5377-4C10-E15F-EE79ED2AB251}" dt="2026-02-01T15:44:09.528" v="478" actId="20577"/>
          <ac:spMkLst>
            <pc:docMk/>
            <pc:sldMk cId="2762838025" sldId="311"/>
            <ac:spMk id="2" creationId="{B548DDC5-9E4B-55B7-CDC9-60828D8F4CDA}"/>
          </ac:spMkLst>
        </pc:spChg>
        <pc:spChg chg="mod">
          <ac:chgData name="Temirlan Zhaxalykov" userId="S::t.zhaxalykov@kbtu.kz::037320a9-8ef1-4acb-bb74-1ab60141db9d" providerId="AD" clId="Web-{403628E4-5377-4C10-E15F-EE79ED2AB251}" dt="2026-02-01T15:45:32.341" v="519"/>
          <ac:spMkLst>
            <pc:docMk/>
            <pc:sldMk cId="2762838025" sldId="311"/>
            <ac:spMk id="17" creationId="{04274955-AA84-B308-9AF0-3BCC45349915}"/>
          </ac:spMkLst>
        </pc:spChg>
      </pc:sldChg>
      <pc:sldChg chg="addSp modSp new mod setBg">
        <pc:chgData name="Temirlan Zhaxalykov" userId="S::t.zhaxalykov@kbtu.kz::037320a9-8ef1-4acb-bb74-1ab60141db9d" providerId="AD" clId="Web-{403628E4-5377-4C10-E15F-EE79ED2AB251}" dt="2026-02-01T15:46:15.106" v="528"/>
        <pc:sldMkLst>
          <pc:docMk/>
          <pc:sldMk cId="2694020574" sldId="312"/>
        </pc:sldMkLst>
        <pc:spChg chg="mod">
          <ac:chgData name="Temirlan Zhaxalykov" userId="S::t.zhaxalykov@kbtu.kz::037320a9-8ef1-4acb-bb74-1ab60141db9d" providerId="AD" clId="Web-{403628E4-5377-4C10-E15F-EE79ED2AB251}" dt="2026-02-01T15:46:15.091" v="527"/>
          <ac:spMkLst>
            <pc:docMk/>
            <pc:sldMk cId="2694020574" sldId="312"/>
            <ac:spMk id="2" creationId="{A1282B14-4F9F-280D-1279-4E562CFC597E}"/>
          </ac:spMkLst>
        </pc:spChg>
        <pc:spChg chg="mod">
          <ac:chgData name="Temirlan Zhaxalykov" userId="S::t.zhaxalykov@kbtu.kz::037320a9-8ef1-4acb-bb74-1ab60141db9d" providerId="AD" clId="Web-{403628E4-5377-4C10-E15F-EE79ED2AB251}" dt="2026-02-01T15:46:15.106" v="528"/>
          <ac:spMkLst>
            <pc:docMk/>
            <pc:sldMk cId="2694020574" sldId="312"/>
            <ac:spMk id="3" creationId="{A3B08AF5-0F89-03E3-749A-55C0AF580A71}"/>
          </ac:spMkLst>
        </pc:spChg>
        <pc:spChg chg="add">
          <ac:chgData name="Temirlan Zhaxalykov" userId="S::t.zhaxalykov@kbtu.kz::037320a9-8ef1-4acb-bb74-1ab60141db9d" providerId="AD" clId="Web-{403628E4-5377-4C10-E15F-EE79ED2AB251}" dt="2026-02-01T15:46:06.888" v="525"/>
          <ac:spMkLst>
            <pc:docMk/>
            <pc:sldMk cId="2694020574" sldId="312"/>
            <ac:spMk id="8" creationId="{1B15ED52-F352-441B-82BF-E0EA34836D08}"/>
          </ac:spMkLst>
        </pc:spChg>
        <pc:spChg chg="add">
          <ac:chgData name="Temirlan Zhaxalykov" userId="S::t.zhaxalykov@kbtu.kz::037320a9-8ef1-4acb-bb74-1ab60141db9d" providerId="AD" clId="Web-{403628E4-5377-4C10-E15F-EE79ED2AB251}" dt="2026-02-01T15:46:06.888" v="525"/>
          <ac:spMkLst>
            <pc:docMk/>
            <pc:sldMk cId="2694020574" sldId="312"/>
            <ac:spMk id="10" creationId="{3B2E3793-BFE6-45A2-9B7B-E18844431C99}"/>
          </ac:spMkLst>
        </pc:spChg>
        <pc:spChg chg="add">
          <ac:chgData name="Temirlan Zhaxalykov" userId="S::t.zhaxalykov@kbtu.kz::037320a9-8ef1-4acb-bb74-1ab60141db9d" providerId="AD" clId="Web-{403628E4-5377-4C10-E15F-EE79ED2AB251}" dt="2026-02-01T15:46:06.888" v="525"/>
          <ac:spMkLst>
            <pc:docMk/>
            <pc:sldMk cId="2694020574" sldId="312"/>
            <ac:spMk id="12" creationId="{BC4C4868-CB8F-4AF9-9CDB-8108F2C19B67}"/>
          </ac:spMkLst>
        </pc:spChg>
        <pc:spChg chg="add">
          <ac:chgData name="Temirlan Zhaxalykov" userId="S::t.zhaxalykov@kbtu.kz::037320a9-8ef1-4acb-bb74-1ab60141db9d" providerId="AD" clId="Web-{403628E4-5377-4C10-E15F-EE79ED2AB251}" dt="2026-02-01T15:46:06.888" v="525"/>
          <ac:spMkLst>
            <pc:docMk/>
            <pc:sldMk cId="2694020574" sldId="312"/>
            <ac:spMk id="14" creationId="{375E0459-6403-40CD-989D-56A4407CA12E}"/>
          </ac:spMkLst>
        </pc:spChg>
        <pc:spChg chg="add">
          <ac:chgData name="Temirlan Zhaxalykov" userId="S::t.zhaxalykov@kbtu.kz::037320a9-8ef1-4acb-bb74-1ab60141db9d" providerId="AD" clId="Web-{403628E4-5377-4C10-E15F-EE79ED2AB251}" dt="2026-02-01T15:46:06.888" v="525"/>
          <ac:spMkLst>
            <pc:docMk/>
            <pc:sldMk cId="2694020574" sldId="312"/>
            <ac:spMk id="16" creationId="{53E5B1A8-3AC9-4BD1-9BBC-78CA94F2D1BA}"/>
          </ac:spMkLst>
        </pc:spChg>
      </pc:sldChg>
      <pc:sldChg chg="addSp modSp new mod setBg">
        <pc:chgData name="Temirlan Zhaxalykov" userId="S::t.zhaxalykov@kbtu.kz::037320a9-8ef1-4acb-bb74-1ab60141db9d" providerId="AD" clId="Web-{403628E4-5377-4C10-E15F-EE79ED2AB251}" dt="2026-02-01T15:47:16.966" v="548" actId="20577"/>
        <pc:sldMkLst>
          <pc:docMk/>
          <pc:sldMk cId="2751388326" sldId="313"/>
        </pc:sldMkLst>
        <pc:spChg chg="mod">
          <ac:chgData name="Temirlan Zhaxalykov" userId="S::t.zhaxalykov@kbtu.kz::037320a9-8ef1-4acb-bb74-1ab60141db9d" providerId="AD" clId="Web-{403628E4-5377-4C10-E15F-EE79ED2AB251}" dt="2026-02-01T15:46:56.310" v="538" actId="20577"/>
          <ac:spMkLst>
            <pc:docMk/>
            <pc:sldMk cId="2751388326" sldId="313"/>
            <ac:spMk id="2" creationId="{457E6CEC-3883-C84E-A559-E62DB88D902F}"/>
          </ac:spMkLst>
        </pc:spChg>
        <pc:spChg chg="mod">
          <ac:chgData name="Temirlan Zhaxalykov" userId="S::t.zhaxalykov@kbtu.kz::037320a9-8ef1-4acb-bb74-1ab60141db9d" providerId="AD" clId="Web-{403628E4-5377-4C10-E15F-EE79ED2AB251}" dt="2026-02-01T15:47:16.966" v="548" actId="20577"/>
          <ac:spMkLst>
            <pc:docMk/>
            <pc:sldMk cId="2751388326" sldId="313"/>
            <ac:spMk id="3" creationId="{6AF05015-47A7-9AC4-BE31-74D3D4E62BB9}"/>
          </ac:spMkLst>
        </pc:spChg>
        <pc:spChg chg="add">
          <ac:chgData name="Temirlan Zhaxalykov" userId="S::t.zhaxalykov@kbtu.kz::037320a9-8ef1-4acb-bb74-1ab60141db9d" providerId="AD" clId="Web-{403628E4-5377-4C10-E15F-EE79ED2AB251}" dt="2026-02-01T15:46:43.294" v="534"/>
          <ac:spMkLst>
            <pc:docMk/>
            <pc:sldMk cId="2751388326" sldId="313"/>
            <ac:spMk id="8" creationId="{1B15ED52-F352-441B-82BF-E0EA34836D08}"/>
          </ac:spMkLst>
        </pc:spChg>
        <pc:spChg chg="add">
          <ac:chgData name="Temirlan Zhaxalykov" userId="S::t.zhaxalykov@kbtu.kz::037320a9-8ef1-4acb-bb74-1ab60141db9d" providerId="AD" clId="Web-{403628E4-5377-4C10-E15F-EE79ED2AB251}" dt="2026-02-01T15:46:43.294" v="534"/>
          <ac:spMkLst>
            <pc:docMk/>
            <pc:sldMk cId="2751388326" sldId="313"/>
            <ac:spMk id="10" creationId="{3B2E3793-BFE6-45A2-9B7B-E18844431C99}"/>
          </ac:spMkLst>
        </pc:spChg>
        <pc:spChg chg="add">
          <ac:chgData name="Temirlan Zhaxalykov" userId="S::t.zhaxalykov@kbtu.kz::037320a9-8ef1-4acb-bb74-1ab60141db9d" providerId="AD" clId="Web-{403628E4-5377-4C10-E15F-EE79ED2AB251}" dt="2026-02-01T15:46:43.294" v="534"/>
          <ac:spMkLst>
            <pc:docMk/>
            <pc:sldMk cId="2751388326" sldId="313"/>
            <ac:spMk id="12" creationId="{BC4C4868-CB8F-4AF9-9CDB-8108F2C19B67}"/>
          </ac:spMkLst>
        </pc:spChg>
        <pc:spChg chg="add">
          <ac:chgData name="Temirlan Zhaxalykov" userId="S::t.zhaxalykov@kbtu.kz::037320a9-8ef1-4acb-bb74-1ab60141db9d" providerId="AD" clId="Web-{403628E4-5377-4C10-E15F-EE79ED2AB251}" dt="2026-02-01T15:46:43.294" v="534"/>
          <ac:spMkLst>
            <pc:docMk/>
            <pc:sldMk cId="2751388326" sldId="313"/>
            <ac:spMk id="14" creationId="{375E0459-6403-40CD-989D-56A4407CA12E}"/>
          </ac:spMkLst>
        </pc:spChg>
        <pc:spChg chg="add">
          <ac:chgData name="Temirlan Zhaxalykov" userId="S::t.zhaxalykov@kbtu.kz::037320a9-8ef1-4acb-bb74-1ab60141db9d" providerId="AD" clId="Web-{403628E4-5377-4C10-E15F-EE79ED2AB251}" dt="2026-02-01T15:46:43.294" v="534"/>
          <ac:spMkLst>
            <pc:docMk/>
            <pc:sldMk cId="2751388326" sldId="313"/>
            <ac:spMk id="16" creationId="{53E5B1A8-3AC9-4BD1-9BBC-78CA94F2D1BA}"/>
          </ac:spMkLst>
        </pc:spChg>
      </pc:sldChg>
      <pc:sldChg chg="addSp modSp new mod setBg">
        <pc:chgData name="Temirlan Zhaxalykov" userId="S::t.zhaxalykov@kbtu.kz::037320a9-8ef1-4acb-bb74-1ab60141db9d" providerId="AD" clId="Web-{403628E4-5377-4C10-E15F-EE79ED2AB251}" dt="2026-02-01T15:48:04.107" v="564" actId="20577"/>
        <pc:sldMkLst>
          <pc:docMk/>
          <pc:sldMk cId="459956524" sldId="314"/>
        </pc:sldMkLst>
        <pc:spChg chg="mod">
          <ac:chgData name="Temirlan Zhaxalykov" userId="S::t.zhaxalykov@kbtu.kz::037320a9-8ef1-4acb-bb74-1ab60141db9d" providerId="AD" clId="Web-{403628E4-5377-4C10-E15F-EE79ED2AB251}" dt="2026-02-01T15:47:57.357" v="562" actId="20577"/>
          <ac:spMkLst>
            <pc:docMk/>
            <pc:sldMk cId="459956524" sldId="314"/>
            <ac:spMk id="2" creationId="{BB909A7A-CE05-EE91-EF59-6F37CAD15615}"/>
          </ac:spMkLst>
        </pc:spChg>
        <pc:spChg chg="mod">
          <ac:chgData name="Temirlan Zhaxalykov" userId="S::t.zhaxalykov@kbtu.kz::037320a9-8ef1-4acb-bb74-1ab60141db9d" providerId="AD" clId="Web-{403628E4-5377-4C10-E15F-EE79ED2AB251}" dt="2026-02-01T15:48:04.107" v="564" actId="20577"/>
          <ac:spMkLst>
            <pc:docMk/>
            <pc:sldMk cId="459956524" sldId="314"/>
            <ac:spMk id="3" creationId="{0230CA31-771E-812D-0CDC-691C7AAE15B6}"/>
          </ac:spMkLst>
        </pc:spChg>
        <pc:spChg chg="add">
          <ac:chgData name="Temirlan Zhaxalykov" userId="S::t.zhaxalykov@kbtu.kz::037320a9-8ef1-4acb-bb74-1ab60141db9d" providerId="AD" clId="Web-{403628E4-5377-4C10-E15F-EE79ED2AB251}" dt="2026-02-01T15:47:47.357" v="558"/>
          <ac:spMkLst>
            <pc:docMk/>
            <pc:sldMk cId="459956524" sldId="314"/>
            <ac:spMk id="8" creationId="{1B15ED52-F352-441B-82BF-E0EA34836D08}"/>
          </ac:spMkLst>
        </pc:spChg>
        <pc:spChg chg="add">
          <ac:chgData name="Temirlan Zhaxalykov" userId="S::t.zhaxalykov@kbtu.kz::037320a9-8ef1-4acb-bb74-1ab60141db9d" providerId="AD" clId="Web-{403628E4-5377-4C10-E15F-EE79ED2AB251}" dt="2026-02-01T15:47:47.357" v="558"/>
          <ac:spMkLst>
            <pc:docMk/>
            <pc:sldMk cId="459956524" sldId="314"/>
            <ac:spMk id="10" creationId="{3B2E3793-BFE6-45A2-9B7B-E18844431C99}"/>
          </ac:spMkLst>
        </pc:spChg>
        <pc:spChg chg="add">
          <ac:chgData name="Temirlan Zhaxalykov" userId="S::t.zhaxalykov@kbtu.kz::037320a9-8ef1-4acb-bb74-1ab60141db9d" providerId="AD" clId="Web-{403628E4-5377-4C10-E15F-EE79ED2AB251}" dt="2026-02-01T15:47:47.357" v="558"/>
          <ac:spMkLst>
            <pc:docMk/>
            <pc:sldMk cId="459956524" sldId="314"/>
            <ac:spMk id="12" creationId="{BC4C4868-CB8F-4AF9-9CDB-8108F2C19B67}"/>
          </ac:spMkLst>
        </pc:spChg>
        <pc:spChg chg="add">
          <ac:chgData name="Temirlan Zhaxalykov" userId="S::t.zhaxalykov@kbtu.kz::037320a9-8ef1-4acb-bb74-1ab60141db9d" providerId="AD" clId="Web-{403628E4-5377-4C10-E15F-EE79ED2AB251}" dt="2026-02-01T15:47:47.357" v="558"/>
          <ac:spMkLst>
            <pc:docMk/>
            <pc:sldMk cId="459956524" sldId="314"/>
            <ac:spMk id="14" creationId="{375E0459-6403-40CD-989D-56A4407CA12E}"/>
          </ac:spMkLst>
        </pc:spChg>
        <pc:spChg chg="add">
          <ac:chgData name="Temirlan Zhaxalykov" userId="S::t.zhaxalykov@kbtu.kz::037320a9-8ef1-4acb-bb74-1ab60141db9d" providerId="AD" clId="Web-{403628E4-5377-4C10-E15F-EE79ED2AB251}" dt="2026-02-01T15:47:47.357" v="558"/>
          <ac:spMkLst>
            <pc:docMk/>
            <pc:sldMk cId="459956524" sldId="314"/>
            <ac:spMk id="16" creationId="{53E5B1A8-3AC9-4BD1-9BBC-78CA94F2D1BA}"/>
          </ac:spMkLst>
        </pc:spChg>
      </pc:sldChg>
      <pc:sldChg chg="addSp modSp new mod setBg">
        <pc:chgData name="Temirlan Zhaxalykov" userId="S::t.zhaxalykov@kbtu.kz::037320a9-8ef1-4acb-bb74-1ab60141db9d" providerId="AD" clId="Web-{403628E4-5377-4C10-E15F-EE79ED2AB251}" dt="2026-02-01T15:48:58.279" v="574" actId="20577"/>
        <pc:sldMkLst>
          <pc:docMk/>
          <pc:sldMk cId="2722905075" sldId="315"/>
        </pc:sldMkLst>
        <pc:spChg chg="mod">
          <ac:chgData name="Temirlan Zhaxalykov" userId="S::t.zhaxalykov@kbtu.kz::037320a9-8ef1-4acb-bb74-1ab60141db9d" providerId="AD" clId="Web-{403628E4-5377-4C10-E15F-EE79ED2AB251}" dt="2026-02-01T15:48:40.060" v="572"/>
          <ac:spMkLst>
            <pc:docMk/>
            <pc:sldMk cId="2722905075" sldId="315"/>
            <ac:spMk id="2" creationId="{876BED57-013B-83BC-F90D-F524EF7194A5}"/>
          </ac:spMkLst>
        </pc:spChg>
        <pc:spChg chg="mod">
          <ac:chgData name="Temirlan Zhaxalykov" userId="S::t.zhaxalykov@kbtu.kz::037320a9-8ef1-4acb-bb74-1ab60141db9d" providerId="AD" clId="Web-{403628E4-5377-4C10-E15F-EE79ED2AB251}" dt="2026-02-01T15:48:58.279" v="574" actId="20577"/>
          <ac:spMkLst>
            <pc:docMk/>
            <pc:sldMk cId="2722905075" sldId="315"/>
            <ac:spMk id="3" creationId="{FC40BF1F-B706-1CB9-5600-D3E67C426CC0}"/>
          </ac:spMkLst>
        </pc:spChg>
        <pc:spChg chg="add">
          <ac:chgData name="Temirlan Zhaxalykov" userId="S::t.zhaxalykov@kbtu.kz::037320a9-8ef1-4acb-bb74-1ab60141db9d" providerId="AD" clId="Web-{403628E4-5377-4C10-E15F-EE79ED2AB251}" dt="2026-02-01T15:48:31.467" v="570"/>
          <ac:spMkLst>
            <pc:docMk/>
            <pc:sldMk cId="2722905075" sldId="315"/>
            <ac:spMk id="8" creationId="{1B15ED52-F352-441B-82BF-E0EA34836D08}"/>
          </ac:spMkLst>
        </pc:spChg>
        <pc:spChg chg="add">
          <ac:chgData name="Temirlan Zhaxalykov" userId="S::t.zhaxalykov@kbtu.kz::037320a9-8ef1-4acb-bb74-1ab60141db9d" providerId="AD" clId="Web-{403628E4-5377-4C10-E15F-EE79ED2AB251}" dt="2026-02-01T15:48:31.467" v="570"/>
          <ac:spMkLst>
            <pc:docMk/>
            <pc:sldMk cId="2722905075" sldId="315"/>
            <ac:spMk id="10" creationId="{3B2E3793-BFE6-45A2-9B7B-E18844431C99}"/>
          </ac:spMkLst>
        </pc:spChg>
        <pc:spChg chg="add">
          <ac:chgData name="Temirlan Zhaxalykov" userId="S::t.zhaxalykov@kbtu.kz::037320a9-8ef1-4acb-bb74-1ab60141db9d" providerId="AD" clId="Web-{403628E4-5377-4C10-E15F-EE79ED2AB251}" dt="2026-02-01T15:48:31.467" v="570"/>
          <ac:spMkLst>
            <pc:docMk/>
            <pc:sldMk cId="2722905075" sldId="315"/>
            <ac:spMk id="12" creationId="{BC4C4868-CB8F-4AF9-9CDB-8108F2C19B67}"/>
          </ac:spMkLst>
        </pc:spChg>
        <pc:spChg chg="add">
          <ac:chgData name="Temirlan Zhaxalykov" userId="S::t.zhaxalykov@kbtu.kz::037320a9-8ef1-4acb-bb74-1ab60141db9d" providerId="AD" clId="Web-{403628E4-5377-4C10-E15F-EE79ED2AB251}" dt="2026-02-01T15:48:31.467" v="570"/>
          <ac:spMkLst>
            <pc:docMk/>
            <pc:sldMk cId="2722905075" sldId="315"/>
            <ac:spMk id="14" creationId="{375E0459-6403-40CD-989D-56A4407CA12E}"/>
          </ac:spMkLst>
        </pc:spChg>
        <pc:spChg chg="add">
          <ac:chgData name="Temirlan Zhaxalykov" userId="S::t.zhaxalykov@kbtu.kz::037320a9-8ef1-4acb-bb74-1ab60141db9d" providerId="AD" clId="Web-{403628E4-5377-4C10-E15F-EE79ED2AB251}" dt="2026-02-01T15:48:31.467" v="570"/>
          <ac:spMkLst>
            <pc:docMk/>
            <pc:sldMk cId="2722905075" sldId="315"/>
            <ac:spMk id="16" creationId="{53E5B1A8-3AC9-4BD1-9BBC-78CA94F2D1BA}"/>
          </ac:spMkLst>
        </pc:spChg>
      </pc:sldChg>
      <pc:sldChg chg="addSp modSp new mod setBg">
        <pc:chgData name="Temirlan Zhaxalykov" userId="S::t.zhaxalykov@kbtu.kz::037320a9-8ef1-4acb-bb74-1ab60141db9d" providerId="AD" clId="Web-{403628E4-5377-4C10-E15F-EE79ED2AB251}" dt="2026-02-01T15:49:35.850" v="585"/>
        <pc:sldMkLst>
          <pc:docMk/>
          <pc:sldMk cId="194444717" sldId="316"/>
        </pc:sldMkLst>
        <pc:spChg chg="mod">
          <ac:chgData name="Temirlan Zhaxalykov" userId="S::t.zhaxalykov@kbtu.kz::037320a9-8ef1-4acb-bb74-1ab60141db9d" providerId="AD" clId="Web-{403628E4-5377-4C10-E15F-EE79ED2AB251}" dt="2026-02-01T15:49:35.835" v="584"/>
          <ac:spMkLst>
            <pc:docMk/>
            <pc:sldMk cId="194444717" sldId="316"/>
            <ac:spMk id="2" creationId="{460358E0-6331-333B-AA3B-909FEA6F5CEA}"/>
          </ac:spMkLst>
        </pc:spChg>
        <pc:spChg chg="mod">
          <ac:chgData name="Temirlan Zhaxalykov" userId="S::t.zhaxalykov@kbtu.kz::037320a9-8ef1-4acb-bb74-1ab60141db9d" providerId="AD" clId="Web-{403628E4-5377-4C10-E15F-EE79ED2AB251}" dt="2026-02-01T15:49:35.850" v="585"/>
          <ac:spMkLst>
            <pc:docMk/>
            <pc:sldMk cId="194444717" sldId="316"/>
            <ac:spMk id="3" creationId="{22A6EAD2-02E7-8C1E-1B59-C1B0DB8BBCEB}"/>
          </ac:spMkLst>
        </pc:spChg>
        <pc:spChg chg="add">
          <ac:chgData name="Temirlan Zhaxalykov" userId="S::t.zhaxalykov@kbtu.kz::037320a9-8ef1-4acb-bb74-1ab60141db9d" providerId="AD" clId="Web-{403628E4-5377-4C10-E15F-EE79ED2AB251}" dt="2026-02-01T15:49:28.038" v="581"/>
          <ac:spMkLst>
            <pc:docMk/>
            <pc:sldMk cId="194444717" sldId="316"/>
            <ac:spMk id="8" creationId="{1B15ED52-F352-441B-82BF-E0EA34836D08}"/>
          </ac:spMkLst>
        </pc:spChg>
        <pc:spChg chg="add">
          <ac:chgData name="Temirlan Zhaxalykov" userId="S::t.zhaxalykov@kbtu.kz::037320a9-8ef1-4acb-bb74-1ab60141db9d" providerId="AD" clId="Web-{403628E4-5377-4C10-E15F-EE79ED2AB251}" dt="2026-02-01T15:49:28.038" v="581"/>
          <ac:spMkLst>
            <pc:docMk/>
            <pc:sldMk cId="194444717" sldId="316"/>
            <ac:spMk id="10" creationId="{3B2E3793-BFE6-45A2-9B7B-E18844431C99}"/>
          </ac:spMkLst>
        </pc:spChg>
        <pc:spChg chg="add">
          <ac:chgData name="Temirlan Zhaxalykov" userId="S::t.zhaxalykov@kbtu.kz::037320a9-8ef1-4acb-bb74-1ab60141db9d" providerId="AD" clId="Web-{403628E4-5377-4C10-E15F-EE79ED2AB251}" dt="2026-02-01T15:49:28.038" v="581"/>
          <ac:spMkLst>
            <pc:docMk/>
            <pc:sldMk cId="194444717" sldId="316"/>
            <ac:spMk id="12" creationId="{BC4C4868-CB8F-4AF9-9CDB-8108F2C19B67}"/>
          </ac:spMkLst>
        </pc:spChg>
        <pc:spChg chg="add">
          <ac:chgData name="Temirlan Zhaxalykov" userId="S::t.zhaxalykov@kbtu.kz::037320a9-8ef1-4acb-bb74-1ab60141db9d" providerId="AD" clId="Web-{403628E4-5377-4C10-E15F-EE79ED2AB251}" dt="2026-02-01T15:49:28.038" v="581"/>
          <ac:spMkLst>
            <pc:docMk/>
            <pc:sldMk cId="194444717" sldId="316"/>
            <ac:spMk id="14" creationId="{375E0459-6403-40CD-989D-56A4407CA12E}"/>
          </ac:spMkLst>
        </pc:spChg>
        <pc:spChg chg="add">
          <ac:chgData name="Temirlan Zhaxalykov" userId="S::t.zhaxalykov@kbtu.kz::037320a9-8ef1-4acb-bb74-1ab60141db9d" providerId="AD" clId="Web-{403628E4-5377-4C10-E15F-EE79ED2AB251}" dt="2026-02-01T15:49:28.038" v="581"/>
          <ac:spMkLst>
            <pc:docMk/>
            <pc:sldMk cId="194444717" sldId="316"/>
            <ac:spMk id="16" creationId="{53E5B1A8-3AC9-4BD1-9BBC-78CA94F2D1BA}"/>
          </ac:spMkLst>
        </pc:spChg>
      </pc:sldChg>
      <pc:sldChg chg="addSp modSp new mod setBg">
        <pc:chgData name="Temirlan Zhaxalykov" userId="S::t.zhaxalykov@kbtu.kz::037320a9-8ef1-4acb-bb74-1ab60141db9d" providerId="AD" clId="Web-{403628E4-5377-4C10-E15F-EE79ED2AB251}" dt="2026-02-01T15:51:51.431" v="602" actId="20577"/>
        <pc:sldMkLst>
          <pc:docMk/>
          <pc:sldMk cId="899720839" sldId="317"/>
        </pc:sldMkLst>
        <pc:spChg chg="mod">
          <ac:chgData name="Temirlan Zhaxalykov" userId="S::t.zhaxalykov@kbtu.kz::037320a9-8ef1-4acb-bb74-1ab60141db9d" providerId="AD" clId="Web-{403628E4-5377-4C10-E15F-EE79ED2AB251}" dt="2026-02-01T15:51:21.791" v="594" actId="20577"/>
          <ac:spMkLst>
            <pc:docMk/>
            <pc:sldMk cId="899720839" sldId="317"/>
            <ac:spMk id="2" creationId="{33B699D3-00D4-819E-C5E8-F523B002CB29}"/>
          </ac:spMkLst>
        </pc:spChg>
        <pc:spChg chg="mod">
          <ac:chgData name="Temirlan Zhaxalykov" userId="S::t.zhaxalykov@kbtu.kz::037320a9-8ef1-4acb-bb74-1ab60141db9d" providerId="AD" clId="Web-{403628E4-5377-4C10-E15F-EE79ED2AB251}" dt="2026-02-01T15:51:51.431" v="602" actId="20577"/>
          <ac:spMkLst>
            <pc:docMk/>
            <pc:sldMk cId="899720839" sldId="317"/>
            <ac:spMk id="3" creationId="{FD7C5275-8767-9A88-4DF7-A2F3BA7AE62D}"/>
          </ac:spMkLst>
        </pc:spChg>
        <pc:spChg chg="add">
          <ac:chgData name="Temirlan Zhaxalykov" userId="S::t.zhaxalykov@kbtu.kz::037320a9-8ef1-4acb-bb74-1ab60141db9d" providerId="AD" clId="Web-{403628E4-5377-4C10-E15F-EE79ED2AB251}" dt="2026-02-01T15:51:12.463" v="591"/>
          <ac:spMkLst>
            <pc:docMk/>
            <pc:sldMk cId="899720839" sldId="317"/>
            <ac:spMk id="8" creationId="{1B15ED52-F352-441B-82BF-E0EA34836D08}"/>
          </ac:spMkLst>
        </pc:spChg>
        <pc:spChg chg="add">
          <ac:chgData name="Temirlan Zhaxalykov" userId="S::t.zhaxalykov@kbtu.kz::037320a9-8ef1-4acb-bb74-1ab60141db9d" providerId="AD" clId="Web-{403628E4-5377-4C10-E15F-EE79ED2AB251}" dt="2026-02-01T15:51:12.463" v="591"/>
          <ac:spMkLst>
            <pc:docMk/>
            <pc:sldMk cId="899720839" sldId="317"/>
            <ac:spMk id="10" creationId="{3B2E3793-BFE6-45A2-9B7B-E18844431C99}"/>
          </ac:spMkLst>
        </pc:spChg>
        <pc:spChg chg="add">
          <ac:chgData name="Temirlan Zhaxalykov" userId="S::t.zhaxalykov@kbtu.kz::037320a9-8ef1-4acb-bb74-1ab60141db9d" providerId="AD" clId="Web-{403628E4-5377-4C10-E15F-EE79ED2AB251}" dt="2026-02-01T15:51:12.463" v="591"/>
          <ac:spMkLst>
            <pc:docMk/>
            <pc:sldMk cId="899720839" sldId="317"/>
            <ac:spMk id="12" creationId="{BC4C4868-CB8F-4AF9-9CDB-8108F2C19B67}"/>
          </ac:spMkLst>
        </pc:spChg>
        <pc:spChg chg="add">
          <ac:chgData name="Temirlan Zhaxalykov" userId="S::t.zhaxalykov@kbtu.kz::037320a9-8ef1-4acb-bb74-1ab60141db9d" providerId="AD" clId="Web-{403628E4-5377-4C10-E15F-EE79ED2AB251}" dt="2026-02-01T15:51:12.463" v="591"/>
          <ac:spMkLst>
            <pc:docMk/>
            <pc:sldMk cId="899720839" sldId="317"/>
            <ac:spMk id="14" creationId="{375E0459-6403-40CD-989D-56A4407CA12E}"/>
          </ac:spMkLst>
        </pc:spChg>
        <pc:spChg chg="add">
          <ac:chgData name="Temirlan Zhaxalykov" userId="S::t.zhaxalykov@kbtu.kz::037320a9-8ef1-4acb-bb74-1ab60141db9d" providerId="AD" clId="Web-{403628E4-5377-4C10-E15F-EE79ED2AB251}" dt="2026-02-01T15:51:12.463" v="591"/>
          <ac:spMkLst>
            <pc:docMk/>
            <pc:sldMk cId="899720839" sldId="317"/>
            <ac:spMk id="16" creationId="{53E5B1A8-3AC9-4BD1-9BBC-78CA94F2D1BA}"/>
          </ac:spMkLst>
        </pc:spChg>
      </pc:sldChg>
      <pc:sldChg chg="addSp modSp new mod setBg">
        <pc:chgData name="Temirlan Zhaxalykov" userId="S::t.zhaxalykov@kbtu.kz::037320a9-8ef1-4acb-bb74-1ab60141db9d" providerId="AD" clId="Web-{403628E4-5377-4C10-E15F-EE79ED2AB251}" dt="2026-02-01T15:52:48.267" v="617" actId="20577"/>
        <pc:sldMkLst>
          <pc:docMk/>
          <pc:sldMk cId="666042930" sldId="318"/>
        </pc:sldMkLst>
        <pc:spChg chg="mod">
          <ac:chgData name="Temirlan Zhaxalykov" userId="S::t.zhaxalykov@kbtu.kz::037320a9-8ef1-4acb-bb74-1ab60141db9d" providerId="AD" clId="Web-{403628E4-5377-4C10-E15F-EE79ED2AB251}" dt="2026-02-01T15:52:39.282" v="611"/>
          <ac:spMkLst>
            <pc:docMk/>
            <pc:sldMk cId="666042930" sldId="318"/>
            <ac:spMk id="2" creationId="{648E9F48-2635-02D1-A755-1FE0F99CB1C3}"/>
          </ac:spMkLst>
        </pc:spChg>
        <pc:spChg chg="mod">
          <ac:chgData name="Temirlan Zhaxalykov" userId="S::t.zhaxalykov@kbtu.kz::037320a9-8ef1-4acb-bb74-1ab60141db9d" providerId="AD" clId="Web-{403628E4-5377-4C10-E15F-EE79ED2AB251}" dt="2026-02-01T15:52:48.267" v="617" actId="20577"/>
          <ac:spMkLst>
            <pc:docMk/>
            <pc:sldMk cId="666042930" sldId="318"/>
            <ac:spMk id="3" creationId="{3425E048-AE58-4D4D-BCD3-F01F2C3C5A6A}"/>
          </ac:spMkLst>
        </pc:spChg>
        <pc:spChg chg="add">
          <ac:chgData name="Temirlan Zhaxalykov" userId="S::t.zhaxalykov@kbtu.kz::037320a9-8ef1-4acb-bb74-1ab60141db9d" providerId="AD" clId="Web-{403628E4-5377-4C10-E15F-EE79ED2AB251}" dt="2026-02-01T15:52:24.751" v="608"/>
          <ac:spMkLst>
            <pc:docMk/>
            <pc:sldMk cId="666042930" sldId="318"/>
            <ac:spMk id="8" creationId="{1B15ED52-F352-441B-82BF-E0EA34836D08}"/>
          </ac:spMkLst>
        </pc:spChg>
        <pc:spChg chg="add">
          <ac:chgData name="Temirlan Zhaxalykov" userId="S::t.zhaxalykov@kbtu.kz::037320a9-8ef1-4acb-bb74-1ab60141db9d" providerId="AD" clId="Web-{403628E4-5377-4C10-E15F-EE79ED2AB251}" dt="2026-02-01T15:52:24.751" v="608"/>
          <ac:spMkLst>
            <pc:docMk/>
            <pc:sldMk cId="666042930" sldId="318"/>
            <ac:spMk id="10" creationId="{3B2E3793-BFE6-45A2-9B7B-E18844431C99}"/>
          </ac:spMkLst>
        </pc:spChg>
        <pc:spChg chg="add">
          <ac:chgData name="Temirlan Zhaxalykov" userId="S::t.zhaxalykov@kbtu.kz::037320a9-8ef1-4acb-bb74-1ab60141db9d" providerId="AD" clId="Web-{403628E4-5377-4C10-E15F-EE79ED2AB251}" dt="2026-02-01T15:52:24.751" v="608"/>
          <ac:spMkLst>
            <pc:docMk/>
            <pc:sldMk cId="666042930" sldId="318"/>
            <ac:spMk id="12" creationId="{BC4C4868-CB8F-4AF9-9CDB-8108F2C19B67}"/>
          </ac:spMkLst>
        </pc:spChg>
        <pc:spChg chg="add">
          <ac:chgData name="Temirlan Zhaxalykov" userId="S::t.zhaxalykov@kbtu.kz::037320a9-8ef1-4acb-bb74-1ab60141db9d" providerId="AD" clId="Web-{403628E4-5377-4C10-E15F-EE79ED2AB251}" dt="2026-02-01T15:52:24.751" v="608"/>
          <ac:spMkLst>
            <pc:docMk/>
            <pc:sldMk cId="666042930" sldId="318"/>
            <ac:spMk id="14" creationId="{375E0459-6403-40CD-989D-56A4407CA12E}"/>
          </ac:spMkLst>
        </pc:spChg>
        <pc:spChg chg="add">
          <ac:chgData name="Temirlan Zhaxalykov" userId="S::t.zhaxalykov@kbtu.kz::037320a9-8ef1-4acb-bb74-1ab60141db9d" providerId="AD" clId="Web-{403628E4-5377-4C10-E15F-EE79ED2AB251}" dt="2026-02-01T15:52:24.751" v="608"/>
          <ac:spMkLst>
            <pc:docMk/>
            <pc:sldMk cId="666042930" sldId="318"/>
            <ac:spMk id="16" creationId="{53E5B1A8-3AC9-4BD1-9BBC-78CA94F2D1BA}"/>
          </ac:spMkLst>
        </pc:spChg>
      </pc:sldChg>
      <pc:sldChg chg="addSp modSp new mod setBg">
        <pc:chgData name="Temirlan Zhaxalykov" userId="S::t.zhaxalykov@kbtu.kz::037320a9-8ef1-4acb-bb74-1ab60141db9d" providerId="AD" clId="Web-{403628E4-5377-4C10-E15F-EE79ED2AB251}" dt="2026-02-01T15:54:32.689" v="632" actId="20577"/>
        <pc:sldMkLst>
          <pc:docMk/>
          <pc:sldMk cId="3800661729" sldId="319"/>
        </pc:sldMkLst>
        <pc:spChg chg="mod">
          <ac:chgData name="Temirlan Zhaxalykov" userId="S::t.zhaxalykov@kbtu.kz::037320a9-8ef1-4acb-bb74-1ab60141db9d" providerId="AD" clId="Web-{403628E4-5377-4C10-E15F-EE79ED2AB251}" dt="2026-02-01T15:53:32.126" v="625" actId="20577"/>
          <ac:spMkLst>
            <pc:docMk/>
            <pc:sldMk cId="3800661729" sldId="319"/>
            <ac:spMk id="2" creationId="{EAEF9DE0-92CC-1EBA-CADC-1DDF51C4B929}"/>
          </ac:spMkLst>
        </pc:spChg>
        <pc:spChg chg="mod">
          <ac:chgData name="Temirlan Zhaxalykov" userId="S::t.zhaxalykov@kbtu.kz::037320a9-8ef1-4acb-bb74-1ab60141db9d" providerId="AD" clId="Web-{403628E4-5377-4C10-E15F-EE79ED2AB251}" dt="2026-02-01T15:54:32.689" v="632" actId="20577"/>
          <ac:spMkLst>
            <pc:docMk/>
            <pc:sldMk cId="3800661729" sldId="319"/>
            <ac:spMk id="3" creationId="{94E79606-0765-AD93-BFCD-6BDA69D12F69}"/>
          </ac:spMkLst>
        </pc:spChg>
        <pc:spChg chg="add">
          <ac:chgData name="Temirlan Zhaxalykov" userId="S::t.zhaxalykov@kbtu.kz::037320a9-8ef1-4acb-bb74-1ab60141db9d" providerId="AD" clId="Web-{403628E4-5377-4C10-E15F-EE79ED2AB251}" dt="2026-02-01T15:53:19.814" v="623"/>
          <ac:spMkLst>
            <pc:docMk/>
            <pc:sldMk cId="3800661729" sldId="319"/>
            <ac:spMk id="8" creationId="{1B15ED52-F352-441B-82BF-E0EA34836D08}"/>
          </ac:spMkLst>
        </pc:spChg>
        <pc:spChg chg="add">
          <ac:chgData name="Temirlan Zhaxalykov" userId="S::t.zhaxalykov@kbtu.kz::037320a9-8ef1-4acb-bb74-1ab60141db9d" providerId="AD" clId="Web-{403628E4-5377-4C10-E15F-EE79ED2AB251}" dt="2026-02-01T15:53:19.814" v="623"/>
          <ac:spMkLst>
            <pc:docMk/>
            <pc:sldMk cId="3800661729" sldId="319"/>
            <ac:spMk id="10" creationId="{3B2E3793-BFE6-45A2-9B7B-E18844431C99}"/>
          </ac:spMkLst>
        </pc:spChg>
        <pc:spChg chg="add">
          <ac:chgData name="Temirlan Zhaxalykov" userId="S::t.zhaxalykov@kbtu.kz::037320a9-8ef1-4acb-bb74-1ab60141db9d" providerId="AD" clId="Web-{403628E4-5377-4C10-E15F-EE79ED2AB251}" dt="2026-02-01T15:53:19.814" v="623"/>
          <ac:spMkLst>
            <pc:docMk/>
            <pc:sldMk cId="3800661729" sldId="319"/>
            <ac:spMk id="12" creationId="{BC4C4868-CB8F-4AF9-9CDB-8108F2C19B67}"/>
          </ac:spMkLst>
        </pc:spChg>
        <pc:spChg chg="add">
          <ac:chgData name="Temirlan Zhaxalykov" userId="S::t.zhaxalykov@kbtu.kz::037320a9-8ef1-4acb-bb74-1ab60141db9d" providerId="AD" clId="Web-{403628E4-5377-4C10-E15F-EE79ED2AB251}" dt="2026-02-01T15:53:19.814" v="623"/>
          <ac:spMkLst>
            <pc:docMk/>
            <pc:sldMk cId="3800661729" sldId="319"/>
            <ac:spMk id="14" creationId="{375E0459-6403-40CD-989D-56A4407CA12E}"/>
          </ac:spMkLst>
        </pc:spChg>
        <pc:spChg chg="add">
          <ac:chgData name="Temirlan Zhaxalykov" userId="S::t.zhaxalykov@kbtu.kz::037320a9-8ef1-4acb-bb74-1ab60141db9d" providerId="AD" clId="Web-{403628E4-5377-4C10-E15F-EE79ED2AB251}" dt="2026-02-01T15:53:19.814" v="623"/>
          <ac:spMkLst>
            <pc:docMk/>
            <pc:sldMk cId="3800661729" sldId="319"/>
            <ac:spMk id="16" creationId="{53E5B1A8-3AC9-4BD1-9BBC-78CA94F2D1BA}"/>
          </ac:spMkLst>
        </pc:spChg>
      </pc:sldChg>
      <pc:sldChg chg="addSp modSp new mod setBg">
        <pc:chgData name="Temirlan Zhaxalykov" userId="S::t.zhaxalykov@kbtu.kz::037320a9-8ef1-4acb-bb74-1ab60141db9d" providerId="AD" clId="Web-{403628E4-5377-4C10-E15F-EE79ED2AB251}" dt="2026-02-01T15:55:37.504" v="644"/>
        <pc:sldMkLst>
          <pc:docMk/>
          <pc:sldMk cId="1417200484" sldId="320"/>
        </pc:sldMkLst>
        <pc:spChg chg="mod">
          <ac:chgData name="Temirlan Zhaxalykov" userId="S::t.zhaxalykov@kbtu.kz::037320a9-8ef1-4acb-bb74-1ab60141db9d" providerId="AD" clId="Web-{403628E4-5377-4C10-E15F-EE79ED2AB251}" dt="2026-02-01T15:55:37.457" v="643"/>
          <ac:spMkLst>
            <pc:docMk/>
            <pc:sldMk cId="1417200484" sldId="320"/>
            <ac:spMk id="2" creationId="{2F6533D4-9476-D719-5A7E-12E8CC681F96}"/>
          </ac:spMkLst>
        </pc:spChg>
        <pc:spChg chg="mod">
          <ac:chgData name="Temirlan Zhaxalykov" userId="S::t.zhaxalykov@kbtu.kz::037320a9-8ef1-4acb-bb74-1ab60141db9d" providerId="AD" clId="Web-{403628E4-5377-4C10-E15F-EE79ED2AB251}" dt="2026-02-01T15:55:37.504" v="644"/>
          <ac:spMkLst>
            <pc:docMk/>
            <pc:sldMk cId="1417200484" sldId="320"/>
            <ac:spMk id="3" creationId="{D9E2BFF5-FB43-D5CF-2790-A2D1C7CBFF60}"/>
          </ac:spMkLst>
        </pc:spChg>
        <pc:spChg chg="add">
          <ac:chgData name="Temirlan Zhaxalykov" userId="S::t.zhaxalykov@kbtu.kz::037320a9-8ef1-4acb-bb74-1ab60141db9d" providerId="AD" clId="Web-{403628E4-5377-4C10-E15F-EE79ED2AB251}" dt="2026-02-01T15:55:25.566" v="638"/>
          <ac:spMkLst>
            <pc:docMk/>
            <pc:sldMk cId="1417200484" sldId="320"/>
            <ac:spMk id="8" creationId="{1B15ED52-F352-441B-82BF-E0EA34836D08}"/>
          </ac:spMkLst>
        </pc:spChg>
        <pc:spChg chg="add">
          <ac:chgData name="Temirlan Zhaxalykov" userId="S::t.zhaxalykov@kbtu.kz::037320a9-8ef1-4acb-bb74-1ab60141db9d" providerId="AD" clId="Web-{403628E4-5377-4C10-E15F-EE79ED2AB251}" dt="2026-02-01T15:55:25.566" v="638"/>
          <ac:spMkLst>
            <pc:docMk/>
            <pc:sldMk cId="1417200484" sldId="320"/>
            <ac:spMk id="10" creationId="{3B2E3793-BFE6-45A2-9B7B-E18844431C99}"/>
          </ac:spMkLst>
        </pc:spChg>
        <pc:spChg chg="add">
          <ac:chgData name="Temirlan Zhaxalykov" userId="S::t.zhaxalykov@kbtu.kz::037320a9-8ef1-4acb-bb74-1ab60141db9d" providerId="AD" clId="Web-{403628E4-5377-4C10-E15F-EE79ED2AB251}" dt="2026-02-01T15:55:25.566" v="638"/>
          <ac:spMkLst>
            <pc:docMk/>
            <pc:sldMk cId="1417200484" sldId="320"/>
            <ac:spMk id="12" creationId="{BC4C4868-CB8F-4AF9-9CDB-8108F2C19B67}"/>
          </ac:spMkLst>
        </pc:spChg>
        <pc:spChg chg="add">
          <ac:chgData name="Temirlan Zhaxalykov" userId="S::t.zhaxalykov@kbtu.kz::037320a9-8ef1-4acb-bb74-1ab60141db9d" providerId="AD" clId="Web-{403628E4-5377-4C10-E15F-EE79ED2AB251}" dt="2026-02-01T15:55:25.566" v="638"/>
          <ac:spMkLst>
            <pc:docMk/>
            <pc:sldMk cId="1417200484" sldId="320"/>
            <ac:spMk id="14" creationId="{375E0459-6403-40CD-989D-56A4407CA12E}"/>
          </ac:spMkLst>
        </pc:spChg>
        <pc:spChg chg="add">
          <ac:chgData name="Temirlan Zhaxalykov" userId="S::t.zhaxalykov@kbtu.kz::037320a9-8ef1-4acb-bb74-1ab60141db9d" providerId="AD" clId="Web-{403628E4-5377-4C10-E15F-EE79ED2AB251}" dt="2026-02-01T15:55:25.566" v="638"/>
          <ac:spMkLst>
            <pc:docMk/>
            <pc:sldMk cId="1417200484" sldId="320"/>
            <ac:spMk id="16" creationId="{53E5B1A8-3AC9-4BD1-9BBC-78CA94F2D1BA}"/>
          </ac:spMkLst>
        </pc:spChg>
      </pc:sldChg>
      <pc:sldChg chg="addSp modSp new mod setBg">
        <pc:chgData name="Temirlan Zhaxalykov" userId="S::t.zhaxalykov@kbtu.kz::037320a9-8ef1-4acb-bb74-1ab60141db9d" providerId="AD" clId="Web-{403628E4-5377-4C10-E15F-EE79ED2AB251}" dt="2026-02-01T15:56:29.958" v="661" actId="20577"/>
        <pc:sldMkLst>
          <pc:docMk/>
          <pc:sldMk cId="920875239" sldId="321"/>
        </pc:sldMkLst>
        <pc:spChg chg="mod">
          <ac:chgData name="Temirlan Zhaxalykov" userId="S::t.zhaxalykov@kbtu.kz::037320a9-8ef1-4acb-bb74-1ab60141db9d" providerId="AD" clId="Web-{403628E4-5377-4C10-E15F-EE79ED2AB251}" dt="2026-02-01T15:56:24.083" v="657"/>
          <ac:spMkLst>
            <pc:docMk/>
            <pc:sldMk cId="920875239" sldId="321"/>
            <ac:spMk id="2" creationId="{FA490950-8906-DF0F-17A7-C5A6633DEDD2}"/>
          </ac:spMkLst>
        </pc:spChg>
        <pc:spChg chg="mod">
          <ac:chgData name="Temirlan Zhaxalykov" userId="S::t.zhaxalykov@kbtu.kz::037320a9-8ef1-4acb-bb74-1ab60141db9d" providerId="AD" clId="Web-{403628E4-5377-4C10-E15F-EE79ED2AB251}" dt="2026-02-01T15:56:29.958" v="661" actId="20577"/>
          <ac:spMkLst>
            <pc:docMk/>
            <pc:sldMk cId="920875239" sldId="321"/>
            <ac:spMk id="3" creationId="{5E1FF55F-6E1D-E91D-0439-FD8AF3B76427}"/>
          </ac:spMkLst>
        </pc:spChg>
        <pc:spChg chg="add">
          <ac:chgData name="Temirlan Zhaxalykov" userId="S::t.zhaxalykov@kbtu.kz::037320a9-8ef1-4acb-bb74-1ab60141db9d" providerId="AD" clId="Web-{403628E4-5377-4C10-E15F-EE79ED2AB251}" dt="2026-02-01T15:56:13.849" v="654"/>
          <ac:spMkLst>
            <pc:docMk/>
            <pc:sldMk cId="920875239" sldId="321"/>
            <ac:spMk id="8" creationId="{1B15ED52-F352-441B-82BF-E0EA34836D08}"/>
          </ac:spMkLst>
        </pc:spChg>
        <pc:spChg chg="add">
          <ac:chgData name="Temirlan Zhaxalykov" userId="S::t.zhaxalykov@kbtu.kz::037320a9-8ef1-4acb-bb74-1ab60141db9d" providerId="AD" clId="Web-{403628E4-5377-4C10-E15F-EE79ED2AB251}" dt="2026-02-01T15:56:13.849" v="654"/>
          <ac:spMkLst>
            <pc:docMk/>
            <pc:sldMk cId="920875239" sldId="321"/>
            <ac:spMk id="10" creationId="{3B2E3793-BFE6-45A2-9B7B-E18844431C99}"/>
          </ac:spMkLst>
        </pc:spChg>
        <pc:spChg chg="add">
          <ac:chgData name="Temirlan Zhaxalykov" userId="S::t.zhaxalykov@kbtu.kz::037320a9-8ef1-4acb-bb74-1ab60141db9d" providerId="AD" clId="Web-{403628E4-5377-4C10-E15F-EE79ED2AB251}" dt="2026-02-01T15:56:13.849" v="654"/>
          <ac:spMkLst>
            <pc:docMk/>
            <pc:sldMk cId="920875239" sldId="321"/>
            <ac:spMk id="12" creationId="{BC4C4868-CB8F-4AF9-9CDB-8108F2C19B67}"/>
          </ac:spMkLst>
        </pc:spChg>
        <pc:spChg chg="add">
          <ac:chgData name="Temirlan Zhaxalykov" userId="S::t.zhaxalykov@kbtu.kz::037320a9-8ef1-4acb-bb74-1ab60141db9d" providerId="AD" clId="Web-{403628E4-5377-4C10-E15F-EE79ED2AB251}" dt="2026-02-01T15:56:13.849" v="654"/>
          <ac:spMkLst>
            <pc:docMk/>
            <pc:sldMk cId="920875239" sldId="321"/>
            <ac:spMk id="14" creationId="{375E0459-6403-40CD-989D-56A4407CA12E}"/>
          </ac:spMkLst>
        </pc:spChg>
        <pc:spChg chg="add">
          <ac:chgData name="Temirlan Zhaxalykov" userId="S::t.zhaxalykov@kbtu.kz::037320a9-8ef1-4acb-bb74-1ab60141db9d" providerId="AD" clId="Web-{403628E4-5377-4C10-E15F-EE79ED2AB251}" dt="2026-02-01T15:56:13.849" v="654"/>
          <ac:spMkLst>
            <pc:docMk/>
            <pc:sldMk cId="920875239" sldId="321"/>
            <ac:spMk id="16" creationId="{53E5B1A8-3AC9-4BD1-9BBC-78CA94F2D1BA}"/>
          </ac:spMkLst>
        </pc:spChg>
      </pc:sldChg>
      <pc:sldChg chg="addSp modSp new mod setBg">
        <pc:chgData name="Temirlan Zhaxalykov" userId="S::t.zhaxalykov@kbtu.kz::037320a9-8ef1-4acb-bb74-1ab60141db9d" providerId="AD" clId="Web-{403628E4-5377-4C10-E15F-EE79ED2AB251}" dt="2026-02-01T15:57:24.756" v="678" actId="20577"/>
        <pc:sldMkLst>
          <pc:docMk/>
          <pc:sldMk cId="285601981" sldId="322"/>
        </pc:sldMkLst>
        <pc:spChg chg="mod">
          <ac:chgData name="Temirlan Zhaxalykov" userId="S::t.zhaxalykov@kbtu.kz::037320a9-8ef1-4acb-bb74-1ab60141db9d" providerId="AD" clId="Web-{403628E4-5377-4C10-E15F-EE79ED2AB251}" dt="2026-02-01T15:57:13.412" v="672"/>
          <ac:spMkLst>
            <pc:docMk/>
            <pc:sldMk cId="285601981" sldId="322"/>
            <ac:spMk id="2" creationId="{3EBA4FE6-26EE-55D3-92BA-7701B8D3B3A8}"/>
          </ac:spMkLst>
        </pc:spChg>
        <pc:spChg chg="mod">
          <ac:chgData name="Temirlan Zhaxalykov" userId="S::t.zhaxalykov@kbtu.kz::037320a9-8ef1-4acb-bb74-1ab60141db9d" providerId="AD" clId="Web-{403628E4-5377-4C10-E15F-EE79ED2AB251}" dt="2026-02-01T15:57:24.756" v="678" actId="20577"/>
          <ac:spMkLst>
            <pc:docMk/>
            <pc:sldMk cId="285601981" sldId="322"/>
            <ac:spMk id="3" creationId="{C2C74370-3F27-6648-06A0-45B79A142684}"/>
          </ac:spMkLst>
        </pc:spChg>
        <pc:spChg chg="add">
          <ac:chgData name="Temirlan Zhaxalykov" userId="S::t.zhaxalykov@kbtu.kz::037320a9-8ef1-4acb-bb74-1ab60141db9d" providerId="AD" clId="Web-{403628E4-5377-4C10-E15F-EE79ED2AB251}" dt="2026-02-01T15:57:05.725" v="669"/>
          <ac:spMkLst>
            <pc:docMk/>
            <pc:sldMk cId="285601981" sldId="322"/>
            <ac:spMk id="8" creationId="{1B15ED52-F352-441B-82BF-E0EA34836D08}"/>
          </ac:spMkLst>
        </pc:spChg>
        <pc:spChg chg="add">
          <ac:chgData name="Temirlan Zhaxalykov" userId="S::t.zhaxalykov@kbtu.kz::037320a9-8ef1-4acb-bb74-1ab60141db9d" providerId="AD" clId="Web-{403628E4-5377-4C10-E15F-EE79ED2AB251}" dt="2026-02-01T15:57:05.725" v="669"/>
          <ac:spMkLst>
            <pc:docMk/>
            <pc:sldMk cId="285601981" sldId="322"/>
            <ac:spMk id="10" creationId="{3B2E3793-BFE6-45A2-9B7B-E18844431C99}"/>
          </ac:spMkLst>
        </pc:spChg>
        <pc:spChg chg="add">
          <ac:chgData name="Temirlan Zhaxalykov" userId="S::t.zhaxalykov@kbtu.kz::037320a9-8ef1-4acb-bb74-1ab60141db9d" providerId="AD" clId="Web-{403628E4-5377-4C10-E15F-EE79ED2AB251}" dt="2026-02-01T15:57:05.725" v="669"/>
          <ac:spMkLst>
            <pc:docMk/>
            <pc:sldMk cId="285601981" sldId="322"/>
            <ac:spMk id="12" creationId="{BC4C4868-CB8F-4AF9-9CDB-8108F2C19B67}"/>
          </ac:spMkLst>
        </pc:spChg>
        <pc:spChg chg="add">
          <ac:chgData name="Temirlan Zhaxalykov" userId="S::t.zhaxalykov@kbtu.kz::037320a9-8ef1-4acb-bb74-1ab60141db9d" providerId="AD" clId="Web-{403628E4-5377-4C10-E15F-EE79ED2AB251}" dt="2026-02-01T15:57:05.725" v="669"/>
          <ac:spMkLst>
            <pc:docMk/>
            <pc:sldMk cId="285601981" sldId="322"/>
            <ac:spMk id="14" creationId="{375E0459-6403-40CD-989D-56A4407CA12E}"/>
          </ac:spMkLst>
        </pc:spChg>
        <pc:spChg chg="add">
          <ac:chgData name="Temirlan Zhaxalykov" userId="S::t.zhaxalykov@kbtu.kz::037320a9-8ef1-4acb-bb74-1ab60141db9d" providerId="AD" clId="Web-{403628E4-5377-4C10-E15F-EE79ED2AB251}" dt="2026-02-01T15:57:05.725" v="669"/>
          <ac:spMkLst>
            <pc:docMk/>
            <pc:sldMk cId="285601981" sldId="322"/>
            <ac:spMk id="16" creationId="{53E5B1A8-3AC9-4BD1-9BBC-78CA94F2D1BA}"/>
          </ac:spMkLst>
        </pc:spChg>
      </pc:sldChg>
      <pc:sldChg chg="new del">
        <pc:chgData name="Temirlan Zhaxalykov" userId="S::t.zhaxalykov@kbtu.kz::037320a9-8ef1-4acb-bb74-1ab60141db9d" providerId="AD" clId="Web-{403628E4-5377-4C10-E15F-EE79ED2AB251}" dt="2026-02-01T15:57:43.178" v="681"/>
        <pc:sldMkLst>
          <pc:docMk/>
          <pc:sldMk cId="2032475925" sldId="323"/>
        </pc:sldMkLst>
      </pc:sldChg>
      <pc:sldChg chg="modSp add replId">
        <pc:chgData name="Temirlan Zhaxalykov" userId="S::t.zhaxalykov@kbtu.kz::037320a9-8ef1-4acb-bb74-1ab60141db9d" providerId="AD" clId="Web-{403628E4-5377-4C10-E15F-EE79ED2AB251}" dt="2026-02-01T15:59:44.836" v="725" actId="20577"/>
        <pc:sldMkLst>
          <pc:docMk/>
          <pc:sldMk cId="552650383" sldId="324"/>
        </pc:sldMkLst>
        <pc:spChg chg="mod">
          <ac:chgData name="Temirlan Zhaxalykov" userId="S::t.zhaxalykov@kbtu.kz::037320a9-8ef1-4acb-bb74-1ab60141db9d" providerId="AD" clId="Web-{403628E4-5377-4C10-E15F-EE79ED2AB251}" dt="2026-02-01T15:58:14.148" v="708" actId="20577"/>
          <ac:spMkLst>
            <pc:docMk/>
            <pc:sldMk cId="552650383" sldId="324"/>
            <ac:spMk id="2" creationId="{11E03448-BC8D-6FA6-F300-70100AFBA757}"/>
          </ac:spMkLst>
        </pc:spChg>
        <pc:spChg chg="mod">
          <ac:chgData name="Temirlan Zhaxalykov" userId="S::t.zhaxalykov@kbtu.kz::037320a9-8ef1-4acb-bb74-1ab60141db9d" providerId="AD" clId="Web-{403628E4-5377-4C10-E15F-EE79ED2AB251}" dt="2026-02-01T15:59:44.836" v="725" actId="20577"/>
          <ac:spMkLst>
            <pc:docMk/>
            <pc:sldMk cId="552650383" sldId="324"/>
            <ac:spMk id="17" creationId="{7D95B3DE-41DE-2ED7-569E-D86C94D2F709}"/>
          </ac:spMkLst>
        </pc:spChg>
      </pc:sldChg>
      <pc:sldChg chg="addSp modSp new mod setBg">
        <pc:chgData name="Temirlan Zhaxalykov" userId="S::t.zhaxalykov@kbtu.kz::037320a9-8ef1-4acb-bb74-1ab60141db9d" providerId="AD" clId="Web-{403628E4-5377-4C10-E15F-EE79ED2AB251}" dt="2026-02-01T16:00:46.634" v="736"/>
        <pc:sldMkLst>
          <pc:docMk/>
          <pc:sldMk cId="1362789633" sldId="325"/>
        </pc:sldMkLst>
        <pc:spChg chg="mod">
          <ac:chgData name="Temirlan Zhaxalykov" userId="S::t.zhaxalykov@kbtu.kz::037320a9-8ef1-4acb-bb74-1ab60141db9d" providerId="AD" clId="Web-{403628E4-5377-4C10-E15F-EE79ED2AB251}" dt="2026-02-01T16:00:46.603" v="735"/>
          <ac:spMkLst>
            <pc:docMk/>
            <pc:sldMk cId="1362789633" sldId="325"/>
            <ac:spMk id="2" creationId="{2D43B34F-E552-D7CE-61D1-A9C3AD096E03}"/>
          </ac:spMkLst>
        </pc:spChg>
        <pc:spChg chg="mod">
          <ac:chgData name="Temirlan Zhaxalykov" userId="S::t.zhaxalykov@kbtu.kz::037320a9-8ef1-4acb-bb74-1ab60141db9d" providerId="AD" clId="Web-{403628E4-5377-4C10-E15F-EE79ED2AB251}" dt="2026-02-01T16:00:46.634" v="736"/>
          <ac:spMkLst>
            <pc:docMk/>
            <pc:sldMk cId="1362789633" sldId="325"/>
            <ac:spMk id="3" creationId="{86D20254-372F-43E0-E7DA-31D4ACE1AD27}"/>
          </ac:spMkLst>
        </pc:spChg>
        <pc:spChg chg="add">
          <ac:chgData name="Temirlan Zhaxalykov" userId="S::t.zhaxalykov@kbtu.kz::037320a9-8ef1-4acb-bb74-1ab60141db9d" providerId="AD" clId="Web-{403628E4-5377-4C10-E15F-EE79ED2AB251}" dt="2026-02-01T16:00:36.259" v="730"/>
          <ac:spMkLst>
            <pc:docMk/>
            <pc:sldMk cId="1362789633" sldId="325"/>
            <ac:spMk id="8" creationId="{1B15ED52-F352-441B-82BF-E0EA34836D08}"/>
          </ac:spMkLst>
        </pc:spChg>
        <pc:spChg chg="add">
          <ac:chgData name="Temirlan Zhaxalykov" userId="S::t.zhaxalykov@kbtu.kz::037320a9-8ef1-4acb-bb74-1ab60141db9d" providerId="AD" clId="Web-{403628E4-5377-4C10-E15F-EE79ED2AB251}" dt="2026-02-01T16:00:36.259" v="730"/>
          <ac:spMkLst>
            <pc:docMk/>
            <pc:sldMk cId="1362789633" sldId="325"/>
            <ac:spMk id="10" creationId="{3B2E3793-BFE6-45A2-9B7B-E18844431C99}"/>
          </ac:spMkLst>
        </pc:spChg>
        <pc:spChg chg="add">
          <ac:chgData name="Temirlan Zhaxalykov" userId="S::t.zhaxalykov@kbtu.kz::037320a9-8ef1-4acb-bb74-1ab60141db9d" providerId="AD" clId="Web-{403628E4-5377-4C10-E15F-EE79ED2AB251}" dt="2026-02-01T16:00:36.259" v="730"/>
          <ac:spMkLst>
            <pc:docMk/>
            <pc:sldMk cId="1362789633" sldId="325"/>
            <ac:spMk id="12" creationId="{BC4C4868-CB8F-4AF9-9CDB-8108F2C19B67}"/>
          </ac:spMkLst>
        </pc:spChg>
        <pc:spChg chg="add">
          <ac:chgData name="Temirlan Zhaxalykov" userId="S::t.zhaxalykov@kbtu.kz::037320a9-8ef1-4acb-bb74-1ab60141db9d" providerId="AD" clId="Web-{403628E4-5377-4C10-E15F-EE79ED2AB251}" dt="2026-02-01T16:00:36.259" v="730"/>
          <ac:spMkLst>
            <pc:docMk/>
            <pc:sldMk cId="1362789633" sldId="325"/>
            <ac:spMk id="14" creationId="{375E0459-6403-40CD-989D-56A4407CA12E}"/>
          </ac:spMkLst>
        </pc:spChg>
        <pc:spChg chg="add">
          <ac:chgData name="Temirlan Zhaxalykov" userId="S::t.zhaxalykov@kbtu.kz::037320a9-8ef1-4acb-bb74-1ab60141db9d" providerId="AD" clId="Web-{403628E4-5377-4C10-E15F-EE79ED2AB251}" dt="2026-02-01T16:00:36.259" v="730"/>
          <ac:spMkLst>
            <pc:docMk/>
            <pc:sldMk cId="1362789633" sldId="325"/>
            <ac:spMk id="16" creationId="{53E5B1A8-3AC9-4BD1-9BBC-78CA94F2D1BA}"/>
          </ac:spMkLst>
        </pc:spChg>
      </pc:sldChg>
      <pc:sldChg chg="addSp modSp new mod setBg">
        <pc:chgData name="Temirlan Zhaxalykov" userId="S::t.zhaxalykov@kbtu.kz::037320a9-8ef1-4acb-bb74-1ab60141db9d" providerId="AD" clId="Web-{403628E4-5377-4C10-E15F-EE79ED2AB251}" dt="2026-02-01T16:03:32.417" v="773" actId="20577"/>
        <pc:sldMkLst>
          <pc:docMk/>
          <pc:sldMk cId="3559214042" sldId="326"/>
        </pc:sldMkLst>
        <pc:spChg chg="mod">
          <ac:chgData name="Temirlan Zhaxalykov" userId="S::t.zhaxalykov@kbtu.kz::037320a9-8ef1-4acb-bb74-1ab60141db9d" providerId="AD" clId="Web-{403628E4-5377-4C10-E15F-EE79ED2AB251}" dt="2026-02-01T16:03:32.417" v="773" actId="20577"/>
          <ac:spMkLst>
            <pc:docMk/>
            <pc:sldMk cId="3559214042" sldId="326"/>
            <ac:spMk id="2" creationId="{53C316A1-003E-2C1B-A40F-15178B44F42E}"/>
          </ac:spMkLst>
        </pc:spChg>
        <pc:spChg chg="mod">
          <ac:chgData name="Temirlan Zhaxalykov" userId="S::t.zhaxalykov@kbtu.kz::037320a9-8ef1-4acb-bb74-1ab60141db9d" providerId="AD" clId="Web-{403628E4-5377-4C10-E15F-EE79ED2AB251}" dt="2026-02-01T16:01:54.291" v="754" actId="20577"/>
          <ac:spMkLst>
            <pc:docMk/>
            <pc:sldMk cId="3559214042" sldId="326"/>
            <ac:spMk id="3" creationId="{8AB7324F-E865-0E62-1258-A27D336B44F1}"/>
          </ac:spMkLst>
        </pc:spChg>
        <pc:spChg chg="add">
          <ac:chgData name="Temirlan Zhaxalykov" userId="S::t.zhaxalykov@kbtu.kz::037320a9-8ef1-4acb-bb74-1ab60141db9d" providerId="AD" clId="Web-{403628E4-5377-4C10-E15F-EE79ED2AB251}" dt="2026-02-01T16:01:13.728" v="742"/>
          <ac:spMkLst>
            <pc:docMk/>
            <pc:sldMk cId="3559214042" sldId="326"/>
            <ac:spMk id="8" creationId="{1B15ED52-F352-441B-82BF-E0EA34836D08}"/>
          </ac:spMkLst>
        </pc:spChg>
        <pc:spChg chg="add">
          <ac:chgData name="Temirlan Zhaxalykov" userId="S::t.zhaxalykov@kbtu.kz::037320a9-8ef1-4acb-bb74-1ab60141db9d" providerId="AD" clId="Web-{403628E4-5377-4C10-E15F-EE79ED2AB251}" dt="2026-02-01T16:01:13.728" v="742"/>
          <ac:spMkLst>
            <pc:docMk/>
            <pc:sldMk cId="3559214042" sldId="326"/>
            <ac:spMk id="10" creationId="{3B2E3793-BFE6-45A2-9B7B-E18844431C99}"/>
          </ac:spMkLst>
        </pc:spChg>
        <pc:spChg chg="add">
          <ac:chgData name="Temirlan Zhaxalykov" userId="S::t.zhaxalykov@kbtu.kz::037320a9-8ef1-4acb-bb74-1ab60141db9d" providerId="AD" clId="Web-{403628E4-5377-4C10-E15F-EE79ED2AB251}" dt="2026-02-01T16:01:13.728" v="742"/>
          <ac:spMkLst>
            <pc:docMk/>
            <pc:sldMk cId="3559214042" sldId="326"/>
            <ac:spMk id="12" creationId="{BC4C4868-CB8F-4AF9-9CDB-8108F2C19B67}"/>
          </ac:spMkLst>
        </pc:spChg>
        <pc:spChg chg="add">
          <ac:chgData name="Temirlan Zhaxalykov" userId="S::t.zhaxalykov@kbtu.kz::037320a9-8ef1-4acb-bb74-1ab60141db9d" providerId="AD" clId="Web-{403628E4-5377-4C10-E15F-EE79ED2AB251}" dt="2026-02-01T16:01:13.728" v="742"/>
          <ac:spMkLst>
            <pc:docMk/>
            <pc:sldMk cId="3559214042" sldId="326"/>
            <ac:spMk id="14" creationId="{375E0459-6403-40CD-989D-56A4407CA12E}"/>
          </ac:spMkLst>
        </pc:spChg>
        <pc:spChg chg="add">
          <ac:chgData name="Temirlan Zhaxalykov" userId="S::t.zhaxalykov@kbtu.kz::037320a9-8ef1-4acb-bb74-1ab60141db9d" providerId="AD" clId="Web-{403628E4-5377-4C10-E15F-EE79ED2AB251}" dt="2026-02-01T16:01:13.728" v="742"/>
          <ac:spMkLst>
            <pc:docMk/>
            <pc:sldMk cId="3559214042" sldId="326"/>
            <ac:spMk id="16" creationId="{53E5B1A8-3AC9-4BD1-9BBC-78CA94F2D1BA}"/>
          </ac:spMkLst>
        </pc:spChg>
      </pc:sldChg>
      <pc:sldChg chg="addSp modSp new mod setBg">
        <pc:chgData name="Temirlan Zhaxalykov" userId="S::t.zhaxalykov@kbtu.kz::037320a9-8ef1-4acb-bb74-1ab60141db9d" providerId="AD" clId="Web-{403628E4-5377-4C10-E15F-EE79ED2AB251}" dt="2026-02-01T16:04:20.105" v="784" actId="20577"/>
        <pc:sldMkLst>
          <pc:docMk/>
          <pc:sldMk cId="520920488" sldId="327"/>
        </pc:sldMkLst>
        <pc:spChg chg="mod">
          <ac:chgData name="Temirlan Zhaxalykov" userId="S::t.zhaxalykov@kbtu.kz::037320a9-8ef1-4acb-bb74-1ab60141db9d" providerId="AD" clId="Web-{403628E4-5377-4C10-E15F-EE79ED2AB251}" dt="2026-02-01T16:03:37.886" v="775" actId="20577"/>
          <ac:spMkLst>
            <pc:docMk/>
            <pc:sldMk cId="520920488" sldId="327"/>
            <ac:spMk id="2" creationId="{A10AFBF2-80D9-65B0-0C6A-5AA8F30DFCC8}"/>
          </ac:spMkLst>
        </pc:spChg>
        <pc:spChg chg="mod">
          <ac:chgData name="Temirlan Zhaxalykov" userId="S::t.zhaxalykov@kbtu.kz::037320a9-8ef1-4acb-bb74-1ab60141db9d" providerId="AD" clId="Web-{403628E4-5377-4C10-E15F-EE79ED2AB251}" dt="2026-02-01T16:04:20.105" v="784" actId="20577"/>
          <ac:spMkLst>
            <pc:docMk/>
            <pc:sldMk cId="520920488" sldId="327"/>
            <ac:spMk id="3" creationId="{A7DFA446-467B-A330-9757-164045D012CD}"/>
          </ac:spMkLst>
        </pc:spChg>
        <pc:spChg chg="add">
          <ac:chgData name="Temirlan Zhaxalykov" userId="S::t.zhaxalykov@kbtu.kz::037320a9-8ef1-4acb-bb74-1ab60141db9d" providerId="AD" clId="Web-{403628E4-5377-4C10-E15F-EE79ED2AB251}" dt="2026-02-01T16:02:59.948" v="760"/>
          <ac:spMkLst>
            <pc:docMk/>
            <pc:sldMk cId="520920488" sldId="327"/>
            <ac:spMk id="8" creationId="{1B15ED52-F352-441B-82BF-E0EA34836D08}"/>
          </ac:spMkLst>
        </pc:spChg>
        <pc:spChg chg="add">
          <ac:chgData name="Temirlan Zhaxalykov" userId="S::t.zhaxalykov@kbtu.kz::037320a9-8ef1-4acb-bb74-1ab60141db9d" providerId="AD" clId="Web-{403628E4-5377-4C10-E15F-EE79ED2AB251}" dt="2026-02-01T16:02:59.948" v="760"/>
          <ac:spMkLst>
            <pc:docMk/>
            <pc:sldMk cId="520920488" sldId="327"/>
            <ac:spMk id="10" creationId="{3B2E3793-BFE6-45A2-9B7B-E18844431C99}"/>
          </ac:spMkLst>
        </pc:spChg>
        <pc:spChg chg="add">
          <ac:chgData name="Temirlan Zhaxalykov" userId="S::t.zhaxalykov@kbtu.kz::037320a9-8ef1-4acb-bb74-1ab60141db9d" providerId="AD" clId="Web-{403628E4-5377-4C10-E15F-EE79ED2AB251}" dt="2026-02-01T16:02:59.948" v="760"/>
          <ac:spMkLst>
            <pc:docMk/>
            <pc:sldMk cId="520920488" sldId="327"/>
            <ac:spMk id="12" creationId="{BC4C4868-CB8F-4AF9-9CDB-8108F2C19B67}"/>
          </ac:spMkLst>
        </pc:spChg>
        <pc:spChg chg="add">
          <ac:chgData name="Temirlan Zhaxalykov" userId="S::t.zhaxalykov@kbtu.kz::037320a9-8ef1-4acb-bb74-1ab60141db9d" providerId="AD" clId="Web-{403628E4-5377-4C10-E15F-EE79ED2AB251}" dt="2026-02-01T16:02:59.948" v="760"/>
          <ac:spMkLst>
            <pc:docMk/>
            <pc:sldMk cId="520920488" sldId="327"/>
            <ac:spMk id="14" creationId="{375E0459-6403-40CD-989D-56A4407CA12E}"/>
          </ac:spMkLst>
        </pc:spChg>
        <pc:spChg chg="add">
          <ac:chgData name="Temirlan Zhaxalykov" userId="S::t.zhaxalykov@kbtu.kz::037320a9-8ef1-4acb-bb74-1ab60141db9d" providerId="AD" clId="Web-{403628E4-5377-4C10-E15F-EE79ED2AB251}" dt="2026-02-01T16:02:59.948" v="760"/>
          <ac:spMkLst>
            <pc:docMk/>
            <pc:sldMk cId="520920488" sldId="327"/>
            <ac:spMk id="16" creationId="{53E5B1A8-3AC9-4BD1-9BBC-78CA94F2D1BA}"/>
          </ac:spMkLst>
        </pc:spChg>
      </pc:sldChg>
      <pc:sldChg chg="addSp modSp new mod setBg">
        <pc:chgData name="Temirlan Zhaxalykov" userId="S::t.zhaxalykov@kbtu.kz::037320a9-8ef1-4acb-bb74-1ab60141db9d" providerId="AD" clId="Web-{403628E4-5377-4C10-E15F-EE79ED2AB251}" dt="2026-02-01T16:05:15.449" v="795" actId="20577"/>
        <pc:sldMkLst>
          <pc:docMk/>
          <pc:sldMk cId="2331285940" sldId="328"/>
        </pc:sldMkLst>
        <pc:spChg chg="mod">
          <ac:chgData name="Temirlan Zhaxalykov" userId="S::t.zhaxalykov@kbtu.kz::037320a9-8ef1-4acb-bb74-1ab60141db9d" providerId="AD" clId="Web-{403628E4-5377-4C10-E15F-EE79ED2AB251}" dt="2026-02-01T16:04:57.995" v="791" actId="20577"/>
          <ac:spMkLst>
            <pc:docMk/>
            <pc:sldMk cId="2331285940" sldId="328"/>
            <ac:spMk id="2" creationId="{D1C2E451-6390-16AD-A638-F6D470BD67C6}"/>
          </ac:spMkLst>
        </pc:spChg>
        <pc:spChg chg="mod">
          <ac:chgData name="Temirlan Zhaxalykov" userId="S::t.zhaxalykov@kbtu.kz::037320a9-8ef1-4acb-bb74-1ab60141db9d" providerId="AD" clId="Web-{403628E4-5377-4C10-E15F-EE79ED2AB251}" dt="2026-02-01T16:05:15.449" v="795" actId="20577"/>
          <ac:spMkLst>
            <pc:docMk/>
            <pc:sldMk cId="2331285940" sldId="328"/>
            <ac:spMk id="3" creationId="{DA9B36F8-5339-B5FC-30C3-11038D6C65B4}"/>
          </ac:spMkLst>
        </pc:spChg>
        <pc:spChg chg="add">
          <ac:chgData name="Temirlan Zhaxalykov" userId="S::t.zhaxalykov@kbtu.kz::037320a9-8ef1-4acb-bb74-1ab60141db9d" providerId="AD" clId="Web-{403628E4-5377-4C10-E15F-EE79ED2AB251}" dt="2026-02-01T16:04:50.292" v="789"/>
          <ac:spMkLst>
            <pc:docMk/>
            <pc:sldMk cId="2331285940" sldId="328"/>
            <ac:spMk id="8" creationId="{1B15ED52-F352-441B-82BF-E0EA34836D08}"/>
          </ac:spMkLst>
        </pc:spChg>
        <pc:spChg chg="add">
          <ac:chgData name="Temirlan Zhaxalykov" userId="S::t.zhaxalykov@kbtu.kz::037320a9-8ef1-4acb-bb74-1ab60141db9d" providerId="AD" clId="Web-{403628E4-5377-4C10-E15F-EE79ED2AB251}" dt="2026-02-01T16:04:50.292" v="789"/>
          <ac:spMkLst>
            <pc:docMk/>
            <pc:sldMk cId="2331285940" sldId="328"/>
            <ac:spMk id="10" creationId="{3B2E3793-BFE6-45A2-9B7B-E18844431C99}"/>
          </ac:spMkLst>
        </pc:spChg>
        <pc:spChg chg="add">
          <ac:chgData name="Temirlan Zhaxalykov" userId="S::t.zhaxalykov@kbtu.kz::037320a9-8ef1-4acb-bb74-1ab60141db9d" providerId="AD" clId="Web-{403628E4-5377-4C10-E15F-EE79ED2AB251}" dt="2026-02-01T16:04:50.292" v="789"/>
          <ac:spMkLst>
            <pc:docMk/>
            <pc:sldMk cId="2331285940" sldId="328"/>
            <ac:spMk id="12" creationId="{BC4C4868-CB8F-4AF9-9CDB-8108F2C19B67}"/>
          </ac:spMkLst>
        </pc:spChg>
        <pc:spChg chg="add">
          <ac:chgData name="Temirlan Zhaxalykov" userId="S::t.zhaxalykov@kbtu.kz::037320a9-8ef1-4acb-bb74-1ab60141db9d" providerId="AD" clId="Web-{403628E4-5377-4C10-E15F-EE79ED2AB251}" dt="2026-02-01T16:04:50.292" v="789"/>
          <ac:spMkLst>
            <pc:docMk/>
            <pc:sldMk cId="2331285940" sldId="328"/>
            <ac:spMk id="14" creationId="{375E0459-6403-40CD-989D-56A4407CA12E}"/>
          </ac:spMkLst>
        </pc:spChg>
        <pc:spChg chg="add">
          <ac:chgData name="Temirlan Zhaxalykov" userId="S::t.zhaxalykov@kbtu.kz::037320a9-8ef1-4acb-bb74-1ab60141db9d" providerId="AD" clId="Web-{403628E4-5377-4C10-E15F-EE79ED2AB251}" dt="2026-02-01T16:04:50.292" v="789"/>
          <ac:spMkLst>
            <pc:docMk/>
            <pc:sldMk cId="2331285940" sldId="328"/>
            <ac:spMk id="16" creationId="{53E5B1A8-3AC9-4BD1-9BBC-78CA94F2D1BA}"/>
          </ac:spMkLst>
        </pc:spChg>
      </pc:sldChg>
      <pc:sldChg chg="addSp modSp new mod setBg">
        <pc:chgData name="Temirlan Zhaxalykov" userId="S::t.zhaxalykov@kbtu.kz::037320a9-8ef1-4acb-bb74-1ab60141db9d" providerId="AD" clId="Web-{403628E4-5377-4C10-E15F-EE79ED2AB251}" dt="2026-02-01T16:06:29.386" v="811" actId="20577"/>
        <pc:sldMkLst>
          <pc:docMk/>
          <pc:sldMk cId="2076241088" sldId="329"/>
        </pc:sldMkLst>
        <pc:spChg chg="mod">
          <ac:chgData name="Temirlan Zhaxalykov" userId="S::t.zhaxalykov@kbtu.kz::037320a9-8ef1-4acb-bb74-1ab60141db9d" providerId="AD" clId="Web-{403628E4-5377-4C10-E15F-EE79ED2AB251}" dt="2026-02-01T16:05:55.933" v="803" actId="20577"/>
          <ac:spMkLst>
            <pc:docMk/>
            <pc:sldMk cId="2076241088" sldId="329"/>
            <ac:spMk id="2" creationId="{0D53CCC2-7E89-882C-D1C4-D31D5F6C3486}"/>
          </ac:spMkLst>
        </pc:spChg>
        <pc:spChg chg="mod">
          <ac:chgData name="Temirlan Zhaxalykov" userId="S::t.zhaxalykov@kbtu.kz::037320a9-8ef1-4acb-bb74-1ab60141db9d" providerId="AD" clId="Web-{403628E4-5377-4C10-E15F-EE79ED2AB251}" dt="2026-02-01T16:06:29.386" v="811" actId="20577"/>
          <ac:spMkLst>
            <pc:docMk/>
            <pc:sldMk cId="2076241088" sldId="329"/>
            <ac:spMk id="3" creationId="{1FED0858-475C-6D72-9F6C-F9D5A3D4CA3D}"/>
          </ac:spMkLst>
        </pc:spChg>
        <pc:spChg chg="add">
          <ac:chgData name="Temirlan Zhaxalykov" userId="S::t.zhaxalykov@kbtu.kz::037320a9-8ef1-4acb-bb74-1ab60141db9d" providerId="AD" clId="Web-{403628E4-5377-4C10-E15F-EE79ED2AB251}" dt="2026-02-01T16:05:49.386" v="801"/>
          <ac:spMkLst>
            <pc:docMk/>
            <pc:sldMk cId="2076241088" sldId="329"/>
            <ac:spMk id="8" creationId="{1B15ED52-F352-441B-82BF-E0EA34836D08}"/>
          </ac:spMkLst>
        </pc:spChg>
        <pc:spChg chg="add">
          <ac:chgData name="Temirlan Zhaxalykov" userId="S::t.zhaxalykov@kbtu.kz::037320a9-8ef1-4acb-bb74-1ab60141db9d" providerId="AD" clId="Web-{403628E4-5377-4C10-E15F-EE79ED2AB251}" dt="2026-02-01T16:05:49.386" v="801"/>
          <ac:spMkLst>
            <pc:docMk/>
            <pc:sldMk cId="2076241088" sldId="329"/>
            <ac:spMk id="10" creationId="{3B2E3793-BFE6-45A2-9B7B-E18844431C99}"/>
          </ac:spMkLst>
        </pc:spChg>
        <pc:spChg chg="add">
          <ac:chgData name="Temirlan Zhaxalykov" userId="S::t.zhaxalykov@kbtu.kz::037320a9-8ef1-4acb-bb74-1ab60141db9d" providerId="AD" clId="Web-{403628E4-5377-4C10-E15F-EE79ED2AB251}" dt="2026-02-01T16:05:49.386" v="801"/>
          <ac:spMkLst>
            <pc:docMk/>
            <pc:sldMk cId="2076241088" sldId="329"/>
            <ac:spMk id="12" creationId="{BC4C4868-CB8F-4AF9-9CDB-8108F2C19B67}"/>
          </ac:spMkLst>
        </pc:spChg>
        <pc:spChg chg="add">
          <ac:chgData name="Temirlan Zhaxalykov" userId="S::t.zhaxalykov@kbtu.kz::037320a9-8ef1-4acb-bb74-1ab60141db9d" providerId="AD" clId="Web-{403628E4-5377-4C10-E15F-EE79ED2AB251}" dt="2026-02-01T16:05:49.386" v="801"/>
          <ac:spMkLst>
            <pc:docMk/>
            <pc:sldMk cId="2076241088" sldId="329"/>
            <ac:spMk id="14" creationId="{375E0459-6403-40CD-989D-56A4407CA12E}"/>
          </ac:spMkLst>
        </pc:spChg>
        <pc:spChg chg="add">
          <ac:chgData name="Temirlan Zhaxalykov" userId="S::t.zhaxalykov@kbtu.kz::037320a9-8ef1-4acb-bb74-1ab60141db9d" providerId="AD" clId="Web-{403628E4-5377-4C10-E15F-EE79ED2AB251}" dt="2026-02-01T16:05:49.386" v="801"/>
          <ac:spMkLst>
            <pc:docMk/>
            <pc:sldMk cId="2076241088" sldId="329"/>
            <ac:spMk id="16" creationId="{53E5B1A8-3AC9-4BD1-9BBC-78CA94F2D1BA}"/>
          </ac:spMkLst>
        </pc:spChg>
      </pc:sldChg>
      <pc:sldChg chg="addSp modSp new mod setBg">
        <pc:chgData name="Temirlan Zhaxalykov" userId="S::t.zhaxalykov@kbtu.kz::037320a9-8ef1-4acb-bb74-1ab60141db9d" providerId="AD" clId="Web-{403628E4-5377-4C10-E15F-EE79ED2AB251}" dt="2026-02-01T16:07:12.590" v="823"/>
        <pc:sldMkLst>
          <pc:docMk/>
          <pc:sldMk cId="3518898132" sldId="330"/>
        </pc:sldMkLst>
        <pc:spChg chg="mod">
          <ac:chgData name="Temirlan Zhaxalykov" userId="S::t.zhaxalykov@kbtu.kz::037320a9-8ef1-4acb-bb74-1ab60141db9d" providerId="AD" clId="Web-{403628E4-5377-4C10-E15F-EE79ED2AB251}" dt="2026-02-01T16:07:12.574" v="822"/>
          <ac:spMkLst>
            <pc:docMk/>
            <pc:sldMk cId="3518898132" sldId="330"/>
            <ac:spMk id="2" creationId="{DC5C3B71-9EE3-74F4-A8A0-05D20D70DD08}"/>
          </ac:spMkLst>
        </pc:spChg>
        <pc:spChg chg="mod">
          <ac:chgData name="Temirlan Zhaxalykov" userId="S::t.zhaxalykov@kbtu.kz::037320a9-8ef1-4acb-bb74-1ab60141db9d" providerId="AD" clId="Web-{403628E4-5377-4C10-E15F-EE79ED2AB251}" dt="2026-02-01T16:07:12.590" v="823"/>
          <ac:spMkLst>
            <pc:docMk/>
            <pc:sldMk cId="3518898132" sldId="330"/>
            <ac:spMk id="3" creationId="{C947038B-2A6D-5E60-7952-A239AC5253BB}"/>
          </ac:spMkLst>
        </pc:spChg>
        <pc:spChg chg="add">
          <ac:chgData name="Temirlan Zhaxalykov" userId="S::t.zhaxalykov@kbtu.kz::037320a9-8ef1-4acb-bb74-1ab60141db9d" providerId="AD" clId="Web-{403628E4-5377-4C10-E15F-EE79ED2AB251}" dt="2026-02-01T16:07:04.402" v="819"/>
          <ac:spMkLst>
            <pc:docMk/>
            <pc:sldMk cId="3518898132" sldId="330"/>
            <ac:spMk id="8" creationId="{1B15ED52-F352-441B-82BF-E0EA34836D08}"/>
          </ac:spMkLst>
        </pc:spChg>
        <pc:spChg chg="add">
          <ac:chgData name="Temirlan Zhaxalykov" userId="S::t.zhaxalykov@kbtu.kz::037320a9-8ef1-4acb-bb74-1ab60141db9d" providerId="AD" clId="Web-{403628E4-5377-4C10-E15F-EE79ED2AB251}" dt="2026-02-01T16:07:04.402" v="819"/>
          <ac:spMkLst>
            <pc:docMk/>
            <pc:sldMk cId="3518898132" sldId="330"/>
            <ac:spMk id="10" creationId="{3B2E3793-BFE6-45A2-9B7B-E18844431C99}"/>
          </ac:spMkLst>
        </pc:spChg>
        <pc:spChg chg="add">
          <ac:chgData name="Temirlan Zhaxalykov" userId="S::t.zhaxalykov@kbtu.kz::037320a9-8ef1-4acb-bb74-1ab60141db9d" providerId="AD" clId="Web-{403628E4-5377-4C10-E15F-EE79ED2AB251}" dt="2026-02-01T16:07:04.402" v="819"/>
          <ac:spMkLst>
            <pc:docMk/>
            <pc:sldMk cId="3518898132" sldId="330"/>
            <ac:spMk id="12" creationId="{BC4C4868-CB8F-4AF9-9CDB-8108F2C19B67}"/>
          </ac:spMkLst>
        </pc:spChg>
        <pc:spChg chg="add">
          <ac:chgData name="Temirlan Zhaxalykov" userId="S::t.zhaxalykov@kbtu.kz::037320a9-8ef1-4acb-bb74-1ab60141db9d" providerId="AD" clId="Web-{403628E4-5377-4C10-E15F-EE79ED2AB251}" dt="2026-02-01T16:07:04.402" v="819"/>
          <ac:spMkLst>
            <pc:docMk/>
            <pc:sldMk cId="3518898132" sldId="330"/>
            <ac:spMk id="14" creationId="{375E0459-6403-40CD-989D-56A4407CA12E}"/>
          </ac:spMkLst>
        </pc:spChg>
        <pc:spChg chg="add">
          <ac:chgData name="Temirlan Zhaxalykov" userId="S::t.zhaxalykov@kbtu.kz::037320a9-8ef1-4acb-bb74-1ab60141db9d" providerId="AD" clId="Web-{403628E4-5377-4C10-E15F-EE79ED2AB251}" dt="2026-02-01T16:07:04.402" v="819"/>
          <ac:spMkLst>
            <pc:docMk/>
            <pc:sldMk cId="3518898132" sldId="330"/>
            <ac:spMk id="16" creationId="{53E5B1A8-3AC9-4BD1-9BBC-78CA94F2D1BA}"/>
          </ac:spMkLst>
        </pc:spChg>
      </pc:sldChg>
      <pc:sldChg chg="addSp modSp new mod setBg">
        <pc:chgData name="Temirlan Zhaxalykov" userId="S::t.zhaxalykov@kbtu.kz::037320a9-8ef1-4acb-bb74-1ab60141db9d" providerId="AD" clId="Web-{403628E4-5377-4C10-E15F-EE79ED2AB251}" dt="2026-02-01T16:07:50.140" v="833"/>
        <pc:sldMkLst>
          <pc:docMk/>
          <pc:sldMk cId="3358723322" sldId="331"/>
        </pc:sldMkLst>
        <pc:spChg chg="mod">
          <ac:chgData name="Temirlan Zhaxalykov" userId="S::t.zhaxalykov@kbtu.kz::037320a9-8ef1-4acb-bb74-1ab60141db9d" providerId="AD" clId="Web-{403628E4-5377-4C10-E15F-EE79ED2AB251}" dt="2026-02-01T16:07:50.124" v="832"/>
          <ac:spMkLst>
            <pc:docMk/>
            <pc:sldMk cId="3358723322" sldId="331"/>
            <ac:spMk id="2" creationId="{F2052B19-5C07-3B45-93E2-71832264C94D}"/>
          </ac:spMkLst>
        </pc:spChg>
        <pc:spChg chg="mod">
          <ac:chgData name="Temirlan Zhaxalykov" userId="S::t.zhaxalykov@kbtu.kz::037320a9-8ef1-4acb-bb74-1ab60141db9d" providerId="AD" clId="Web-{403628E4-5377-4C10-E15F-EE79ED2AB251}" dt="2026-02-01T16:07:50.140" v="833"/>
          <ac:spMkLst>
            <pc:docMk/>
            <pc:sldMk cId="3358723322" sldId="331"/>
            <ac:spMk id="3" creationId="{58512CD7-BDC0-E394-8807-972C9949733C}"/>
          </ac:spMkLst>
        </pc:spChg>
        <pc:spChg chg="add">
          <ac:chgData name="Temirlan Zhaxalykov" userId="S::t.zhaxalykov@kbtu.kz::037320a9-8ef1-4acb-bb74-1ab60141db9d" providerId="AD" clId="Web-{403628E4-5377-4C10-E15F-EE79ED2AB251}" dt="2026-02-01T16:07:42.374" v="829"/>
          <ac:spMkLst>
            <pc:docMk/>
            <pc:sldMk cId="3358723322" sldId="331"/>
            <ac:spMk id="8" creationId="{1B15ED52-F352-441B-82BF-E0EA34836D08}"/>
          </ac:spMkLst>
        </pc:spChg>
        <pc:spChg chg="add">
          <ac:chgData name="Temirlan Zhaxalykov" userId="S::t.zhaxalykov@kbtu.kz::037320a9-8ef1-4acb-bb74-1ab60141db9d" providerId="AD" clId="Web-{403628E4-5377-4C10-E15F-EE79ED2AB251}" dt="2026-02-01T16:07:42.374" v="829"/>
          <ac:spMkLst>
            <pc:docMk/>
            <pc:sldMk cId="3358723322" sldId="331"/>
            <ac:spMk id="10" creationId="{3B2E3793-BFE6-45A2-9B7B-E18844431C99}"/>
          </ac:spMkLst>
        </pc:spChg>
        <pc:spChg chg="add">
          <ac:chgData name="Temirlan Zhaxalykov" userId="S::t.zhaxalykov@kbtu.kz::037320a9-8ef1-4acb-bb74-1ab60141db9d" providerId="AD" clId="Web-{403628E4-5377-4C10-E15F-EE79ED2AB251}" dt="2026-02-01T16:07:42.374" v="829"/>
          <ac:spMkLst>
            <pc:docMk/>
            <pc:sldMk cId="3358723322" sldId="331"/>
            <ac:spMk id="12" creationId="{BC4C4868-CB8F-4AF9-9CDB-8108F2C19B67}"/>
          </ac:spMkLst>
        </pc:spChg>
        <pc:spChg chg="add">
          <ac:chgData name="Temirlan Zhaxalykov" userId="S::t.zhaxalykov@kbtu.kz::037320a9-8ef1-4acb-bb74-1ab60141db9d" providerId="AD" clId="Web-{403628E4-5377-4C10-E15F-EE79ED2AB251}" dt="2026-02-01T16:07:42.374" v="829"/>
          <ac:spMkLst>
            <pc:docMk/>
            <pc:sldMk cId="3358723322" sldId="331"/>
            <ac:spMk id="14" creationId="{375E0459-6403-40CD-989D-56A4407CA12E}"/>
          </ac:spMkLst>
        </pc:spChg>
        <pc:spChg chg="add">
          <ac:chgData name="Temirlan Zhaxalykov" userId="S::t.zhaxalykov@kbtu.kz::037320a9-8ef1-4acb-bb74-1ab60141db9d" providerId="AD" clId="Web-{403628E4-5377-4C10-E15F-EE79ED2AB251}" dt="2026-02-01T16:07:42.374" v="829"/>
          <ac:spMkLst>
            <pc:docMk/>
            <pc:sldMk cId="3358723322" sldId="331"/>
            <ac:spMk id="16" creationId="{53E5B1A8-3AC9-4BD1-9BBC-78CA94F2D1BA}"/>
          </ac:spMkLst>
        </pc:spChg>
      </pc:sldChg>
      <pc:sldChg chg="modSp add replId">
        <pc:chgData name="Temirlan Zhaxalykov" userId="S::t.zhaxalykov@kbtu.kz::037320a9-8ef1-4acb-bb74-1ab60141db9d" providerId="AD" clId="Web-{403628E4-5377-4C10-E15F-EE79ED2AB251}" dt="2026-02-01T16:10:22.828" v="856"/>
        <pc:sldMkLst>
          <pc:docMk/>
          <pc:sldMk cId="1011012886" sldId="332"/>
        </pc:sldMkLst>
        <pc:spChg chg="mod">
          <ac:chgData name="Temirlan Zhaxalykov" userId="S::t.zhaxalykov@kbtu.kz::037320a9-8ef1-4acb-bb74-1ab60141db9d" providerId="AD" clId="Web-{403628E4-5377-4C10-E15F-EE79ED2AB251}" dt="2026-02-01T16:09:38.859" v="850" actId="20577"/>
          <ac:spMkLst>
            <pc:docMk/>
            <pc:sldMk cId="1011012886" sldId="332"/>
            <ac:spMk id="2" creationId="{F4B0D9AF-497F-4893-2084-8B2897B2C14B}"/>
          </ac:spMkLst>
        </pc:spChg>
        <pc:spChg chg="mod">
          <ac:chgData name="Temirlan Zhaxalykov" userId="S::t.zhaxalykov@kbtu.kz::037320a9-8ef1-4acb-bb74-1ab60141db9d" providerId="AD" clId="Web-{403628E4-5377-4C10-E15F-EE79ED2AB251}" dt="2026-02-01T16:10:22.828" v="856"/>
          <ac:spMkLst>
            <pc:docMk/>
            <pc:sldMk cId="1011012886" sldId="332"/>
            <ac:spMk id="17" creationId="{05DA7AFF-7CC5-E345-BD52-B8F234089B54}"/>
          </ac:spMkLst>
        </pc:spChg>
      </pc:sldChg>
      <pc:sldChg chg="addSp modSp new mod setBg">
        <pc:chgData name="Temirlan Zhaxalykov" userId="S::t.zhaxalykov@kbtu.kz::037320a9-8ef1-4acb-bb74-1ab60141db9d" providerId="AD" clId="Web-{403628E4-5377-4C10-E15F-EE79ED2AB251}" dt="2026-02-01T16:10:58.265" v="866" actId="20577"/>
        <pc:sldMkLst>
          <pc:docMk/>
          <pc:sldMk cId="884573200" sldId="333"/>
        </pc:sldMkLst>
        <pc:spChg chg="mod">
          <ac:chgData name="Temirlan Zhaxalykov" userId="S::t.zhaxalykov@kbtu.kz::037320a9-8ef1-4acb-bb74-1ab60141db9d" providerId="AD" clId="Web-{403628E4-5377-4C10-E15F-EE79ED2AB251}" dt="2026-02-01T16:10:49.968" v="863"/>
          <ac:spMkLst>
            <pc:docMk/>
            <pc:sldMk cId="884573200" sldId="333"/>
            <ac:spMk id="2" creationId="{632E5CAB-7825-B525-E1C2-EECF8776E697}"/>
          </ac:spMkLst>
        </pc:spChg>
        <pc:spChg chg="mod">
          <ac:chgData name="Temirlan Zhaxalykov" userId="S::t.zhaxalykov@kbtu.kz::037320a9-8ef1-4acb-bb74-1ab60141db9d" providerId="AD" clId="Web-{403628E4-5377-4C10-E15F-EE79ED2AB251}" dt="2026-02-01T16:10:58.265" v="866" actId="20577"/>
          <ac:spMkLst>
            <pc:docMk/>
            <pc:sldMk cId="884573200" sldId="333"/>
            <ac:spMk id="3" creationId="{DA8F5D59-7CDF-0784-3701-EC4EFA0A732E}"/>
          </ac:spMkLst>
        </pc:spChg>
        <pc:spChg chg="add">
          <ac:chgData name="Temirlan Zhaxalykov" userId="S::t.zhaxalykov@kbtu.kz::037320a9-8ef1-4acb-bb74-1ab60141db9d" providerId="AD" clId="Web-{403628E4-5377-4C10-E15F-EE79ED2AB251}" dt="2026-02-01T16:10:49.968" v="863"/>
          <ac:spMkLst>
            <pc:docMk/>
            <pc:sldMk cId="884573200" sldId="333"/>
            <ac:spMk id="8" creationId="{1B15ED52-F352-441B-82BF-E0EA34836D08}"/>
          </ac:spMkLst>
        </pc:spChg>
        <pc:spChg chg="add">
          <ac:chgData name="Temirlan Zhaxalykov" userId="S::t.zhaxalykov@kbtu.kz::037320a9-8ef1-4acb-bb74-1ab60141db9d" providerId="AD" clId="Web-{403628E4-5377-4C10-E15F-EE79ED2AB251}" dt="2026-02-01T16:10:49.968" v="863"/>
          <ac:spMkLst>
            <pc:docMk/>
            <pc:sldMk cId="884573200" sldId="333"/>
            <ac:spMk id="10" creationId="{3B2E3793-BFE6-45A2-9B7B-E18844431C99}"/>
          </ac:spMkLst>
        </pc:spChg>
        <pc:spChg chg="add">
          <ac:chgData name="Temirlan Zhaxalykov" userId="S::t.zhaxalykov@kbtu.kz::037320a9-8ef1-4acb-bb74-1ab60141db9d" providerId="AD" clId="Web-{403628E4-5377-4C10-E15F-EE79ED2AB251}" dt="2026-02-01T16:10:49.968" v="863"/>
          <ac:spMkLst>
            <pc:docMk/>
            <pc:sldMk cId="884573200" sldId="333"/>
            <ac:spMk id="12" creationId="{BC4C4868-CB8F-4AF9-9CDB-8108F2C19B67}"/>
          </ac:spMkLst>
        </pc:spChg>
        <pc:spChg chg="add">
          <ac:chgData name="Temirlan Zhaxalykov" userId="S::t.zhaxalykov@kbtu.kz::037320a9-8ef1-4acb-bb74-1ab60141db9d" providerId="AD" clId="Web-{403628E4-5377-4C10-E15F-EE79ED2AB251}" dt="2026-02-01T16:10:49.968" v="863"/>
          <ac:spMkLst>
            <pc:docMk/>
            <pc:sldMk cId="884573200" sldId="333"/>
            <ac:spMk id="14" creationId="{375E0459-6403-40CD-989D-56A4407CA12E}"/>
          </ac:spMkLst>
        </pc:spChg>
        <pc:spChg chg="add">
          <ac:chgData name="Temirlan Zhaxalykov" userId="S::t.zhaxalykov@kbtu.kz::037320a9-8ef1-4acb-bb74-1ab60141db9d" providerId="AD" clId="Web-{403628E4-5377-4C10-E15F-EE79ED2AB251}" dt="2026-02-01T16:10:49.968" v="863"/>
          <ac:spMkLst>
            <pc:docMk/>
            <pc:sldMk cId="884573200" sldId="333"/>
            <ac:spMk id="16" creationId="{53E5B1A8-3AC9-4BD1-9BBC-78CA94F2D1BA}"/>
          </ac:spMkLst>
        </pc:spChg>
      </pc:sldChg>
      <pc:sldChg chg="addSp modSp new mod setBg">
        <pc:chgData name="Temirlan Zhaxalykov" userId="S::t.zhaxalykov@kbtu.kz::037320a9-8ef1-4acb-bb74-1ab60141db9d" providerId="AD" clId="Web-{403628E4-5377-4C10-E15F-EE79ED2AB251}" dt="2026-02-01T16:12:08" v="884" actId="20577"/>
        <pc:sldMkLst>
          <pc:docMk/>
          <pc:sldMk cId="2494561301" sldId="334"/>
        </pc:sldMkLst>
        <pc:spChg chg="mod">
          <ac:chgData name="Temirlan Zhaxalykov" userId="S::t.zhaxalykov@kbtu.kz::037320a9-8ef1-4acb-bb74-1ab60141db9d" providerId="AD" clId="Web-{403628E4-5377-4C10-E15F-EE79ED2AB251}" dt="2026-02-01T16:11:50.890" v="878" actId="20577"/>
          <ac:spMkLst>
            <pc:docMk/>
            <pc:sldMk cId="2494561301" sldId="334"/>
            <ac:spMk id="2" creationId="{B258DAA5-F382-FC0B-EA03-93A98157790C}"/>
          </ac:spMkLst>
        </pc:spChg>
        <pc:spChg chg="mod">
          <ac:chgData name="Temirlan Zhaxalykov" userId="S::t.zhaxalykov@kbtu.kz::037320a9-8ef1-4acb-bb74-1ab60141db9d" providerId="AD" clId="Web-{403628E4-5377-4C10-E15F-EE79ED2AB251}" dt="2026-02-01T16:12:08" v="884" actId="20577"/>
          <ac:spMkLst>
            <pc:docMk/>
            <pc:sldMk cId="2494561301" sldId="334"/>
            <ac:spMk id="3" creationId="{07CB1A96-C8B2-F619-39EE-1DD79E85BB7C}"/>
          </ac:spMkLst>
        </pc:spChg>
        <pc:spChg chg="add">
          <ac:chgData name="Temirlan Zhaxalykov" userId="S::t.zhaxalykov@kbtu.kz::037320a9-8ef1-4acb-bb74-1ab60141db9d" providerId="AD" clId="Web-{403628E4-5377-4C10-E15F-EE79ED2AB251}" dt="2026-02-01T16:11:29.344" v="872"/>
          <ac:spMkLst>
            <pc:docMk/>
            <pc:sldMk cId="2494561301" sldId="334"/>
            <ac:spMk id="8" creationId="{1B15ED52-F352-441B-82BF-E0EA34836D08}"/>
          </ac:spMkLst>
        </pc:spChg>
        <pc:spChg chg="add">
          <ac:chgData name="Temirlan Zhaxalykov" userId="S::t.zhaxalykov@kbtu.kz::037320a9-8ef1-4acb-bb74-1ab60141db9d" providerId="AD" clId="Web-{403628E4-5377-4C10-E15F-EE79ED2AB251}" dt="2026-02-01T16:11:29.344" v="872"/>
          <ac:spMkLst>
            <pc:docMk/>
            <pc:sldMk cId="2494561301" sldId="334"/>
            <ac:spMk id="10" creationId="{3B2E3793-BFE6-45A2-9B7B-E18844431C99}"/>
          </ac:spMkLst>
        </pc:spChg>
        <pc:spChg chg="add">
          <ac:chgData name="Temirlan Zhaxalykov" userId="S::t.zhaxalykov@kbtu.kz::037320a9-8ef1-4acb-bb74-1ab60141db9d" providerId="AD" clId="Web-{403628E4-5377-4C10-E15F-EE79ED2AB251}" dt="2026-02-01T16:11:29.344" v="872"/>
          <ac:spMkLst>
            <pc:docMk/>
            <pc:sldMk cId="2494561301" sldId="334"/>
            <ac:spMk id="12" creationId="{BC4C4868-CB8F-4AF9-9CDB-8108F2C19B67}"/>
          </ac:spMkLst>
        </pc:spChg>
        <pc:spChg chg="add">
          <ac:chgData name="Temirlan Zhaxalykov" userId="S::t.zhaxalykov@kbtu.kz::037320a9-8ef1-4acb-bb74-1ab60141db9d" providerId="AD" clId="Web-{403628E4-5377-4C10-E15F-EE79ED2AB251}" dt="2026-02-01T16:11:29.344" v="872"/>
          <ac:spMkLst>
            <pc:docMk/>
            <pc:sldMk cId="2494561301" sldId="334"/>
            <ac:spMk id="14" creationId="{375E0459-6403-40CD-989D-56A4407CA12E}"/>
          </ac:spMkLst>
        </pc:spChg>
        <pc:spChg chg="add">
          <ac:chgData name="Temirlan Zhaxalykov" userId="S::t.zhaxalykov@kbtu.kz::037320a9-8ef1-4acb-bb74-1ab60141db9d" providerId="AD" clId="Web-{403628E4-5377-4C10-E15F-EE79ED2AB251}" dt="2026-02-01T16:11:29.344" v="872"/>
          <ac:spMkLst>
            <pc:docMk/>
            <pc:sldMk cId="2494561301" sldId="334"/>
            <ac:spMk id="16" creationId="{53E5B1A8-3AC9-4BD1-9BBC-78CA94F2D1BA}"/>
          </ac:spMkLst>
        </pc:spChg>
      </pc:sldChg>
      <pc:sldChg chg="addSp modSp new mod setBg">
        <pc:chgData name="Temirlan Zhaxalykov" userId="S::t.zhaxalykov@kbtu.kz::037320a9-8ef1-4acb-bb74-1ab60141db9d" providerId="AD" clId="Web-{403628E4-5377-4C10-E15F-EE79ED2AB251}" dt="2026-02-01T16:13:00.188" v="898" actId="20577"/>
        <pc:sldMkLst>
          <pc:docMk/>
          <pc:sldMk cId="2400008692" sldId="335"/>
        </pc:sldMkLst>
        <pc:spChg chg="mod">
          <ac:chgData name="Temirlan Zhaxalykov" userId="S::t.zhaxalykov@kbtu.kz::037320a9-8ef1-4acb-bb74-1ab60141db9d" providerId="AD" clId="Web-{403628E4-5377-4C10-E15F-EE79ED2AB251}" dt="2026-02-01T16:12:56.016" v="895"/>
          <ac:spMkLst>
            <pc:docMk/>
            <pc:sldMk cId="2400008692" sldId="335"/>
            <ac:spMk id="2" creationId="{DEF2DF65-41D9-B367-9AAB-8F0DC251A375}"/>
          </ac:spMkLst>
        </pc:spChg>
        <pc:spChg chg="mod">
          <ac:chgData name="Temirlan Zhaxalykov" userId="S::t.zhaxalykov@kbtu.kz::037320a9-8ef1-4acb-bb74-1ab60141db9d" providerId="AD" clId="Web-{403628E4-5377-4C10-E15F-EE79ED2AB251}" dt="2026-02-01T16:13:00.188" v="898" actId="20577"/>
          <ac:spMkLst>
            <pc:docMk/>
            <pc:sldMk cId="2400008692" sldId="335"/>
            <ac:spMk id="3" creationId="{14DE02D5-172F-AB43-16E0-57DBE68AFA70}"/>
          </ac:spMkLst>
        </pc:spChg>
        <pc:spChg chg="add">
          <ac:chgData name="Temirlan Zhaxalykov" userId="S::t.zhaxalykov@kbtu.kz::037320a9-8ef1-4acb-bb74-1ab60141db9d" providerId="AD" clId="Web-{403628E4-5377-4C10-E15F-EE79ED2AB251}" dt="2026-02-01T16:12:46.860" v="892"/>
          <ac:spMkLst>
            <pc:docMk/>
            <pc:sldMk cId="2400008692" sldId="335"/>
            <ac:spMk id="8" creationId="{1B15ED52-F352-441B-82BF-E0EA34836D08}"/>
          </ac:spMkLst>
        </pc:spChg>
        <pc:spChg chg="add">
          <ac:chgData name="Temirlan Zhaxalykov" userId="S::t.zhaxalykov@kbtu.kz::037320a9-8ef1-4acb-bb74-1ab60141db9d" providerId="AD" clId="Web-{403628E4-5377-4C10-E15F-EE79ED2AB251}" dt="2026-02-01T16:12:46.860" v="892"/>
          <ac:spMkLst>
            <pc:docMk/>
            <pc:sldMk cId="2400008692" sldId="335"/>
            <ac:spMk id="10" creationId="{3B2E3793-BFE6-45A2-9B7B-E18844431C99}"/>
          </ac:spMkLst>
        </pc:spChg>
        <pc:spChg chg="add">
          <ac:chgData name="Temirlan Zhaxalykov" userId="S::t.zhaxalykov@kbtu.kz::037320a9-8ef1-4acb-bb74-1ab60141db9d" providerId="AD" clId="Web-{403628E4-5377-4C10-E15F-EE79ED2AB251}" dt="2026-02-01T16:12:46.860" v="892"/>
          <ac:spMkLst>
            <pc:docMk/>
            <pc:sldMk cId="2400008692" sldId="335"/>
            <ac:spMk id="12" creationId="{BC4C4868-CB8F-4AF9-9CDB-8108F2C19B67}"/>
          </ac:spMkLst>
        </pc:spChg>
        <pc:spChg chg="add">
          <ac:chgData name="Temirlan Zhaxalykov" userId="S::t.zhaxalykov@kbtu.kz::037320a9-8ef1-4acb-bb74-1ab60141db9d" providerId="AD" clId="Web-{403628E4-5377-4C10-E15F-EE79ED2AB251}" dt="2026-02-01T16:12:46.860" v="892"/>
          <ac:spMkLst>
            <pc:docMk/>
            <pc:sldMk cId="2400008692" sldId="335"/>
            <ac:spMk id="14" creationId="{375E0459-6403-40CD-989D-56A4407CA12E}"/>
          </ac:spMkLst>
        </pc:spChg>
        <pc:spChg chg="add">
          <ac:chgData name="Temirlan Zhaxalykov" userId="S::t.zhaxalykov@kbtu.kz::037320a9-8ef1-4acb-bb74-1ab60141db9d" providerId="AD" clId="Web-{403628E4-5377-4C10-E15F-EE79ED2AB251}" dt="2026-02-01T16:12:46.860" v="892"/>
          <ac:spMkLst>
            <pc:docMk/>
            <pc:sldMk cId="2400008692" sldId="335"/>
            <ac:spMk id="16" creationId="{53E5B1A8-3AC9-4BD1-9BBC-78CA94F2D1BA}"/>
          </ac:spMkLst>
        </pc:spChg>
      </pc:sldChg>
      <pc:sldChg chg="addSp modSp new mod setBg">
        <pc:chgData name="Temirlan Zhaxalykov" userId="S::t.zhaxalykov@kbtu.kz::037320a9-8ef1-4acb-bb74-1ab60141db9d" providerId="AD" clId="Web-{403628E4-5377-4C10-E15F-EE79ED2AB251}" dt="2026-02-01T16:13:58.189" v="913" actId="20577"/>
        <pc:sldMkLst>
          <pc:docMk/>
          <pc:sldMk cId="1453902986" sldId="336"/>
        </pc:sldMkLst>
        <pc:spChg chg="mod">
          <ac:chgData name="Temirlan Zhaxalykov" userId="S::t.zhaxalykov@kbtu.kz::037320a9-8ef1-4acb-bb74-1ab60141db9d" providerId="AD" clId="Web-{403628E4-5377-4C10-E15F-EE79ED2AB251}" dt="2026-02-01T16:13:38.095" v="906" actId="20577"/>
          <ac:spMkLst>
            <pc:docMk/>
            <pc:sldMk cId="1453902986" sldId="336"/>
            <ac:spMk id="2" creationId="{1168FD7B-843B-47FD-91B2-F42E834C6634}"/>
          </ac:spMkLst>
        </pc:spChg>
        <pc:spChg chg="mod">
          <ac:chgData name="Temirlan Zhaxalykov" userId="S::t.zhaxalykov@kbtu.kz::037320a9-8ef1-4acb-bb74-1ab60141db9d" providerId="AD" clId="Web-{403628E4-5377-4C10-E15F-EE79ED2AB251}" dt="2026-02-01T16:13:58.189" v="913" actId="20577"/>
          <ac:spMkLst>
            <pc:docMk/>
            <pc:sldMk cId="1453902986" sldId="336"/>
            <ac:spMk id="3" creationId="{70227587-B56A-E3B8-D7D0-24E58F515391}"/>
          </ac:spMkLst>
        </pc:spChg>
        <pc:spChg chg="add">
          <ac:chgData name="Temirlan Zhaxalykov" userId="S::t.zhaxalykov@kbtu.kz::037320a9-8ef1-4acb-bb74-1ab60141db9d" providerId="AD" clId="Web-{403628E4-5377-4C10-E15F-EE79ED2AB251}" dt="2026-02-01T16:13:27.736" v="904"/>
          <ac:spMkLst>
            <pc:docMk/>
            <pc:sldMk cId="1453902986" sldId="336"/>
            <ac:spMk id="8" creationId="{1B15ED52-F352-441B-82BF-E0EA34836D08}"/>
          </ac:spMkLst>
        </pc:spChg>
        <pc:spChg chg="add">
          <ac:chgData name="Temirlan Zhaxalykov" userId="S::t.zhaxalykov@kbtu.kz::037320a9-8ef1-4acb-bb74-1ab60141db9d" providerId="AD" clId="Web-{403628E4-5377-4C10-E15F-EE79ED2AB251}" dt="2026-02-01T16:13:27.736" v="904"/>
          <ac:spMkLst>
            <pc:docMk/>
            <pc:sldMk cId="1453902986" sldId="336"/>
            <ac:spMk id="10" creationId="{3B2E3793-BFE6-45A2-9B7B-E18844431C99}"/>
          </ac:spMkLst>
        </pc:spChg>
        <pc:spChg chg="add">
          <ac:chgData name="Temirlan Zhaxalykov" userId="S::t.zhaxalykov@kbtu.kz::037320a9-8ef1-4acb-bb74-1ab60141db9d" providerId="AD" clId="Web-{403628E4-5377-4C10-E15F-EE79ED2AB251}" dt="2026-02-01T16:13:27.736" v="904"/>
          <ac:spMkLst>
            <pc:docMk/>
            <pc:sldMk cId="1453902986" sldId="336"/>
            <ac:spMk id="12" creationId="{BC4C4868-CB8F-4AF9-9CDB-8108F2C19B67}"/>
          </ac:spMkLst>
        </pc:spChg>
        <pc:spChg chg="add">
          <ac:chgData name="Temirlan Zhaxalykov" userId="S::t.zhaxalykov@kbtu.kz::037320a9-8ef1-4acb-bb74-1ab60141db9d" providerId="AD" clId="Web-{403628E4-5377-4C10-E15F-EE79ED2AB251}" dt="2026-02-01T16:13:27.736" v="904"/>
          <ac:spMkLst>
            <pc:docMk/>
            <pc:sldMk cId="1453902986" sldId="336"/>
            <ac:spMk id="14" creationId="{375E0459-6403-40CD-989D-56A4407CA12E}"/>
          </ac:spMkLst>
        </pc:spChg>
        <pc:spChg chg="add">
          <ac:chgData name="Temirlan Zhaxalykov" userId="S::t.zhaxalykov@kbtu.kz::037320a9-8ef1-4acb-bb74-1ab60141db9d" providerId="AD" clId="Web-{403628E4-5377-4C10-E15F-EE79ED2AB251}" dt="2026-02-01T16:13:27.736" v="904"/>
          <ac:spMkLst>
            <pc:docMk/>
            <pc:sldMk cId="1453902986" sldId="336"/>
            <ac:spMk id="16" creationId="{53E5B1A8-3AC9-4BD1-9BBC-78CA94F2D1BA}"/>
          </ac:spMkLst>
        </pc:spChg>
      </pc:sldChg>
      <pc:sldChg chg="addSp modSp new mod setBg">
        <pc:chgData name="Temirlan Zhaxalykov" userId="S::t.zhaxalykov@kbtu.kz::037320a9-8ef1-4acb-bb74-1ab60141db9d" providerId="AD" clId="Web-{403628E4-5377-4C10-E15F-EE79ED2AB251}" dt="2026-02-01T16:14:40.503" v="927"/>
        <pc:sldMkLst>
          <pc:docMk/>
          <pc:sldMk cId="4282773476" sldId="337"/>
        </pc:sldMkLst>
        <pc:spChg chg="mod">
          <ac:chgData name="Temirlan Zhaxalykov" userId="S::t.zhaxalykov@kbtu.kz::037320a9-8ef1-4acb-bb74-1ab60141db9d" providerId="AD" clId="Web-{403628E4-5377-4C10-E15F-EE79ED2AB251}" dt="2026-02-01T16:14:40.487" v="926"/>
          <ac:spMkLst>
            <pc:docMk/>
            <pc:sldMk cId="4282773476" sldId="337"/>
            <ac:spMk id="2" creationId="{0BD66763-B0C5-42AF-6A23-2A7C2486707F}"/>
          </ac:spMkLst>
        </pc:spChg>
        <pc:spChg chg="mod">
          <ac:chgData name="Temirlan Zhaxalykov" userId="S::t.zhaxalykov@kbtu.kz::037320a9-8ef1-4acb-bb74-1ab60141db9d" providerId="AD" clId="Web-{403628E4-5377-4C10-E15F-EE79ED2AB251}" dt="2026-02-01T16:14:40.503" v="927"/>
          <ac:spMkLst>
            <pc:docMk/>
            <pc:sldMk cId="4282773476" sldId="337"/>
            <ac:spMk id="3" creationId="{279BA842-7C46-7855-4C32-8C00B8E3A0EF}"/>
          </ac:spMkLst>
        </pc:spChg>
        <pc:spChg chg="add">
          <ac:chgData name="Temirlan Zhaxalykov" userId="S::t.zhaxalykov@kbtu.kz::037320a9-8ef1-4acb-bb74-1ab60141db9d" providerId="AD" clId="Web-{403628E4-5377-4C10-E15F-EE79ED2AB251}" dt="2026-02-01T16:14:34.221" v="924"/>
          <ac:spMkLst>
            <pc:docMk/>
            <pc:sldMk cId="4282773476" sldId="337"/>
            <ac:spMk id="8" creationId="{1B15ED52-F352-441B-82BF-E0EA34836D08}"/>
          </ac:spMkLst>
        </pc:spChg>
        <pc:spChg chg="add">
          <ac:chgData name="Temirlan Zhaxalykov" userId="S::t.zhaxalykov@kbtu.kz::037320a9-8ef1-4acb-bb74-1ab60141db9d" providerId="AD" clId="Web-{403628E4-5377-4C10-E15F-EE79ED2AB251}" dt="2026-02-01T16:14:34.221" v="924"/>
          <ac:spMkLst>
            <pc:docMk/>
            <pc:sldMk cId="4282773476" sldId="337"/>
            <ac:spMk id="10" creationId="{3B2E3793-BFE6-45A2-9B7B-E18844431C99}"/>
          </ac:spMkLst>
        </pc:spChg>
        <pc:spChg chg="add">
          <ac:chgData name="Temirlan Zhaxalykov" userId="S::t.zhaxalykov@kbtu.kz::037320a9-8ef1-4acb-bb74-1ab60141db9d" providerId="AD" clId="Web-{403628E4-5377-4C10-E15F-EE79ED2AB251}" dt="2026-02-01T16:14:34.221" v="924"/>
          <ac:spMkLst>
            <pc:docMk/>
            <pc:sldMk cId="4282773476" sldId="337"/>
            <ac:spMk id="12" creationId="{BC4C4868-CB8F-4AF9-9CDB-8108F2C19B67}"/>
          </ac:spMkLst>
        </pc:spChg>
        <pc:spChg chg="add">
          <ac:chgData name="Temirlan Zhaxalykov" userId="S::t.zhaxalykov@kbtu.kz::037320a9-8ef1-4acb-bb74-1ab60141db9d" providerId="AD" clId="Web-{403628E4-5377-4C10-E15F-EE79ED2AB251}" dt="2026-02-01T16:14:34.221" v="924"/>
          <ac:spMkLst>
            <pc:docMk/>
            <pc:sldMk cId="4282773476" sldId="337"/>
            <ac:spMk id="14" creationId="{375E0459-6403-40CD-989D-56A4407CA12E}"/>
          </ac:spMkLst>
        </pc:spChg>
        <pc:spChg chg="add">
          <ac:chgData name="Temirlan Zhaxalykov" userId="S::t.zhaxalykov@kbtu.kz::037320a9-8ef1-4acb-bb74-1ab60141db9d" providerId="AD" clId="Web-{403628E4-5377-4C10-E15F-EE79ED2AB251}" dt="2026-02-01T16:14:34.221" v="924"/>
          <ac:spMkLst>
            <pc:docMk/>
            <pc:sldMk cId="4282773476" sldId="337"/>
            <ac:spMk id="16" creationId="{53E5B1A8-3AC9-4BD1-9BBC-78CA94F2D1BA}"/>
          </ac:spMkLst>
        </pc:spChg>
      </pc:sldChg>
      <pc:sldChg chg="new del">
        <pc:chgData name="Temirlan Zhaxalykov" userId="S::t.zhaxalykov@kbtu.kz::037320a9-8ef1-4acb-bb74-1ab60141db9d" providerId="AD" clId="Web-{403628E4-5377-4C10-E15F-EE79ED2AB251}" dt="2026-02-01T16:15:03.425" v="930"/>
        <pc:sldMkLst>
          <pc:docMk/>
          <pc:sldMk cId="1106779413" sldId="338"/>
        </pc:sldMkLst>
      </pc:sldChg>
      <pc:sldChg chg="modSp add replId">
        <pc:chgData name="Temirlan Zhaxalykov" userId="S::t.zhaxalykov@kbtu.kz::037320a9-8ef1-4acb-bb74-1ab60141db9d" providerId="AD" clId="Web-{403628E4-5377-4C10-E15F-EE79ED2AB251}" dt="2026-02-01T16:16:26.535" v="996"/>
        <pc:sldMkLst>
          <pc:docMk/>
          <pc:sldMk cId="113511992" sldId="339"/>
        </pc:sldMkLst>
        <pc:spChg chg="mod">
          <ac:chgData name="Temirlan Zhaxalykov" userId="S::t.zhaxalykov@kbtu.kz::037320a9-8ef1-4acb-bb74-1ab60141db9d" providerId="AD" clId="Web-{403628E4-5377-4C10-E15F-EE79ED2AB251}" dt="2026-02-01T16:15:28.644" v="977" actId="20577"/>
          <ac:spMkLst>
            <pc:docMk/>
            <pc:sldMk cId="113511992" sldId="339"/>
            <ac:spMk id="2" creationId="{81DB302D-3162-F664-38BD-913F31933333}"/>
          </ac:spMkLst>
        </pc:spChg>
        <pc:spChg chg="mod">
          <ac:chgData name="Temirlan Zhaxalykov" userId="S::t.zhaxalykov@kbtu.kz::037320a9-8ef1-4acb-bb74-1ab60141db9d" providerId="AD" clId="Web-{403628E4-5377-4C10-E15F-EE79ED2AB251}" dt="2026-02-01T16:16:26.535" v="996"/>
          <ac:spMkLst>
            <pc:docMk/>
            <pc:sldMk cId="113511992" sldId="339"/>
            <ac:spMk id="17" creationId="{6C150B93-1F72-2812-A245-A35725E53B65}"/>
          </ac:spMkLst>
        </pc:spChg>
      </pc:sldChg>
      <pc:sldChg chg="addSp delSp modSp new mod setBg">
        <pc:chgData name="Temirlan Zhaxalykov" userId="S::t.zhaxalykov@kbtu.kz::037320a9-8ef1-4acb-bb74-1ab60141db9d" providerId="AD" clId="Web-{403628E4-5377-4C10-E15F-EE79ED2AB251}" dt="2026-02-01T16:25:53.898" v="1419"/>
        <pc:sldMkLst>
          <pc:docMk/>
          <pc:sldMk cId="798898949" sldId="340"/>
        </pc:sldMkLst>
        <pc:spChg chg="mod">
          <ac:chgData name="Temirlan Zhaxalykov" userId="S::t.zhaxalykov@kbtu.kz::037320a9-8ef1-4acb-bb74-1ab60141db9d" providerId="AD" clId="Web-{403628E4-5377-4C10-E15F-EE79ED2AB251}" dt="2026-02-01T16:24:56.023" v="1353"/>
          <ac:spMkLst>
            <pc:docMk/>
            <pc:sldMk cId="798898949" sldId="340"/>
            <ac:spMk id="2" creationId="{8009AEE0-9F55-E395-032F-A7BE66409716}"/>
          </ac:spMkLst>
        </pc:spChg>
        <pc:spChg chg="mod">
          <ac:chgData name="Temirlan Zhaxalykov" userId="S::t.zhaxalykov@kbtu.kz::037320a9-8ef1-4acb-bb74-1ab60141db9d" providerId="AD" clId="Web-{403628E4-5377-4C10-E15F-EE79ED2AB251}" dt="2026-02-01T16:25:17.476" v="1393" actId="1076"/>
          <ac:spMkLst>
            <pc:docMk/>
            <pc:sldMk cId="798898949" sldId="340"/>
            <ac:spMk id="3" creationId="{3112A020-EDFF-0B02-332E-1A5365A8C01A}"/>
          </ac:spMkLst>
        </pc:spChg>
        <pc:spChg chg="add">
          <ac:chgData name="Temirlan Zhaxalykov" userId="S::t.zhaxalykov@kbtu.kz::037320a9-8ef1-4acb-bb74-1ab60141db9d" providerId="AD" clId="Web-{403628E4-5377-4C10-E15F-EE79ED2AB251}" dt="2026-02-01T16:23:11.804" v="1337"/>
          <ac:spMkLst>
            <pc:docMk/>
            <pc:sldMk cId="798898949" sldId="340"/>
            <ac:spMk id="5" creationId="{1B15ED52-F352-441B-82BF-E0EA34836D08}"/>
          </ac:spMkLst>
        </pc:spChg>
        <pc:spChg chg="add">
          <ac:chgData name="Temirlan Zhaxalykov" userId="S::t.zhaxalykov@kbtu.kz::037320a9-8ef1-4acb-bb74-1ab60141db9d" providerId="AD" clId="Web-{403628E4-5377-4C10-E15F-EE79ED2AB251}" dt="2026-02-01T16:23:11.804" v="1337"/>
          <ac:spMkLst>
            <pc:docMk/>
            <pc:sldMk cId="798898949" sldId="340"/>
            <ac:spMk id="7" creationId="{3B2E3793-BFE6-45A2-9B7B-E18844431C99}"/>
          </ac:spMkLst>
        </pc:spChg>
        <pc:spChg chg="add">
          <ac:chgData name="Temirlan Zhaxalykov" userId="S::t.zhaxalykov@kbtu.kz::037320a9-8ef1-4acb-bb74-1ab60141db9d" providerId="AD" clId="Web-{403628E4-5377-4C10-E15F-EE79ED2AB251}" dt="2026-02-01T16:23:11.804" v="1337"/>
          <ac:spMkLst>
            <pc:docMk/>
            <pc:sldMk cId="798898949" sldId="340"/>
            <ac:spMk id="12" creationId="{BC4C4868-CB8F-4AF9-9CDB-8108F2C19B67}"/>
          </ac:spMkLst>
        </pc:spChg>
        <pc:spChg chg="add">
          <ac:chgData name="Temirlan Zhaxalykov" userId="S::t.zhaxalykov@kbtu.kz::037320a9-8ef1-4acb-bb74-1ab60141db9d" providerId="AD" clId="Web-{403628E4-5377-4C10-E15F-EE79ED2AB251}" dt="2026-02-01T16:23:11.804" v="1337"/>
          <ac:spMkLst>
            <pc:docMk/>
            <pc:sldMk cId="798898949" sldId="340"/>
            <ac:spMk id="14" creationId="{375E0459-6403-40CD-989D-56A4407CA12E}"/>
          </ac:spMkLst>
        </pc:spChg>
        <pc:spChg chg="add">
          <ac:chgData name="Temirlan Zhaxalykov" userId="S::t.zhaxalykov@kbtu.kz::037320a9-8ef1-4acb-bb74-1ab60141db9d" providerId="AD" clId="Web-{403628E4-5377-4C10-E15F-EE79ED2AB251}" dt="2026-02-01T16:23:11.804" v="1337"/>
          <ac:spMkLst>
            <pc:docMk/>
            <pc:sldMk cId="798898949" sldId="340"/>
            <ac:spMk id="16" creationId="{53E5B1A8-3AC9-4BD1-9BBC-78CA94F2D1BA}"/>
          </ac:spMkLst>
        </pc:spChg>
        <pc:graphicFrameChg chg="add del mod modGraphic">
          <ac:chgData name="Temirlan Zhaxalykov" userId="S::t.zhaxalykov@kbtu.kz::037320a9-8ef1-4acb-bb74-1ab60141db9d" providerId="AD" clId="Web-{403628E4-5377-4C10-E15F-EE79ED2AB251}" dt="2026-02-01T16:22:54.882" v="1334"/>
          <ac:graphicFrameMkLst>
            <pc:docMk/>
            <pc:sldMk cId="798898949" sldId="340"/>
            <ac:graphicFrameMk id="4" creationId="{0A665317-CA69-4AFA-0674-1CD615CCCB6B}"/>
          </ac:graphicFrameMkLst>
        </pc:graphicFrameChg>
        <pc:graphicFrameChg chg="add del mod">
          <ac:chgData name="Temirlan Zhaxalykov" userId="S::t.zhaxalykov@kbtu.kz::037320a9-8ef1-4acb-bb74-1ab60141db9d" providerId="AD" clId="Web-{403628E4-5377-4C10-E15F-EE79ED2AB251}" dt="2026-02-01T16:22:32.647" v="1327"/>
          <ac:graphicFrameMkLst>
            <pc:docMk/>
            <pc:sldMk cId="798898949" sldId="340"/>
            <ac:graphicFrameMk id="6" creationId="{606C1184-C716-72A8-270A-62D8EFB709CF}"/>
          </ac:graphicFrameMkLst>
        </pc:graphicFrameChg>
        <pc:graphicFrameChg chg="add del mod">
          <ac:chgData name="Temirlan Zhaxalykov" userId="S::t.zhaxalykov@kbtu.kz::037320a9-8ef1-4acb-bb74-1ab60141db9d" providerId="AD" clId="Web-{403628E4-5377-4C10-E15F-EE79ED2AB251}" dt="2026-02-01T16:22:37.632" v="1329"/>
          <ac:graphicFrameMkLst>
            <pc:docMk/>
            <pc:sldMk cId="798898949" sldId="340"/>
            <ac:graphicFrameMk id="8" creationId="{96E42B1C-C865-F2D8-F892-D24EA8552934}"/>
          </ac:graphicFrameMkLst>
        </pc:graphicFrameChg>
        <pc:graphicFrameChg chg="add del mod">
          <ac:chgData name="Temirlan Zhaxalykov" userId="S::t.zhaxalykov@kbtu.kz::037320a9-8ef1-4acb-bb74-1ab60141db9d" providerId="AD" clId="Web-{403628E4-5377-4C10-E15F-EE79ED2AB251}" dt="2026-02-01T16:23:07.913" v="1336"/>
          <ac:graphicFrameMkLst>
            <pc:docMk/>
            <pc:sldMk cId="798898949" sldId="340"/>
            <ac:graphicFrameMk id="10" creationId="{62B3B257-7A2F-D64D-63B2-2A7A97B175C7}"/>
          </ac:graphicFrameMkLst>
        </pc:graphicFrameChg>
        <pc:graphicFrameChg chg="add mod modGraphic">
          <ac:chgData name="Temirlan Zhaxalykov" userId="S::t.zhaxalykov@kbtu.kz::037320a9-8ef1-4acb-bb74-1ab60141db9d" providerId="AD" clId="Web-{403628E4-5377-4C10-E15F-EE79ED2AB251}" dt="2026-02-01T16:25:53.898" v="1419"/>
          <ac:graphicFrameMkLst>
            <pc:docMk/>
            <pc:sldMk cId="798898949" sldId="340"/>
            <ac:graphicFrameMk id="13" creationId="{6AA721B5-467C-2F3E-3FC1-4327638D263E}"/>
          </ac:graphicFrameMkLst>
        </pc:graphicFrameChg>
      </pc:sldChg>
      <pc:sldChg chg="addSp modSp new mod setBg">
        <pc:chgData name="Temirlan Zhaxalykov" userId="S::t.zhaxalykov@kbtu.kz::037320a9-8ef1-4acb-bb74-1ab60141db9d" providerId="AD" clId="Web-{403628E4-5377-4C10-E15F-EE79ED2AB251}" dt="2026-02-01T16:26:49.383" v="1434" actId="14100"/>
        <pc:sldMkLst>
          <pc:docMk/>
          <pc:sldMk cId="2920393506" sldId="341"/>
        </pc:sldMkLst>
        <pc:spChg chg="mod">
          <ac:chgData name="Temirlan Zhaxalykov" userId="S::t.zhaxalykov@kbtu.kz::037320a9-8ef1-4acb-bb74-1ab60141db9d" providerId="AD" clId="Web-{403628E4-5377-4C10-E15F-EE79ED2AB251}" dt="2026-02-01T16:26:34.351" v="1428"/>
          <ac:spMkLst>
            <pc:docMk/>
            <pc:sldMk cId="2920393506" sldId="341"/>
            <ac:spMk id="2" creationId="{B0B21726-C180-4F33-2CA9-B8A81E2A9FDC}"/>
          </ac:spMkLst>
        </pc:spChg>
        <pc:spChg chg="mod">
          <ac:chgData name="Temirlan Zhaxalykov" userId="S::t.zhaxalykov@kbtu.kz::037320a9-8ef1-4acb-bb74-1ab60141db9d" providerId="AD" clId="Web-{403628E4-5377-4C10-E15F-EE79ED2AB251}" dt="2026-02-01T16:26:49.383" v="1434" actId="14100"/>
          <ac:spMkLst>
            <pc:docMk/>
            <pc:sldMk cId="2920393506" sldId="341"/>
            <ac:spMk id="3" creationId="{B87CAC9D-750C-F694-448B-F35242B52D85}"/>
          </ac:spMkLst>
        </pc:spChg>
        <pc:spChg chg="add">
          <ac:chgData name="Temirlan Zhaxalykov" userId="S::t.zhaxalykov@kbtu.kz::037320a9-8ef1-4acb-bb74-1ab60141db9d" providerId="AD" clId="Web-{403628E4-5377-4C10-E15F-EE79ED2AB251}" dt="2026-02-01T16:26:26.711" v="1425"/>
          <ac:spMkLst>
            <pc:docMk/>
            <pc:sldMk cId="2920393506" sldId="341"/>
            <ac:spMk id="8" creationId="{1B15ED52-F352-441B-82BF-E0EA34836D08}"/>
          </ac:spMkLst>
        </pc:spChg>
        <pc:spChg chg="add">
          <ac:chgData name="Temirlan Zhaxalykov" userId="S::t.zhaxalykov@kbtu.kz::037320a9-8ef1-4acb-bb74-1ab60141db9d" providerId="AD" clId="Web-{403628E4-5377-4C10-E15F-EE79ED2AB251}" dt="2026-02-01T16:26:26.711" v="1425"/>
          <ac:spMkLst>
            <pc:docMk/>
            <pc:sldMk cId="2920393506" sldId="341"/>
            <ac:spMk id="10" creationId="{3B2E3793-BFE6-45A2-9B7B-E18844431C99}"/>
          </ac:spMkLst>
        </pc:spChg>
        <pc:spChg chg="add">
          <ac:chgData name="Temirlan Zhaxalykov" userId="S::t.zhaxalykov@kbtu.kz::037320a9-8ef1-4acb-bb74-1ab60141db9d" providerId="AD" clId="Web-{403628E4-5377-4C10-E15F-EE79ED2AB251}" dt="2026-02-01T16:26:26.711" v="1425"/>
          <ac:spMkLst>
            <pc:docMk/>
            <pc:sldMk cId="2920393506" sldId="341"/>
            <ac:spMk id="12" creationId="{BC4C4868-CB8F-4AF9-9CDB-8108F2C19B67}"/>
          </ac:spMkLst>
        </pc:spChg>
        <pc:spChg chg="add">
          <ac:chgData name="Temirlan Zhaxalykov" userId="S::t.zhaxalykov@kbtu.kz::037320a9-8ef1-4acb-bb74-1ab60141db9d" providerId="AD" clId="Web-{403628E4-5377-4C10-E15F-EE79ED2AB251}" dt="2026-02-01T16:26:26.711" v="1425"/>
          <ac:spMkLst>
            <pc:docMk/>
            <pc:sldMk cId="2920393506" sldId="341"/>
            <ac:spMk id="14" creationId="{375E0459-6403-40CD-989D-56A4407CA12E}"/>
          </ac:spMkLst>
        </pc:spChg>
        <pc:spChg chg="add">
          <ac:chgData name="Temirlan Zhaxalykov" userId="S::t.zhaxalykov@kbtu.kz::037320a9-8ef1-4acb-bb74-1ab60141db9d" providerId="AD" clId="Web-{403628E4-5377-4C10-E15F-EE79ED2AB251}" dt="2026-02-01T16:26:26.711" v="1425"/>
          <ac:spMkLst>
            <pc:docMk/>
            <pc:sldMk cId="2920393506" sldId="341"/>
            <ac:spMk id="16" creationId="{53E5B1A8-3AC9-4BD1-9BBC-78CA94F2D1BA}"/>
          </ac:spMkLst>
        </pc:spChg>
      </pc:sldChg>
      <pc:sldChg chg="addSp modSp new mod setBg">
        <pc:chgData name="Temirlan Zhaxalykov" userId="S::t.zhaxalykov@kbtu.kz::037320a9-8ef1-4acb-bb74-1ab60141db9d" providerId="AD" clId="Web-{403628E4-5377-4C10-E15F-EE79ED2AB251}" dt="2026-02-01T16:28:18.070" v="1451" actId="20577"/>
        <pc:sldMkLst>
          <pc:docMk/>
          <pc:sldMk cId="17114005" sldId="342"/>
        </pc:sldMkLst>
        <pc:spChg chg="mod">
          <ac:chgData name="Temirlan Zhaxalykov" userId="S::t.zhaxalykov@kbtu.kz::037320a9-8ef1-4acb-bb74-1ab60141db9d" providerId="AD" clId="Web-{403628E4-5377-4C10-E15F-EE79ED2AB251}" dt="2026-02-01T16:28:18.070" v="1451" actId="20577"/>
          <ac:spMkLst>
            <pc:docMk/>
            <pc:sldMk cId="17114005" sldId="342"/>
            <ac:spMk id="2" creationId="{C363D51F-092D-46EB-9248-7C0142CC04CA}"/>
          </ac:spMkLst>
        </pc:spChg>
        <pc:spChg chg="mod">
          <ac:chgData name="Temirlan Zhaxalykov" userId="S::t.zhaxalykov@kbtu.kz::037320a9-8ef1-4acb-bb74-1ab60141db9d" providerId="AD" clId="Web-{403628E4-5377-4C10-E15F-EE79ED2AB251}" dt="2026-02-01T16:28:02.461" v="1449" actId="20577"/>
          <ac:spMkLst>
            <pc:docMk/>
            <pc:sldMk cId="17114005" sldId="342"/>
            <ac:spMk id="3" creationId="{3D214E72-DFB2-1633-D96A-D448D29166F1}"/>
          </ac:spMkLst>
        </pc:spChg>
        <pc:spChg chg="add">
          <ac:chgData name="Temirlan Zhaxalykov" userId="S::t.zhaxalykov@kbtu.kz::037320a9-8ef1-4acb-bb74-1ab60141db9d" providerId="AD" clId="Web-{403628E4-5377-4C10-E15F-EE79ED2AB251}" dt="2026-02-01T16:27:45.461" v="1443"/>
          <ac:spMkLst>
            <pc:docMk/>
            <pc:sldMk cId="17114005" sldId="342"/>
            <ac:spMk id="8" creationId="{1B15ED52-F352-441B-82BF-E0EA34836D08}"/>
          </ac:spMkLst>
        </pc:spChg>
        <pc:spChg chg="add">
          <ac:chgData name="Temirlan Zhaxalykov" userId="S::t.zhaxalykov@kbtu.kz::037320a9-8ef1-4acb-bb74-1ab60141db9d" providerId="AD" clId="Web-{403628E4-5377-4C10-E15F-EE79ED2AB251}" dt="2026-02-01T16:27:45.461" v="1443"/>
          <ac:spMkLst>
            <pc:docMk/>
            <pc:sldMk cId="17114005" sldId="342"/>
            <ac:spMk id="10" creationId="{3B2E3793-BFE6-45A2-9B7B-E18844431C99}"/>
          </ac:spMkLst>
        </pc:spChg>
        <pc:spChg chg="add">
          <ac:chgData name="Temirlan Zhaxalykov" userId="S::t.zhaxalykov@kbtu.kz::037320a9-8ef1-4acb-bb74-1ab60141db9d" providerId="AD" clId="Web-{403628E4-5377-4C10-E15F-EE79ED2AB251}" dt="2026-02-01T16:27:45.461" v="1443"/>
          <ac:spMkLst>
            <pc:docMk/>
            <pc:sldMk cId="17114005" sldId="342"/>
            <ac:spMk id="12" creationId="{BC4C4868-CB8F-4AF9-9CDB-8108F2C19B67}"/>
          </ac:spMkLst>
        </pc:spChg>
        <pc:spChg chg="add">
          <ac:chgData name="Temirlan Zhaxalykov" userId="S::t.zhaxalykov@kbtu.kz::037320a9-8ef1-4acb-bb74-1ab60141db9d" providerId="AD" clId="Web-{403628E4-5377-4C10-E15F-EE79ED2AB251}" dt="2026-02-01T16:27:45.461" v="1443"/>
          <ac:spMkLst>
            <pc:docMk/>
            <pc:sldMk cId="17114005" sldId="342"/>
            <ac:spMk id="14" creationId="{375E0459-6403-40CD-989D-56A4407CA12E}"/>
          </ac:spMkLst>
        </pc:spChg>
        <pc:spChg chg="add">
          <ac:chgData name="Temirlan Zhaxalykov" userId="S::t.zhaxalykov@kbtu.kz::037320a9-8ef1-4acb-bb74-1ab60141db9d" providerId="AD" clId="Web-{403628E4-5377-4C10-E15F-EE79ED2AB251}" dt="2026-02-01T16:27:45.461" v="1443"/>
          <ac:spMkLst>
            <pc:docMk/>
            <pc:sldMk cId="17114005" sldId="342"/>
            <ac:spMk id="16" creationId="{53E5B1A8-3AC9-4BD1-9BBC-78CA94F2D1BA}"/>
          </ac:spMkLst>
        </pc:spChg>
      </pc:sldChg>
      <pc:sldChg chg="addSp modSp new mod setBg">
        <pc:chgData name="Temirlan Zhaxalykov" userId="S::t.zhaxalykov@kbtu.kz::037320a9-8ef1-4acb-bb74-1ab60141db9d" providerId="AD" clId="Web-{403628E4-5377-4C10-E15F-EE79ED2AB251}" dt="2026-02-01T16:29:38.883" v="1464" actId="20577"/>
        <pc:sldMkLst>
          <pc:docMk/>
          <pc:sldMk cId="96269711" sldId="343"/>
        </pc:sldMkLst>
        <pc:spChg chg="mod">
          <ac:chgData name="Temirlan Zhaxalykov" userId="S::t.zhaxalykov@kbtu.kz::037320a9-8ef1-4acb-bb74-1ab60141db9d" providerId="AD" clId="Web-{403628E4-5377-4C10-E15F-EE79ED2AB251}" dt="2026-02-01T16:29:27.696" v="1460"/>
          <ac:spMkLst>
            <pc:docMk/>
            <pc:sldMk cId="96269711" sldId="343"/>
            <ac:spMk id="2" creationId="{B0C26BB4-3FE1-947F-5B16-F578326EA391}"/>
          </ac:spMkLst>
        </pc:spChg>
        <pc:spChg chg="mod">
          <ac:chgData name="Temirlan Zhaxalykov" userId="S::t.zhaxalykov@kbtu.kz::037320a9-8ef1-4acb-bb74-1ab60141db9d" providerId="AD" clId="Web-{403628E4-5377-4C10-E15F-EE79ED2AB251}" dt="2026-02-01T16:29:38.883" v="1464" actId="20577"/>
          <ac:spMkLst>
            <pc:docMk/>
            <pc:sldMk cId="96269711" sldId="343"/>
            <ac:spMk id="3" creationId="{71E0F860-4957-B9F4-221A-7EA434F29840}"/>
          </ac:spMkLst>
        </pc:spChg>
        <pc:spChg chg="add">
          <ac:chgData name="Temirlan Zhaxalykov" userId="S::t.zhaxalykov@kbtu.kz::037320a9-8ef1-4acb-bb74-1ab60141db9d" providerId="AD" clId="Web-{403628E4-5377-4C10-E15F-EE79ED2AB251}" dt="2026-02-01T16:29:12.617" v="1457"/>
          <ac:spMkLst>
            <pc:docMk/>
            <pc:sldMk cId="96269711" sldId="343"/>
            <ac:spMk id="8" creationId="{1B15ED52-F352-441B-82BF-E0EA34836D08}"/>
          </ac:spMkLst>
        </pc:spChg>
        <pc:spChg chg="add">
          <ac:chgData name="Temirlan Zhaxalykov" userId="S::t.zhaxalykov@kbtu.kz::037320a9-8ef1-4acb-bb74-1ab60141db9d" providerId="AD" clId="Web-{403628E4-5377-4C10-E15F-EE79ED2AB251}" dt="2026-02-01T16:29:12.617" v="1457"/>
          <ac:spMkLst>
            <pc:docMk/>
            <pc:sldMk cId="96269711" sldId="343"/>
            <ac:spMk id="10" creationId="{3B2E3793-BFE6-45A2-9B7B-E18844431C99}"/>
          </ac:spMkLst>
        </pc:spChg>
        <pc:spChg chg="add">
          <ac:chgData name="Temirlan Zhaxalykov" userId="S::t.zhaxalykov@kbtu.kz::037320a9-8ef1-4acb-bb74-1ab60141db9d" providerId="AD" clId="Web-{403628E4-5377-4C10-E15F-EE79ED2AB251}" dt="2026-02-01T16:29:12.617" v="1457"/>
          <ac:spMkLst>
            <pc:docMk/>
            <pc:sldMk cId="96269711" sldId="343"/>
            <ac:spMk id="12" creationId="{BC4C4868-CB8F-4AF9-9CDB-8108F2C19B67}"/>
          </ac:spMkLst>
        </pc:spChg>
        <pc:spChg chg="add">
          <ac:chgData name="Temirlan Zhaxalykov" userId="S::t.zhaxalykov@kbtu.kz::037320a9-8ef1-4acb-bb74-1ab60141db9d" providerId="AD" clId="Web-{403628E4-5377-4C10-E15F-EE79ED2AB251}" dt="2026-02-01T16:29:12.617" v="1457"/>
          <ac:spMkLst>
            <pc:docMk/>
            <pc:sldMk cId="96269711" sldId="343"/>
            <ac:spMk id="14" creationId="{375E0459-6403-40CD-989D-56A4407CA12E}"/>
          </ac:spMkLst>
        </pc:spChg>
        <pc:spChg chg="add">
          <ac:chgData name="Temirlan Zhaxalykov" userId="S::t.zhaxalykov@kbtu.kz::037320a9-8ef1-4acb-bb74-1ab60141db9d" providerId="AD" clId="Web-{403628E4-5377-4C10-E15F-EE79ED2AB251}" dt="2026-02-01T16:29:12.617" v="1457"/>
          <ac:spMkLst>
            <pc:docMk/>
            <pc:sldMk cId="96269711" sldId="343"/>
            <ac:spMk id="16" creationId="{53E5B1A8-3AC9-4BD1-9BBC-78CA94F2D1BA}"/>
          </ac:spMkLst>
        </pc:spChg>
      </pc:sldChg>
      <pc:sldChg chg="addSp modSp new mod setBg">
        <pc:chgData name="Temirlan Zhaxalykov" userId="S::t.zhaxalykov@kbtu.kz::037320a9-8ef1-4acb-bb74-1ab60141db9d" providerId="AD" clId="Web-{403628E4-5377-4C10-E15F-EE79ED2AB251}" dt="2026-02-01T16:30:40.650" v="1474"/>
        <pc:sldMkLst>
          <pc:docMk/>
          <pc:sldMk cId="3627978573" sldId="344"/>
        </pc:sldMkLst>
        <pc:spChg chg="mod">
          <ac:chgData name="Temirlan Zhaxalykov" userId="S::t.zhaxalykov@kbtu.kz::037320a9-8ef1-4acb-bb74-1ab60141db9d" providerId="AD" clId="Web-{403628E4-5377-4C10-E15F-EE79ED2AB251}" dt="2026-02-01T16:30:40.635" v="1473"/>
          <ac:spMkLst>
            <pc:docMk/>
            <pc:sldMk cId="3627978573" sldId="344"/>
            <ac:spMk id="2" creationId="{6C9DFD70-A80A-B07B-A0A7-CD2DEDA7BC50}"/>
          </ac:spMkLst>
        </pc:spChg>
        <pc:spChg chg="mod">
          <ac:chgData name="Temirlan Zhaxalykov" userId="S::t.zhaxalykov@kbtu.kz::037320a9-8ef1-4acb-bb74-1ab60141db9d" providerId="AD" clId="Web-{403628E4-5377-4C10-E15F-EE79ED2AB251}" dt="2026-02-01T16:30:40.650" v="1474"/>
          <ac:spMkLst>
            <pc:docMk/>
            <pc:sldMk cId="3627978573" sldId="344"/>
            <ac:spMk id="3" creationId="{61C2DD0B-E9D3-79F8-71DB-EC4F4DE202D4}"/>
          </ac:spMkLst>
        </pc:spChg>
        <pc:spChg chg="add">
          <ac:chgData name="Temirlan Zhaxalykov" userId="S::t.zhaxalykov@kbtu.kz::037320a9-8ef1-4acb-bb74-1ab60141db9d" providerId="AD" clId="Web-{403628E4-5377-4C10-E15F-EE79ED2AB251}" dt="2026-02-01T16:30:24.681" v="1470"/>
          <ac:spMkLst>
            <pc:docMk/>
            <pc:sldMk cId="3627978573" sldId="344"/>
            <ac:spMk id="8" creationId="{1B15ED52-F352-441B-82BF-E0EA34836D08}"/>
          </ac:spMkLst>
        </pc:spChg>
        <pc:spChg chg="add">
          <ac:chgData name="Temirlan Zhaxalykov" userId="S::t.zhaxalykov@kbtu.kz::037320a9-8ef1-4acb-bb74-1ab60141db9d" providerId="AD" clId="Web-{403628E4-5377-4C10-E15F-EE79ED2AB251}" dt="2026-02-01T16:30:24.681" v="1470"/>
          <ac:spMkLst>
            <pc:docMk/>
            <pc:sldMk cId="3627978573" sldId="344"/>
            <ac:spMk id="10" creationId="{3B2E3793-BFE6-45A2-9B7B-E18844431C99}"/>
          </ac:spMkLst>
        </pc:spChg>
        <pc:spChg chg="add">
          <ac:chgData name="Temirlan Zhaxalykov" userId="S::t.zhaxalykov@kbtu.kz::037320a9-8ef1-4acb-bb74-1ab60141db9d" providerId="AD" clId="Web-{403628E4-5377-4C10-E15F-EE79ED2AB251}" dt="2026-02-01T16:30:24.681" v="1470"/>
          <ac:spMkLst>
            <pc:docMk/>
            <pc:sldMk cId="3627978573" sldId="344"/>
            <ac:spMk id="12" creationId="{BC4C4868-CB8F-4AF9-9CDB-8108F2C19B67}"/>
          </ac:spMkLst>
        </pc:spChg>
        <pc:spChg chg="add">
          <ac:chgData name="Temirlan Zhaxalykov" userId="S::t.zhaxalykov@kbtu.kz::037320a9-8ef1-4acb-bb74-1ab60141db9d" providerId="AD" clId="Web-{403628E4-5377-4C10-E15F-EE79ED2AB251}" dt="2026-02-01T16:30:24.681" v="1470"/>
          <ac:spMkLst>
            <pc:docMk/>
            <pc:sldMk cId="3627978573" sldId="344"/>
            <ac:spMk id="14" creationId="{375E0459-6403-40CD-989D-56A4407CA12E}"/>
          </ac:spMkLst>
        </pc:spChg>
        <pc:spChg chg="add">
          <ac:chgData name="Temirlan Zhaxalykov" userId="S::t.zhaxalykov@kbtu.kz::037320a9-8ef1-4acb-bb74-1ab60141db9d" providerId="AD" clId="Web-{403628E4-5377-4C10-E15F-EE79ED2AB251}" dt="2026-02-01T16:30:24.681" v="1470"/>
          <ac:spMkLst>
            <pc:docMk/>
            <pc:sldMk cId="3627978573" sldId="344"/>
            <ac:spMk id="16" creationId="{53E5B1A8-3AC9-4BD1-9BBC-78CA94F2D1BA}"/>
          </ac:spMkLst>
        </pc:spChg>
      </pc:sldChg>
      <pc:sldChg chg="addSp modSp new mod setBg">
        <pc:chgData name="Temirlan Zhaxalykov" userId="S::t.zhaxalykov@kbtu.kz::037320a9-8ef1-4acb-bb74-1ab60141db9d" providerId="AD" clId="Web-{403628E4-5377-4C10-E15F-EE79ED2AB251}" dt="2026-02-01T16:31:39.354" v="1486" actId="20577"/>
        <pc:sldMkLst>
          <pc:docMk/>
          <pc:sldMk cId="1904011358" sldId="345"/>
        </pc:sldMkLst>
        <pc:spChg chg="mod">
          <ac:chgData name="Temirlan Zhaxalykov" userId="S::t.zhaxalykov@kbtu.kz::037320a9-8ef1-4acb-bb74-1ab60141db9d" providerId="AD" clId="Web-{403628E4-5377-4C10-E15F-EE79ED2AB251}" dt="2026-02-01T16:31:36.433" v="1483"/>
          <ac:spMkLst>
            <pc:docMk/>
            <pc:sldMk cId="1904011358" sldId="345"/>
            <ac:spMk id="2" creationId="{6AEE8B2A-9433-BC0B-6773-8E9DABF0DAAC}"/>
          </ac:spMkLst>
        </pc:spChg>
        <pc:spChg chg="mod">
          <ac:chgData name="Temirlan Zhaxalykov" userId="S::t.zhaxalykov@kbtu.kz::037320a9-8ef1-4acb-bb74-1ab60141db9d" providerId="AD" clId="Web-{403628E4-5377-4C10-E15F-EE79ED2AB251}" dt="2026-02-01T16:31:39.354" v="1486" actId="20577"/>
          <ac:spMkLst>
            <pc:docMk/>
            <pc:sldMk cId="1904011358" sldId="345"/>
            <ac:spMk id="3" creationId="{2476FF63-218D-3B78-9933-6EDD81A1C5F0}"/>
          </ac:spMkLst>
        </pc:spChg>
        <pc:spChg chg="add">
          <ac:chgData name="Temirlan Zhaxalykov" userId="S::t.zhaxalykov@kbtu.kz::037320a9-8ef1-4acb-bb74-1ab60141db9d" providerId="AD" clId="Web-{403628E4-5377-4C10-E15F-EE79ED2AB251}" dt="2026-02-01T16:31:26.745" v="1480"/>
          <ac:spMkLst>
            <pc:docMk/>
            <pc:sldMk cId="1904011358" sldId="345"/>
            <ac:spMk id="8" creationId="{1B15ED52-F352-441B-82BF-E0EA34836D08}"/>
          </ac:spMkLst>
        </pc:spChg>
        <pc:spChg chg="add">
          <ac:chgData name="Temirlan Zhaxalykov" userId="S::t.zhaxalykov@kbtu.kz::037320a9-8ef1-4acb-bb74-1ab60141db9d" providerId="AD" clId="Web-{403628E4-5377-4C10-E15F-EE79ED2AB251}" dt="2026-02-01T16:31:26.745" v="1480"/>
          <ac:spMkLst>
            <pc:docMk/>
            <pc:sldMk cId="1904011358" sldId="345"/>
            <ac:spMk id="10" creationId="{3B2E3793-BFE6-45A2-9B7B-E18844431C99}"/>
          </ac:spMkLst>
        </pc:spChg>
        <pc:spChg chg="add">
          <ac:chgData name="Temirlan Zhaxalykov" userId="S::t.zhaxalykov@kbtu.kz::037320a9-8ef1-4acb-bb74-1ab60141db9d" providerId="AD" clId="Web-{403628E4-5377-4C10-E15F-EE79ED2AB251}" dt="2026-02-01T16:31:26.745" v="1480"/>
          <ac:spMkLst>
            <pc:docMk/>
            <pc:sldMk cId="1904011358" sldId="345"/>
            <ac:spMk id="12" creationId="{BC4C4868-CB8F-4AF9-9CDB-8108F2C19B67}"/>
          </ac:spMkLst>
        </pc:spChg>
        <pc:spChg chg="add">
          <ac:chgData name="Temirlan Zhaxalykov" userId="S::t.zhaxalykov@kbtu.kz::037320a9-8ef1-4acb-bb74-1ab60141db9d" providerId="AD" clId="Web-{403628E4-5377-4C10-E15F-EE79ED2AB251}" dt="2026-02-01T16:31:26.745" v="1480"/>
          <ac:spMkLst>
            <pc:docMk/>
            <pc:sldMk cId="1904011358" sldId="345"/>
            <ac:spMk id="14" creationId="{375E0459-6403-40CD-989D-56A4407CA12E}"/>
          </ac:spMkLst>
        </pc:spChg>
        <pc:spChg chg="add">
          <ac:chgData name="Temirlan Zhaxalykov" userId="S::t.zhaxalykov@kbtu.kz::037320a9-8ef1-4acb-bb74-1ab60141db9d" providerId="AD" clId="Web-{403628E4-5377-4C10-E15F-EE79ED2AB251}" dt="2026-02-01T16:31:26.745" v="1480"/>
          <ac:spMkLst>
            <pc:docMk/>
            <pc:sldMk cId="1904011358" sldId="345"/>
            <ac:spMk id="16" creationId="{53E5B1A8-3AC9-4BD1-9BBC-78CA94F2D1BA}"/>
          </ac:spMkLst>
        </pc:spChg>
      </pc:sldChg>
      <pc:sldChg chg="addSp modSp new mod setBg">
        <pc:chgData name="Temirlan Zhaxalykov" userId="S::t.zhaxalykov@kbtu.kz::037320a9-8ef1-4acb-bb74-1ab60141db9d" providerId="AD" clId="Web-{403628E4-5377-4C10-E15F-EE79ED2AB251}" dt="2026-02-01T16:32:23.714" v="1494"/>
        <pc:sldMkLst>
          <pc:docMk/>
          <pc:sldMk cId="3938524484" sldId="346"/>
        </pc:sldMkLst>
        <pc:spChg chg="mod">
          <ac:chgData name="Temirlan Zhaxalykov" userId="S::t.zhaxalykov@kbtu.kz::037320a9-8ef1-4acb-bb74-1ab60141db9d" providerId="AD" clId="Web-{403628E4-5377-4C10-E15F-EE79ED2AB251}" dt="2026-02-01T16:32:23.699" v="1493"/>
          <ac:spMkLst>
            <pc:docMk/>
            <pc:sldMk cId="3938524484" sldId="346"/>
            <ac:spMk id="2" creationId="{08522C28-B2BE-DD33-38D2-0864962F9B53}"/>
          </ac:spMkLst>
        </pc:spChg>
        <pc:spChg chg="mod">
          <ac:chgData name="Temirlan Zhaxalykov" userId="S::t.zhaxalykov@kbtu.kz::037320a9-8ef1-4acb-bb74-1ab60141db9d" providerId="AD" clId="Web-{403628E4-5377-4C10-E15F-EE79ED2AB251}" dt="2026-02-01T16:32:23.714" v="1494"/>
          <ac:spMkLst>
            <pc:docMk/>
            <pc:sldMk cId="3938524484" sldId="346"/>
            <ac:spMk id="3" creationId="{6BD9DB6F-BC49-93A4-03AA-1D92AC023505}"/>
          </ac:spMkLst>
        </pc:spChg>
        <pc:spChg chg="add">
          <ac:chgData name="Temirlan Zhaxalykov" userId="S::t.zhaxalykov@kbtu.kz::037320a9-8ef1-4acb-bb74-1ab60141db9d" providerId="AD" clId="Web-{403628E4-5377-4C10-E15F-EE79ED2AB251}" dt="2026-02-01T16:32:17.761" v="1492"/>
          <ac:spMkLst>
            <pc:docMk/>
            <pc:sldMk cId="3938524484" sldId="346"/>
            <ac:spMk id="8" creationId="{1B15ED52-F352-441B-82BF-E0EA34836D08}"/>
          </ac:spMkLst>
        </pc:spChg>
        <pc:spChg chg="add">
          <ac:chgData name="Temirlan Zhaxalykov" userId="S::t.zhaxalykov@kbtu.kz::037320a9-8ef1-4acb-bb74-1ab60141db9d" providerId="AD" clId="Web-{403628E4-5377-4C10-E15F-EE79ED2AB251}" dt="2026-02-01T16:32:17.761" v="1492"/>
          <ac:spMkLst>
            <pc:docMk/>
            <pc:sldMk cId="3938524484" sldId="346"/>
            <ac:spMk id="10" creationId="{3B2E3793-BFE6-45A2-9B7B-E18844431C99}"/>
          </ac:spMkLst>
        </pc:spChg>
        <pc:spChg chg="add">
          <ac:chgData name="Temirlan Zhaxalykov" userId="S::t.zhaxalykov@kbtu.kz::037320a9-8ef1-4acb-bb74-1ab60141db9d" providerId="AD" clId="Web-{403628E4-5377-4C10-E15F-EE79ED2AB251}" dt="2026-02-01T16:32:17.761" v="1492"/>
          <ac:spMkLst>
            <pc:docMk/>
            <pc:sldMk cId="3938524484" sldId="346"/>
            <ac:spMk id="12" creationId="{BC4C4868-CB8F-4AF9-9CDB-8108F2C19B67}"/>
          </ac:spMkLst>
        </pc:spChg>
        <pc:spChg chg="add">
          <ac:chgData name="Temirlan Zhaxalykov" userId="S::t.zhaxalykov@kbtu.kz::037320a9-8ef1-4acb-bb74-1ab60141db9d" providerId="AD" clId="Web-{403628E4-5377-4C10-E15F-EE79ED2AB251}" dt="2026-02-01T16:32:17.761" v="1492"/>
          <ac:spMkLst>
            <pc:docMk/>
            <pc:sldMk cId="3938524484" sldId="346"/>
            <ac:spMk id="14" creationId="{375E0459-6403-40CD-989D-56A4407CA12E}"/>
          </ac:spMkLst>
        </pc:spChg>
        <pc:spChg chg="add">
          <ac:chgData name="Temirlan Zhaxalykov" userId="S::t.zhaxalykov@kbtu.kz::037320a9-8ef1-4acb-bb74-1ab60141db9d" providerId="AD" clId="Web-{403628E4-5377-4C10-E15F-EE79ED2AB251}" dt="2026-02-01T16:32:17.761" v="1492"/>
          <ac:spMkLst>
            <pc:docMk/>
            <pc:sldMk cId="3938524484" sldId="346"/>
            <ac:spMk id="16" creationId="{53E5B1A8-3AC9-4BD1-9BBC-78CA94F2D1BA}"/>
          </ac:spMkLst>
        </pc:spChg>
      </pc:sldChg>
      <pc:sldChg chg="addSp modSp new mod setBg">
        <pc:chgData name="Temirlan Zhaxalykov" userId="S::t.zhaxalykov@kbtu.kz::037320a9-8ef1-4acb-bb74-1ab60141db9d" providerId="AD" clId="Web-{403628E4-5377-4C10-E15F-EE79ED2AB251}" dt="2026-02-01T16:33:29.122" v="1506" actId="20577"/>
        <pc:sldMkLst>
          <pc:docMk/>
          <pc:sldMk cId="3980633743" sldId="347"/>
        </pc:sldMkLst>
        <pc:spChg chg="mod">
          <ac:chgData name="Temirlan Zhaxalykov" userId="S::t.zhaxalykov@kbtu.kz::037320a9-8ef1-4acb-bb74-1ab60141db9d" providerId="AD" clId="Web-{403628E4-5377-4C10-E15F-EE79ED2AB251}" dt="2026-02-01T16:33:23.309" v="1502"/>
          <ac:spMkLst>
            <pc:docMk/>
            <pc:sldMk cId="3980633743" sldId="347"/>
            <ac:spMk id="2" creationId="{01318B7A-8C03-89DC-9E9B-7EFBB3A83CF5}"/>
          </ac:spMkLst>
        </pc:spChg>
        <pc:spChg chg="mod">
          <ac:chgData name="Temirlan Zhaxalykov" userId="S::t.zhaxalykov@kbtu.kz::037320a9-8ef1-4acb-bb74-1ab60141db9d" providerId="AD" clId="Web-{403628E4-5377-4C10-E15F-EE79ED2AB251}" dt="2026-02-01T16:33:29.122" v="1506" actId="20577"/>
          <ac:spMkLst>
            <pc:docMk/>
            <pc:sldMk cId="3980633743" sldId="347"/>
            <ac:spMk id="3" creationId="{5EE41D21-4FD4-7612-EC41-1EEFA255269D}"/>
          </ac:spMkLst>
        </pc:spChg>
        <pc:spChg chg="add">
          <ac:chgData name="Temirlan Zhaxalykov" userId="S::t.zhaxalykov@kbtu.kz::037320a9-8ef1-4acb-bb74-1ab60141db9d" providerId="AD" clId="Web-{403628E4-5377-4C10-E15F-EE79ED2AB251}" dt="2026-02-01T16:33:09.981" v="1499"/>
          <ac:spMkLst>
            <pc:docMk/>
            <pc:sldMk cId="3980633743" sldId="347"/>
            <ac:spMk id="8" creationId="{1B15ED52-F352-441B-82BF-E0EA34836D08}"/>
          </ac:spMkLst>
        </pc:spChg>
        <pc:spChg chg="add">
          <ac:chgData name="Temirlan Zhaxalykov" userId="S::t.zhaxalykov@kbtu.kz::037320a9-8ef1-4acb-bb74-1ab60141db9d" providerId="AD" clId="Web-{403628E4-5377-4C10-E15F-EE79ED2AB251}" dt="2026-02-01T16:33:09.981" v="1499"/>
          <ac:spMkLst>
            <pc:docMk/>
            <pc:sldMk cId="3980633743" sldId="347"/>
            <ac:spMk id="10" creationId="{3B2E3793-BFE6-45A2-9B7B-E18844431C99}"/>
          </ac:spMkLst>
        </pc:spChg>
        <pc:spChg chg="add">
          <ac:chgData name="Temirlan Zhaxalykov" userId="S::t.zhaxalykov@kbtu.kz::037320a9-8ef1-4acb-bb74-1ab60141db9d" providerId="AD" clId="Web-{403628E4-5377-4C10-E15F-EE79ED2AB251}" dt="2026-02-01T16:33:09.981" v="1499"/>
          <ac:spMkLst>
            <pc:docMk/>
            <pc:sldMk cId="3980633743" sldId="347"/>
            <ac:spMk id="12" creationId="{BC4C4868-CB8F-4AF9-9CDB-8108F2C19B67}"/>
          </ac:spMkLst>
        </pc:spChg>
        <pc:spChg chg="add">
          <ac:chgData name="Temirlan Zhaxalykov" userId="S::t.zhaxalykov@kbtu.kz::037320a9-8ef1-4acb-bb74-1ab60141db9d" providerId="AD" clId="Web-{403628E4-5377-4C10-E15F-EE79ED2AB251}" dt="2026-02-01T16:33:09.981" v="1499"/>
          <ac:spMkLst>
            <pc:docMk/>
            <pc:sldMk cId="3980633743" sldId="347"/>
            <ac:spMk id="14" creationId="{375E0459-6403-40CD-989D-56A4407CA12E}"/>
          </ac:spMkLst>
        </pc:spChg>
        <pc:spChg chg="add">
          <ac:chgData name="Temirlan Zhaxalykov" userId="S::t.zhaxalykov@kbtu.kz::037320a9-8ef1-4acb-bb74-1ab60141db9d" providerId="AD" clId="Web-{403628E4-5377-4C10-E15F-EE79ED2AB251}" dt="2026-02-01T16:33:09.981" v="1499"/>
          <ac:spMkLst>
            <pc:docMk/>
            <pc:sldMk cId="3980633743" sldId="347"/>
            <ac:spMk id="16" creationId="{53E5B1A8-3AC9-4BD1-9BBC-78CA94F2D1B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F2FFB779-270B-4192-84BA-A697F48306DC}" type="datetimeFigureOut">
              <a:rPr lang="ru-RU" smtClean="0"/>
              <a:t>02.02.2026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161079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2FFB779-270B-4192-84BA-A697F48306DC}" type="datetimeFigureOut">
              <a:rPr lang="ru-RU" smtClean="0"/>
              <a:t>02.02.2026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703711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F2FFB779-270B-4192-84BA-A697F48306DC}" type="datetimeFigureOut">
              <a:rPr lang="ru-RU" smtClean="0"/>
              <a:t>02.02.2026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4076369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F2FFB779-270B-4192-84BA-A697F48306DC}" type="datetimeFigureOut">
              <a:rPr lang="ru-RU" smtClean="0"/>
              <a:t>02.02.2026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625762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F2FFB779-270B-4192-84BA-A697F48306DC}" type="datetimeFigureOut">
              <a:rPr lang="ru-RU" smtClean="0"/>
              <a:t>02.02.2026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188002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F2FFB779-270B-4192-84BA-A697F48306DC}" type="datetimeFigureOut">
              <a:rPr lang="ru-RU" smtClean="0"/>
              <a:t>02.02.2026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295335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F2FFB779-270B-4192-84BA-A697F48306DC}" type="datetimeFigureOut">
              <a:rPr lang="ru-RU" smtClean="0"/>
              <a:t>02.02.2026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1988754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F2FFB779-270B-4192-84BA-A697F48306DC}" type="datetimeFigureOut">
              <a:rPr lang="ru-RU" smtClean="0"/>
              <a:t>02.02.2026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3665695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F2FFB779-270B-4192-84BA-A697F48306DC}" type="datetimeFigureOut">
              <a:rPr lang="ru-RU" smtClean="0"/>
              <a:t>02.02.2026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134169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2FFB779-270B-4192-84BA-A697F48306DC}" type="datetimeFigureOut">
              <a:rPr lang="ru-RU" smtClean="0"/>
              <a:t>02.02.2026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2065727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2FFB779-270B-4192-84BA-A697F48306DC}" type="datetimeFigureOut">
              <a:rPr lang="ru-RU" smtClean="0"/>
              <a:t>02.02.2026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85DC19C-03DA-4066-9FF7-D0BF1BC6D6F6}" type="slidenum">
              <a:rPr lang="ru-RU" smtClean="0"/>
              <a:t>‹#›</a:t>
            </a:fld>
            <a:endParaRPr lang="ru-RU"/>
          </a:p>
        </p:txBody>
      </p:sp>
    </p:spTree>
    <p:extLst>
      <p:ext uri="{BB962C8B-B14F-4D97-AF65-F5344CB8AC3E}">
        <p14:creationId xmlns:p14="http://schemas.microsoft.com/office/powerpoint/2010/main" val="812261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FFB779-270B-4192-84BA-A697F48306DC}" type="datetimeFigureOut">
              <a:rPr lang="ru-RU" smtClean="0"/>
              <a:t>02.02.2026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5DC19C-03DA-4066-9FF7-D0BF1BC6D6F6}" type="slidenum">
              <a:rPr lang="ru-RU" smtClean="0"/>
              <a:t>‹#›</a:t>
            </a:fld>
            <a:endParaRPr lang="ru-RU"/>
          </a:p>
        </p:txBody>
      </p:sp>
    </p:spTree>
    <p:extLst>
      <p:ext uri="{BB962C8B-B14F-4D97-AF65-F5344CB8AC3E}">
        <p14:creationId xmlns:p14="http://schemas.microsoft.com/office/powerpoint/2010/main" val="3154979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joyofcryptography.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Заголовок 1"/>
          <p:cNvSpPr>
            <a:spLocks noGrp="1"/>
          </p:cNvSpPr>
          <p:nvPr>
            <p:ph type="ctrTitle"/>
          </p:nvPr>
        </p:nvSpPr>
        <p:spPr>
          <a:xfrm>
            <a:off x="1314824" y="735106"/>
            <a:ext cx="10053763" cy="2928470"/>
          </a:xfrm>
        </p:spPr>
        <p:txBody>
          <a:bodyPr anchor="b">
            <a:normAutofit/>
          </a:bodyPr>
          <a:lstStyle/>
          <a:p>
            <a:pPr algn="l"/>
            <a:r>
              <a:rPr lang="ru-RU" sz="4800" b="1" err="1">
                <a:solidFill>
                  <a:srgbClr val="FFFFFF"/>
                </a:solidFill>
                <a:latin typeface="Times New Roman"/>
                <a:cs typeface="Times New Roman"/>
              </a:rPr>
              <a:t>Lecture</a:t>
            </a:r>
            <a:r>
              <a:rPr lang="ru-RU" sz="4800" b="1" dirty="0">
                <a:solidFill>
                  <a:srgbClr val="FFFFFF"/>
                </a:solidFill>
                <a:latin typeface="Times New Roman"/>
                <a:cs typeface="Times New Roman"/>
              </a:rPr>
              <a:t> 3: Block </a:t>
            </a:r>
            <a:r>
              <a:rPr lang="ru-RU" sz="4800" b="1" err="1">
                <a:solidFill>
                  <a:srgbClr val="FFFFFF"/>
                </a:solidFill>
                <a:latin typeface="Times New Roman"/>
                <a:cs typeface="Times New Roman"/>
              </a:rPr>
              <a:t>Cipher</a:t>
            </a:r>
            <a:r>
              <a:rPr lang="ru-RU" sz="4800" b="1" dirty="0">
                <a:solidFill>
                  <a:srgbClr val="FFFFFF"/>
                </a:solidFill>
                <a:latin typeface="Times New Roman"/>
                <a:cs typeface="Times New Roman"/>
              </a:rPr>
              <a:t> </a:t>
            </a:r>
            <a:r>
              <a:rPr lang="ru-RU" sz="4800" b="1" err="1">
                <a:solidFill>
                  <a:srgbClr val="FFFFFF"/>
                </a:solidFill>
                <a:latin typeface="Times New Roman"/>
                <a:cs typeface="Times New Roman"/>
              </a:rPr>
              <a:t>Modes</a:t>
            </a:r>
            <a:r>
              <a:rPr lang="ru-RU" sz="4800" b="1" dirty="0">
                <a:solidFill>
                  <a:srgbClr val="FFFFFF"/>
                </a:solidFill>
                <a:latin typeface="Times New Roman"/>
                <a:cs typeface="Times New Roman"/>
              </a:rPr>
              <a:t> </a:t>
            </a:r>
            <a:r>
              <a:rPr lang="ru-RU" sz="4800" b="1" err="1">
                <a:solidFill>
                  <a:srgbClr val="FFFFFF"/>
                </a:solidFill>
                <a:latin typeface="Times New Roman"/>
                <a:cs typeface="Times New Roman"/>
              </a:rPr>
              <a:t>of</a:t>
            </a:r>
            <a:r>
              <a:rPr lang="ru-RU" sz="4800" b="1" dirty="0">
                <a:solidFill>
                  <a:srgbClr val="FFFFFF"/>
                </a:solidFill>
                <a:latin typeface="Times New Roman"/>
                <a:cs typeface="Times New Roman"/>
              </a:rPr>
              <a:t> </a:t>
            </a:r>
            <a:r>
              <a:rPr lang="ru-RU" sz="4800" b="1" err="1">
                <a:solidFill>
                  <a:srgbClr val="FFFFFF"/>
                </a:solidFill>
                <a:latin typeface="Times New Roman"/>
                <a:cs typeface="Times New Roman"/>
              </a:rPr>
              <a:t>Operation</a:t>
            </a:r>
            <a:endParaRPr lang="ru-RU" sz="4800" b="1">
              <a:solidFill>
                <a:srgbClr val="FFFFFF"/>
              </a:solidFill>
              <a:latin typeface="Times New Roman"/>
              <a:cs typeface="Times New Roman"/>
            </a:endParaRPr>
          </a:p>
        </p:txBody>
      </p:sp>
      <p:sp>
        <p:nvSpPr>
          <p:cNvPr id="3" name="Подзаголовок 2"/>
          <p:cNvSpPr>
            <a:spLocks noGrp="1"/>
          </p:cNvSpPr>
          <p:nvPr>
            <p:ph type="subTitle" idx="1"/>
          </p:nvPr>
        </p:nvSpPr>
        <p:spPr>
          <a:xfrm>
            <a:off x="1350682" y="4870824"/>
            <a:ext cx="10005951" cy="1458258"/>
          </a:xfrm>
        </p:spPr>
        <p:txBody>
          <a:bodyPr vert="horz" lIns="91440" tIns="45720" rIns="91440" bIns="45720" rtlCol="0" anchor="ctr">
            <a:normAutofit/>
          </a:bodyPr>
          <a:lstStyle/>
          <a:p>
            <a:pPr algn="l"/>
            <a:r>
              <a:rPr lang="ru-RU" dirty="0">
                <a:latin typeface="Times New Roman"/>
                <a:cs typeface="Times New Roman"/>
              </a:rPr>
              <a:t>CSE 1204 </a:t>
            </a:r>
            <a:r>
              <a:rPr lang="ru-RU" err="1">
                <a:latin typeface="Times New Roman"/>
                <a:cs typeface="Times New Roman"/>
              </a:rPr>
              <a:t>Applied</a:t>
            </a:r>
            <a:r>
              <a:rPr lang="ru-RU" dirty="0">
                <a:latin typeface="Times New Roman"/>
                <a:cs typeface="Times New Roman"/>
              </a:rPr>
              <a:t> </a:t>
            </a:r>
            <a:r>
              <a:rPr lang="ru-RU" err="1">
                <a:latin typeface="Times New Roman"/>
                <a:cs typeface="Times New Roman"/>
              </a:rPr>
              <a:t>Cryptgraphy</a:t>
            </a:r>
          </a:p>
          <a:p>
            <a:pPr algn="l"/>
            <a:r>
              <a:rPr lang="ru-RU" dirty="0" err="1">
                <a:latin typeface="Times New Roman"/>
                <a:cs typeface="Times New Roman"/>
              </a:rPr>
              <a:t>Lectures</a:t>
            </a:r>
            <a:r>
              <a:rPr lang="ru-RU" dirty="0">
                <a:latin typeface="Times New Roman"/>
                <a:cs typeface="Times New Roman"/>
              </a:rPr>
              <a:t> </a:t>
            </a:r>
            <a:r>
              <a:rPr lang="ru-RU" dirty="0" err="1">
                <a:latin typeface="Times New Roman"/>
                <a:cs typeface="Times New Roman"/>
              </a:rPr>
              <a:t>by</a:t>
            </a:r>
            <a:r>
              <a:rPr lang="ru-RU" dirty="0">
                <a:latin typeface="Times New Roman"/>
                <a:cs typeface="Times New Roman"/>
              </a:rPr>
              <a:t> </a:t>
            </a:r>
            <a:r>
              <a:rPr lang="ru-RU" dirty="0" err="1">
                <a:latin typeface="Times New Roman"/>
                <a:cs typeface="Times New Roman"/>
              </a:rPr>
              <a:t>Zhaxalykov</a:t>
            </a:r>
            <a:r>
              <a:rPr lang="ru-RU" dirty="0">
                <a:latin typeface="Times New Roman"/>
                <a:cs typeface="Times New Roman"/>
              </a:rPr>
              <a:t> T.M.</a:t>
            </a:r>
            <a:endParaRPr lang="ru-RU">
              <a:latin typeface="Times New Roman"/>
              <a:cs typeface="Times New Roman"/>
            </a:endParaRPr>
          </a:p>
        </p:txBody>
      </p:sp>
    </p:spTree>
    <p:extLst>
      <p:ext uri="{BB962C8B-B14F-4D97-AF65-F5344CB8AC3E}">
        <p14:creationId xmlns:p14="http://schemas.microsoft.com/office/powerpoint/2010/main" val="1351651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A76D9B10-4D7B-7092-6039-08EDA087B5F3}"/>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Agenda</a:t>
            </a:r>
          </a:p>
        </p:txBody>
      </p:sp>
      <p:sp>
        <p:nvSpPr>
          <p:cNvPr id="3" name="Объект 2">
            <a:extLst>
              <a:ext uri="{FF2B5EF4-FFF2-40B4-BE49-F238E27FC236}">
                <a16:creationId xmlns:a16="http://schemas.microsoft.com/office/drawing/2014/main" id="{DDE86910-55D0-F75F-EB56-9549B7C29F83}"/>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dirty="0" err="1">
                <a:latin typeface="Times New Roman"/>
                <a:cs typeface="Times New Roman"/>
              </a:rPr>
              <a:t>Introduction</a:t>
            </a:r>
            <a:r>
              <a:rPr lang="ru-RU" sz="2000" dirty="0">
                <a:latin typeface="Times New Roman"/>
                <a:cs typeface="Times New Roman"/>
              </a:rPr>
              <a:t>: The </a:t>
            </a:r>
            <a:r>
              <a:rPr lang="ru-RU" sz="2000" dirty="0" err="1">
                <a:latin typeface="Times New Roman"/>
                <a:cs typeface="Times New Roman"/>
              </a:rPr>
              <a:t>Need</a:t>
            </a:r>
            <a:r>
              <a:rPr lang="ru-RU" sz="2000" dirty="0">
                <a:latin typeface="Times New Roman"/>
                <a:cs typeface="Times New Roman"/>
              </a:rPr>
              <a:t> </a:t>
            </a:r>
            <a:r>
              <a:rPr lang="ru-RU" sz="2000" dirty="0" err="1">
                <a:latin typeface="Times New Roman"/>
                <a:cs typeface="Times New Roman"/>
              </a:rPr>
              <a:t>for</a:t>
            </a:r>
            <a:r>
              <a:rPr lang="ru-RU" sz="2000" dirty="0">
                <a:latin typeface="Times New Roman"/>
                <a:cs typeface="Times New Roman"/>
              </a:rPr>
              <a:t> </a:t>
            </a:r>
            <a:r>
              <a:rPr lang="ru-RU" sz="2000" dirty="0" err="1">
                <a:latin typeface="Times New Roman"/>
                <a:cs typeface="Times New Roman"/>
              </a:rPr>
              <a:t>Modes</a:t>
            </a:r>
            <a:r>
              <a:rPr lang="ru-RU" sz="2000" dirty="0">
                <a:latin typeface="Times New Roman"/>
                <a:cs typeface="Times New Roman"/>
              </a:rPr>
              <a:t> </a:t>
            </a:r>
            <a:r>
              <a:rPr lang="ru-RU" sz="2000" dirty="0" err="1">
                <a:latin typeface="Times New Roman"/>
                <a:cs typeface="Times New Roman"/>
              </a:rPr>
              <a:t>of</a:t>
            </a:r>
            <a:r>
              <a:rPr lang="ru-RU" sz="2000" dirty="0">
                <a:latin typeface="Times New Roman"/>
                <a:cs typeface="Times New Roman"/>
              </a:rPr>
              <a:t> </a:t>
            </a:r>
            <a:r>
              <a:rPr lang="ru-RU" sz="2000" dirty="0" err="1">
                <a:latin typeface="Times New Roman"/>
                <a:cs typeface="Times New Roman"/>
              </a:rPr>
              <a:t>Operation</a:t>
            </a:r>
            <a:endParaRPr lang="ru-RU" sz="2000" dirty="0">
              <a:latin typeface="Times New Roman"/>
              <a:cs typeface="Times New Roman"/>
            </a:endParaRPr>
          </a:p>
          <a:p>
            <a:r>
              <a:rPr lang="ru-RU" sz="2000" dirty="0">
                <a:latin typeface="Times New Roman"/>
                <a:cs typeface="Times New Roman"/>
              </a:rPr>
              <a:t>Electronic </a:t>
            </a:r>
            <a:r>
              <a:rPr lang="ru-RU" sz="2000" err="1">
                <a:latin typeface="Times New Roman"/>
                <a:cs typeface="Times New Roman"/>
              </a:rPr>
              <a:t>Codebook</a:t>
            </a:r>
            <a:r>
              <a:rPr lang="ru-RU" sz="2000" dirty="0">
                <a:latin typeface="Times New Roman"/>
                <a:cs typeface="Times New Roman"/>
              </a:rPr>
              <a:t> (ECB) Mode</a:t>
            </a:r>
          </a:p>
          <a:p>
            <a:r>
              <a:rPr lang="ru-RU" sz="2000" err="1">
                <a:latin typeface="Times New Roman"/>
                <a:cs typeface="Times New Roman"/>
              </a:rPr>
              <a:t>Cipher</a:t>
            </a:r>
            <a:r>
              <a:rPr lang="ru-RU" sz="2000" dirty="0">
                <a:latin typeface="Times New Roman"/>
                <a:cs typeface="Times New Roman"/>
              </a:rPr>
              <a:t> Block </a:t>
            </a:r>
            <a:r>
              <a:rPr lang="ru-RU" sz="2000" err="1">
                <a:latin typeface="Times New Roman"/>
                <a:cs typeface="Times New Roman"/>
              </a:rPr>
              <a:t>Chaining</a:t>
            </a:r>
            <a:r>
              <a:rPr lang="ru-RU" sz="2000" dirty="0">
                <a:latin typeface="Times New Roman"/>
                <a:cs typeface="Times New Roman"/>
              </a:rPr>
              <a:t> (CBC) Mode</a:t>
            </a:r>
          </a:p>
          <a:p>
            <a:r>
              <a:rPr lang="ru-RU" sz="2000" dirty="0">
                <a:latin typeface="Times New Roman"/>
                <a:cs typeface="Times New Roman"/>
              </a:rPr>
              <a:t>Counter (CTR) Mode</a:t>
            </a:r>
          </a:p>
          <a:p>
            <a:r>
              <a:rPr lang="ru-RU" sz="2000" err="1">
                <a:latin typeface="Times New Roman"/>
                <a:cs typeface="Times New Roman"/>
              </a:rPr>
              <a:t>Other</a:t>
            </a:r>
            <a:r>
              <a:rPr lang="ru-RU" sz="2000" dirty="0">
                <a:latin typeface="Times New Roman"/>
                <a:cs typeface="Times New Roman"/>
              </a:rPr>
              <a:t> </a:t>
            </a:r>
            <a:r>
              <a:rPr lang="ru-RU" sz="2000" err="1">
                <a:latin typeface="Times New Roman"/>
                <a:cs typeface="Times New Roman"/>
              </a:rPr>
              <a:t>Modes</a:t>
            </a:r>
            <a:r>
              <a:rPr lang="ru-RU" sz="2000" dirty="0">
                <a:latin typeface="Times New Roman"/>
                <a:cs typeface="Times New Roman"/>
              </a:rPr>
              <a:t>: CFB </a:t>
            </a:r>
            <a:r>
              <a:rPr lang="ru-RU" sz="2000" err="1">
                <a:latin typeface="Times New Roman"/>
                <a:cs typeface="Times New Roman"/>
              </a:rPr>
              <a:t>and</a:t>
            </a:r>
            <a:r>
              <a:rPr lang="ru-RU" sz="2000" dirty="0">
                <a:latin typeface="Times New Roman"/>
                <a:cs typeface="Times New Roman"/>
              </a:rPr>
              <a:t> OFB</a:t>
            </a:r>
          </a:p>
          <a:p>
            <a:r>
              <a:rPr lang="ru-RU" sz="2000" dirty="0">
                <a:latin typeface="Times New Roman"/>
                <a:cs typeface="Times New Roman"/>
              </a:rPr>
              <a:t>Security Analysis </a:t>
            </a:r>
            <a:r>
              <a:rPr lang="ru-RU" sz="2000" dirty="0" err="1">
                <a:latin typeface="Times New Roman"/>
                <a:cs typeface="Times New Roman"/>
              </a:rPr>
              <a:t>and</a:t>
            </a:r>
            <a:r>
              <a:rPr lang="ru-RU" sz="2000" dirty="0">
                <a:latin typeface="Times New Roman"/>
                <a:cs typeface="Times New Roman"/>
              </a:rPr>
              <a:t> </a:t>
            </a:r>
            <a:r>
              <a:rPr lang="ru-RU" sz="2000" dirty="0" err="1">
                <a:latin typeface="Times New Roman"/>
                <a:cs typeface="Times New Roman"/>
              </a:rPr>
              <a:t>Comparison</a:t>
            </a:r>
            <a:endParaRPr lang="ru-RU" sz="2000" dirty="0">
              <a:latin typeface="Times New Roman"/>
              <a:cs typeface="Times New Roman"/>
            </a:endParaRPr>
          </a:p>
          <a:p>
            <a:r>
              <a:rPr lang="ru-RU" sz="2000" err="1">
                <a:latin typeface="Times New Roman"/>
                <a:cs typeface="Times New Roman"/>
              </a:rPr>
              <a:t>Conclusion</a:t>
            </a:r>
            <a:endParaRPr lang="ru-RU" sz="2000">
              <a:latin typeface="Times New Roman"/>
              <a:cs typeface="Times New Roman"/>
            </a:endParaRPr>
          </a:p>
          <a:p>
            <a:endParaRPr lang="ru-RU" sz="2000" dirty="0">
              <a:highlight>
                <a:srgbClr val="FFFFFF"/>
              </a:highlight>
              <a:latin typeface="Times New Roman"/>
              <a:cs typeface="Times New Roman"/>
            </a:endParaRPr>
          </a:p>
        </p:txBody>
      </p:sp>
    </p:spTree>
    <p:extLst>
      <p:ext uri="{BB962C8B-B14F-4D97-AF65-F5344CB8AC3E}">
        <p14:creationId xmlns:p14="http://schemas.microsoft.com/office/powerpoint/2010/main" val="644349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a:extLst>
              <a:ext uri="{FF2B5EF4-FFF2-40B4-BE49-F238E27FC236}">
                <a16:creationId xmlns:a16="http://schemas.microsoft.com/office/drawing/2014/main" id="{4711D198-BC54-1A26-E453-415B3A49633C}"/>
              </a:ext>
            </a:extLst>
          </p:cNvPr>
          <p:cNvSpPr>
            <a:spLocks noGrp="1"/>
          </p:cNvSpPr>
          <p:nvPr>
            <p:ph type="title"/>
          </p:nvPr>
        </p:nvSpPr>
        <p:spPr>
          <a:xfrm>
            <a:off x="826396" y="586855"/>
            <a:ext cx="4230100" cy="3387497"/>
          </a:xfrm>
        </p:spPr>
        <p:txBody>
          <a:bodyPr anchor="b">
            <a:normAutofit/>
          </a:bodyPr>
          <a:lstStyle/>
          <a:p>
            <a:pPr algn="r"/>
            <a:r>
              <a:rPr lang="ru-RU" sz="4000" b="1" dirty="0">
                <a:solidFill>
                  <a:schemeClr val="bg1"/>
                </a:solidFill>
                <a:latin typeface="Times New Roman"/>
                <a:cs typeface="Times New Roman"/>
              </a:rPr>
              <a:t>1.Introduction: The </a:t>
            </a:r>
            <a:r>
              <a:rPr lang="ru-RU" sz="4000" b="1" err="1">
                <a:solidFill>
                  <a:schemeClr val="bg1"/>
                </a:solidFill>
                <a:latin typeface="Times New Roman"/>
                <a:cs typeface="Times New Roman"/>
              </a:rPr>
              <a:t>Need</a:t>
            </a:r>
            <a:r>
              <a:rPr lang="ru-RU" sz="4000" b="1" dirty="0">
                <a:solidFill>
                  <a:schemeClr val="bg1"/>
                </a:solidFill>
                <a:latin typeface="Times New Roman"/>
                <a:cs typeface="Times New Roman"/>
              </a:rPr>
              <a:t> </a:t>
            </a:r>
            <a:r>
              <a:rPr lang="ru-RU" sz="4000" b="1" err="1">
                <a:solidFill>
                  <a:schemeClr val="bg1"/>
                </a:solidFill>
                <a:latin typeface="Times New Roman"/>
                <a:cs typeface="Times New Roman"/>
              </a:rPr>
              <a:t>for</a:t>
            </a:r>
            <a:r>
              <a:rPr lang="ru-RU" sz="4000" b="1" dirty="0">
                <a:solidFill>
                  <a:schemeClr val="bg1"/>
                </a:solidFill>
                <a:latin typeface="Times New Roman"/>
                <a:cs typeface="Times New Roman"/>
              </a:rPr>
              <a:t> </a:t>
            </a:r>
            <a:r>
              <a:rPr lang="ru-RU" sz="4000" b="1" err="1">
                <a:solidFill>
                  <a:schemeClr val="bg1"/>
                </a:solidFill>
                <a:latin typeface="Times New Roman"/>
                <a:cs typeface="Times New Roman"/>
              </a:rPr>
              <a:t>Modes</a:t>
            </a:r>
            <a:r>
              <a:rPr lang="ru-RU" sz="4000" b="1" dirty="0">
                <a:solidFill>
                  <a:schemeClr val="bg1"/>
                </a:solidFill>
                <a:latin typeface="Times New Roman"/>
                <a:cs typeface="Times New Roman"/>
              </a:rPr>
              <a:t> </a:t>
            </a:r>
            <a:r>
              <a:rPr lang="ru-RU" sz="4000" b="1" err="1">
                <a:solidFill>
                  <a:schemeClr val="bg1"/>
                </a:solidFill>
                <a:latin typeface="Times New Roman"/>
                <a:cs typeface="Times New Roman"/>
              </a:rPr>
              <a:t>of</a:t>
            </a:r>
            <a:r>
              <a:rPr lang="ru-RU" sz="4000" b="1" dirty="0">
                <a:solidFill>
                  <a:schemeClr val="bg1"/>
                </a:solidFill>
                <a:latin typeface="Times New Roman"/>
                <a:cs typeface="Times New Roman"/>
              </a:rPr>
              <a:t> </a:t>
            </a:r>
            <a:r>
              <a:rPr lang="ru-RU" sz="4000" b="1" err="1">
                <a:solidFill>
                  <a:schemeClr val="bg1"/>
                </a:solidFill>
                <a:latin typeface="Times New Roman"/>
                <a:cs typeface="Times New Roman"/>
              </a:rPr>
              <a:t>Operation</a:t>
            </a:r>
            <a:endParaRPr lang="ru-RU" sz="4000" b="1">
              <a:solidFill>
                <a:schemeClr val="bg1"/>
              </a:solidFill>
              <a:latin typeface="Times New Roman"/>
              <a:cs typeface="Times New Roman"/>
            </a:endParaRPr>
          </a:p>
        </p:txBody>
      </p:sp>
      <p:sp>
        <p:nvSpPr>
          <p:cNvPr id="17" name="Объект 2">
            <a:extLst>
              <a:ext uri="{FF2B5EF4-FFF2-40B4-BE49-F238E27FC236}">
                <a16:creationId xmlns:a16="http://schemas.microsoft.com/office/drawing/2014/main" id="{6E566CF4-7CD9-4868-7FB8-95D549613A1E}"/>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b="1" dirty="0">
                <a:latin typeface="Times New Roman"/>
                <a:cs typeface="Times New Roman"/>
              </a:rPr>
              <a:t>1.1 The </a:t>
            </a:r>
            <a:r>
              <a:rPr lang="ru-RU" sz="2000" b="1" dirty="0" err="1">
                <a:latin typeface="Times New Roman"/>
                <a:cs typeface="Times New Roman"/>
              </a:rPr>
              <a:t>Fundamental</a:t>
            </a:r>
            <a:r>
              <a:rPr lang="ru-RU" sz="2000" b="1" dirty="0">
                <a:latin typeface="Times New Roman"/>
                <a:cs typeface="Times New Roman"/>
              </a:rPr>
              <a:t> </a:t>
            </a:r>
            <a:r>
              <a:rPr lang="ru-RU" sz="2000" b="1" dirty="0" err="1">
                <a:latin typeface="Times New Roman"/>
                <a:cs typeface="Times New Roman"/>
              </a:rPr>
              <a:t>Problem</a:t>
            </a:r>
            <a:endParaRPr lang="ru-RU" sz="2000" b="1" dirty="0" err="1">
              <a:latin typeface="Times New Roman"/>
              <a:cs typeface="Arial"/>
            </a:endParaRPr>
          </a:p>
          <a:p>
            <a:r>
              <a:rPr lang="ru-RU" sz="2000" b="1" dirty="0">
                <a:highlight>
                  <a:srgbClr val="FFFFFF"/>
                </a:highlight>
                <a:latin typeface="Times New Roman"/>
                <a:cs typeface="Times New Roman"/>
              </a:rPr>
              <a:t>1.2 Definition </a:t>
            </a:r>
            <a:r>
              <a:rPr lang="ru-RU" sz="2000" b="1" dirty="0" err="1">
                <a:highlight>
                  <a:srgbClr val="FFFFFF"/>
                </a:highlight>
                <a:latin typeface="Times New Roman"/>
                <a:cs typeface="Times New Roman"/>
              </a:rPr>
              <a:t>of</a:t>
            </a:r>
            <a:r>
              <a:rPr lang="ru-RU" sz="2000" b="1" dirty="0">
                <a:highlight>
                  <a:srgbClr val="FFFFFF"/>
                </a:highlight>
                <a:latin typeface="Times New Roman"/>
                <a:cs typeface="Times New Roman"/>
              </a:rPr>
              <a:t> Mode </a:t>
            </a:r>
            <a:r>
              <a:rPr lang="ru-RU" sz="2000" b="1" dirty="0" err="1">
                <a:highlight>
                  <a:srgbClr val="FFFFFF"/>
                </a:highlight>
                <a:latin typeface="Times New Roman"/>
                <a:cs typeface="Times New Roman"/>
              </a:rPr>
              <a:t>of</a:t>
            </a:r>
            <a:r>
              <a:rPr lang="ru-RU" sz="2000" b="1" dirty="0">
                <a:highlight>
                  <a:srgbClr val="FFFFFF"/>
                </a:highlight>
                <a:latin typeface="Times New Roman"/>
                <a:cs typeface="Times New Roman"/>
              </a:rPr>
              <a:t> </a:t>
            </a:r>
            <a:r>
              <a:rPr lang="ru-RU" sz="2000" b="1" dirty="0" err="1">
                <a:highlight>
                  <a:srgbClr val="FFFFFF"/>
                </a:highlight>
                <a:latin typeface="Times New Roman"/>
                <a:cs typeface="Times New Roman"/>
              </a:rPr>
              <a:t>Operation</a:t>
            </a:r>
          </a:p>
          <a:p>
            <a:r>
              <a:rPr lang="ru-RU" sz="2000" b="1" dirty="0">
                <a:highlight>
                  <a:srgbClr val="FFFFFF"/>
                </a:highlight>
                <a:latin typeface="Times New Roman"/>
                <a:cs typeface="Arial"/>
              </a:rPr>
              <a:t>1.3 Security </a:t>
            </a:r>
            <a:r>
              <a:rPr lang="ru-RU" sz="2000" b="1" dirty="0" err="1">
                <a:highlight>
                  <a:srgbClr val="FFFFFF"/>
                </a:highlight>
                <a:latin typeface="Times New Roman"/>
                <a:cs typeface="Arial"/>
              </a:rPr>
              <a:t>Requirements</a:t>
            </a:r>
            <a:r>
              <a:rPr lang="ru-RU" sz="2000" b="1" dirty="0">
                <a:highlight>
                  <a:srgbClr val="FFFFFF"/>
                </a:highlight>
                <a:latin typeface="Times New Roman"/>
                <a:cs typeface="Arial"/>
              </a:rPr>
              <a:t> </a:t>
            </a:r>
            <a:r>
              <a:rPr lang="ru-RU" sz="2000" b="1" dirty="0" err="1">
                <a:highlight>
                  <a:srgbClr val="FFFFFF"/>
                </a:highlight>
                <a:latin typeface="Times New Roman"/>
                <a:cs typeface="Arial"/>
              </a:rPr>
              <a:t>for</a:t>
            </a:r>
            <a:r>
              <a:rPr lang="ru-RU" sz="2000" b="1" dirty="0">
                <a:highlight>
                  <a:srgbClr val="FFFFFF"/>
                </a:highlight>
                <a:latin typeface="Times New Roman"/>
                <a:cs typeface="Arial"/>
              </a:rPr>
              <a:t> </a:t>
            </a:r>
            <a:r>
              <a:rPr lang="ru-RU" sz="2000" b="1" dirty="0" err="1">
                <a:highlight>
                  <a:srgbClr val="FFFFFF"/>
                </a:highlight>
                <a:latin typeface="Times New Roman"/>
                <a:cs typeface="Arial"/>
              </a:rPr>
              <a:t>Modes</a:t>
            </a:r>
          </a:p>
          <a:p>
            <a:endParaRPr lang="ru-RU" sz="2000" b="1" dirty="0">
              <a:highlight>
                <a:srgbClr val="FFFFFF"/>
              </a:highlight>
              <a:latin typeface="Times New Roman"/>
              <a:cs typeface="Arial"/>
            </a:endParaRPr>
          </a:p>
        </p:txBody>
      </p:sp>
    </p:spTree>
    <p:extLst>
      <p:ext uri="{BB962C8B-B14F-4D97-AF65-F5344CB8AC3E}">
        <p14:creationId xmlns:p14="http://schemas.microsoft.com/office/powerpoint/2010/main" val="432503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5">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7">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D65E1BC8-D893-1FAD-F6BC-0A776B9E6083}"/>
              </a:ext>
            </a:extLst>
          </p:cNvPr>
          <p:cNvSpPr>
            <a:spLocks noGrp="1"/>
          </p:cNvSpPr>
          <p:nvPr>
            <p:ph type="title"/>
          </p:nvPr>
        </p:nvSpPr>
        <p:spPr>
          <a:xfrm>
            <a:off x="1371599" y="294538"/>
            <a:ext cx="9895951" cy="1033669"/>
          </a:xfrm>
        </p:spPr>
        <p:txBody>
          <a:bodyPr>
            <a:normAutofit/>
          </a:bodyPr>
          <a:lstStyle/>
          <a:p>
            <a:r>
              <a:rPr lang="ru-RU" sz="3400" b="1">
                <a:solidFill>
                  <a:srgbClr val="FFFFFF"/>
                </a:solidFill>
                <a:latin typeface="Times New Roman"/>
                <a:cs typeface="Times New Roman"/>
              </a:rPr>
              <a:t>1.Introduction: The Need for Modes of Operation</a:t>
            </a:r>
            <a:endParaRPr lang="ru-RU" sz="34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25D131E6-DE5F-98CB-EA71-371D9491EBDA}"/>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dirty="0">
                <a:highlight>
                  <a:srgbClr val="FFFFFF"/>
                </a:highlight>
                <a:latin typeface="Times New Roman"/>
                <a:cs typeface="Arial"/>
              </a:rPr>
              <a:t>Block </a:t>
            </a:r>
            <a:r>
              <a:rPr lang="ru-RU" sz="2000" err="1">
                <a:highlight>
                  <a:srgbClr val="FFFFFF"/>
                </a:highlight>
                <a:latin typeface="Times New Roman"/>
                <a:cs typeface="Arial"/>
              </a:rPr>
              <a:t>ciphers</a:t>
            </a:r>
            <a:r>
              <a:rPr lang="ru-RU" sz="2000" dirty="0">
                <a:highlight>
                  <a:srgbClr val="FFFFFF"/>
                </a:highlight>
                <a:latin typeface="Times New Roman"/>
                <a:cs typeface="Arial"/>
              </a:rPr>
              <a:t> </a:t>
            </a:r>
            <a:r>
              <a:rPr lang="ru-RU" sz="2000" err="1">
                <a:highlight>
                  <a:srgbClr val="FFFFFF"/>
                </a:highlight>
                <a:latin typeface="Times New Roman"/>
                <a:cs typeface="Arial"/>
              </a:rPr>
              <a:t>like</a:t>
            </a:r>
            <a:r>
              <a:rPr lang="ru-RU" sz="2000" dirty="0">
                <a:highlight>
                  <a:srgbClr val="FFFFFF"/>
                </a:highlight>
                <a:latin typeface="Times New Roman"/>
                <a:cs typeface="Arial"/>
              </a:rPr>
              <a:t> AES </a:t>
            </a:r>
            <a:r>
              <a:rPr lang="ru-RU" sz="2000" err="1">
                <a:highlight>
                  <a:srgbClr val="FFFFFF"/>
                </a:highlight>
                <a:latin typeface="Times New Roman"/>
                <a:cs typeface="Arial"/>
              </a:rPr>
              <a:t>and</a:t>
            </a:r>
            <a:r>
              <a:rPr lang="ru-RU" sz="2000" dirty="0">
                <a:highlight>
                  <a:srgbClr val="FFFFFF"/>
                </a:highlight>
                <a:latin typeface="Times New Roman"/>
                <a:cs typeface="Arial"/>
              </a:rPr>
              <a:t> DES </a:t>
            </a:r>
            <a:r>
              <a:rPr lang="ru-RU" sz="2000" err="1">
                <a:highlight>
                  <a:srgbClr val="FFFFFF"/>
                </a:highlight>
                <a:latin typeface="Times New Roman"/>
                <a:cs typeface="Arial"/>
              </a:rPr>
              <a:t>operate</a:t>
            </a:r>
            <a:r>
              <a:rPr lang="ru-RU" sz="2000" dirty="0">
                <a:highlight>
                  <a:srgbClr val="FFFFFF"/>
                </a:highlight>
                <a:latin typeface="Times New Roman"/>
                <a:cs typeface="Arial"/>
              </a:rPr>
              <a:t> </a:t>
            </a:r>
            <a:r>
              <a:rPr lang="ru-RU" sz="2000" err="1">
                <a:highlight>
                  <a:srgbClr val="FFFFFF"/>
                </a:highlight>
                <a:latin typeface="Times New Roman"/>
                <a:cs typeface="Arial"/>
              </a:rPr>
              <a:t>on</a:t>
            </a:r>
            <a:r>
              <a:rPr lang="ru-RU" sz="2000" dirty="0">
                <a:highlight>
                  <a:srgbClr val="FFFFFF"/>
                </a:highlight>
                <a:latin typeface="Times New Roman"/>
                <a:cs typeface="Arial"/>
              </a:rPr>
              <a:t> </a:t>
            </a:r>
            <a:r>
              <a:rPr lang="ru-RU" sz="2000" err="1">
                <a:highlight>
                  <a:srgbClr val="FFFFFF"/>
                </a:highlight>
                <a:latin typeface="Times New Roman"/>
                <a:cs typeface="Arial"/>
              </a:rPr>
              <a:t>fixed-length</a:t>
            </a:r>
            <a:r>
              <a:rPr lang="ru-RU" sz="2000" dirty="0">
                <a:highlight>
                  <a:srgbClr val="FFFFFF"/>
                </a:highlight>
                <a:latin typeface="Times New Roman"/>
                <a:cs typeface="Arial"/>
              </a:rPr>
              <a:t> </a:t>
            </a:r>
            <a:r>
              <a:rPr lang="ru-RU" sz="2000" err="1">
                <a:highlight>
                  <a:srgbClr val="FFFFFF"/>
                </a:highlight>
                <a:latin typeface="Times New Roman"/>
                <a:cs typeface="Arial"/>
              </a:rPr>
              <a:t>blocks</a:t>
            </a:r>
            <a:r>
              <a:rPr lang="ru-RU" sz="2000" dirty="0">
                <a:highlight>
                  <a:srgbClr val="FFFFFF"/>
                </a:highlight>
                <a:latin typeface="Times New Roman"/>
                <a:cs typeface="Arial"/>
              </a:rPr>
              <a:t>. </a:t>
            </a:r>
            <a:r>
              <a:rPr lang="ru-RU" sz="2000" err="1">
                <a:highlight>
                  <a:srgbClr val="FFFFFF"/>
                </a:highlight>
                <a:latin typeface="Times New Roman"/>
                <a:cs typeface="Arial"/>
              </a:rPr>
              <a:t>However</a:t>
            </a:r>
            <a:r>
              <a:rPr lang="ru-RU" sz="2000" dirty="0">
                <a:highlight>
                  <a:srgbClr val="FFFFFF"/>
                </a:highlight>
                <a:latin typeface="Times New Roman"/>
                <a:cs typeface="Arial"/>
              </a:rPr>
              <a:t>, </a:t>
            </a:r>
            <a:r>
              <a:rPr lang="ru-RU" sz="2000" err="1">
                <a:highlight>
                  <a:srgbClr val="FFFFFF"/>
                </a:highlight>
                <a:latin typeface="Times New Roman"/>
                <a:cs typeface="Arial"/>
              </a:rPr>
              <a:t>real-world</a:t>
            </a:r>
            <a:r>
              <a:rPr lang="ru-RU" sz="2000" dirty="0">
                <a:highlight>
                  <a:srgbClr val="FFFFFF"/>
                </a:highlight>
                <a:latin typeface="Times New Roman"/>
                <a:cs typeface="Arial"/>
              </a:rPr>
              <a:t> </a:t>
            </a:r>
            <a:r>
              <a:rPr lang="ru-RU" sz="2000" err="1">
                <a:highlight>
                  <a:srgbClr val="FFFFFF"/>
                </a:highlight>
                <a:latin typeface="Times New Roman"/>
                <a:cs typeface="Arial"/>
              </a:rPr>
              <a:t>applications</a:t>
            </a:r>
            <a:r>
              <a:rPr lang="ru-RU" sz="2000" dirty="0">
                <a:highlight>
                  <a:srgbClr val="FFFFFF"/>
                </a:highlight>
                <a:latin typeface="Times New Roman"/>
                <a:cs typeface="Arial"/>
              </a:rPr>
              <a:t> </a:t>
            </a:r>
            <a:r>
              <a:rPr lang="ru-RU" sz="2000" err="1">
                <a:highlight>
                  <a:srgbClr val="FFFFFF"/>
                </a:highlight>
                <a:latin typeface="Times New Roman"/>
                <a:cs typeface="Arial"/>
              </a:rPr>
              <a:t>require</a:t>
            </a:r>
            <a:r>
              <a:rPr lang="ru-RU" sz="2000" dirty="0">
                <a:highlight>
                  <a:srgbClr val="FFFFFF"/>
                </a:highlight>
                <a:latin typeface="Times New Roman"/>
                <a:cs typeface="Arial"/>
              </a:rPr>
              <a:t> </a:t>
            </a:r>
            <a:r>
              <a:rPr lang="ru-RU" sz="2000" err="1">
                <a:highlight>
                  <a:srgbClr val="FFFFFF"/>
                </a:highlight>
                <a:latin typeface="Times New Roman"/>
                <a:cs typeface="Arial"/>
              </a:rPr>
              <a:t>encrypting</a:t>
            </a:r>
            <a:r>
              <a:rPr lang="ru-RU" sz="2000" dirty="0">
                <a:highlight>
                  <a:srgbClr val="FFFFFF"/>
                </a:highlight>
                <a:latin typeface="Times New Roman"/>
                <a:cs typeface="Arial"/>
              </a:rPr>
              <a:t> </a:t>
            </a:r>
            <a:r>
              <a:rPr lang="ru-RU" sz="2000" err="1">
                <a:highlight>
                  <a:srgbClr val="FFFFFF"/>
                </a:highlight>
                <a:latin typeface="Times New Roman"/>
                <a:cs typeface="Arial"/>
              </a:rPr>
              <a:t>data</a:t>
            </a:r>
            <a:r>
              <a:rPr lang="ru-RU" sz="2000" dirty="0">
                <a:highlight>
                  <a:srgbClr val="FFFFFF"/>
                </a:highlight>
                <a:latin typeface="Times New Roman"/>
                <a:cs typeface="Arial"/>
              </a:rPr>
              <a:t> </a:t>
            </a:r>
            <a:r>
              <a:rPr lang="ru-RU" sz="2000" err="1">
                <a:highlight>
                  <a:srgbClr val="FFFFFF"/>
                </a:highlight>
                <a:latin typeface="Times New Roman"/>
                <a:cs typeface="Arial"/>
              </a:rPr>
              <a:t>of</a:t>
            </a:r>
            <a:r>
              <a:rPr lang="ru-RU" sz="2000" dirty="0">
                <a:highlight>
                  <a:srgbClr val="FFFFFF"/>
                </a:highlight>
                <a:latin typeface="Times New Roman"/>
                <a:cs typeface="Arial"/>
              </a:rPr>
              <a:t> </a:t>
            </a:r>
            <a:r>
              <a:rPr lang="ru-RU" sz="2000" err="1">
                <a:highlight>
                  <a:srgbClr val="FFFFFF"/>
                </a:highlight>
                <a:latin typeface="Times New Roman"/>
                <a:cs typeface="Arial"/>
              </a:rPr>
              <a:t>arbitrary</a:t>
            </a:r>
            <a:r>
              <a:rPr lang="ru-RU" sz="2000" dirty="0">
                <a:highlight>
                  <a:srgbClr val="FFFFFF"/>
                </a:highlight>
                <a:latin typeface="Times New Roman"/>
                <a:cs typeface="Arial"/>
              </a:rPr>
              <a:t> </a:t>
            </a:r>
            <a:r>
              <a:rPr lang="ru-RU" sz="2000" err="1">
                <a:highlight>
                  <a:srgbClr val="FFFFFF"/>
                </a:highlight>
                <a:latin typeface="Times New Roman"/>
                <a:cs typeface="Arial"/>
              </a:rPr>
              <a:t>length</a:t>
            </a:r>
            <a:r>
              <a:rPr lang="ru-RU" sz="2000" dirty="0">
                <a:highlight>
                  <a:srgbClr val="FFFFFF"/>
                </a:highlight>
                <a:latin typeface="Times New Roman"/>
                <a:cs typeface="Arial"/>
              </a:rPr>
              <a:t>: </a:t>
            </a:r>
            <a:r>
              <a:rPr lang="ru-RU" sz="2000" err="1">
                <a:highlight>
                  <a:srgbClr val="FFFFFF"/>
                </a:highlight>
                <a:latin typeface="Times New Roman"/>
                <a:cs typeface="Arial"/>
              </a:rPr>
              <a:t>files</a:t>
            </a:r>
            <a:r>
              <a:rPr lang="ru-RU" sz="2000" dirty="0">
                <a:highlight>
                  <a:srgbClr val="FFFFFF"/>
                </a:highlight>
                <a:latin typeface="Times New Roman"/>
                <a:cs typeface="Arial"/>
              </a:rPr>
              <a:t>, </a:t>
            </a:r>
            <a:r>
              <a:rPr lang="ru-RU" sz="2000" err="1">
                <a:highlight>
                  <a:srgbClr val="FFFFFF"/>
                </a:highlight>
                <a:latin typeface="Times New Roman"/>
                <a:cs typeface="Arial"/>
              </a:rPr>
              <a:t>network</a:t>
            </a:r>
            <a:r>
              <a:rPr lang="ru-RU" sz="2000" dirty="0">
                <a:highlight>
                  <a:srgbClr val="FFFFFF"/>
                </a:highlight>
                <a:latin typeface="Times New Roman"/>
                <a:cs typeface="Arial"/>
              </a:rPr>
              <a:t> </a:t>
            </a:r>
            <a:r>
              <a:rPr lang="ru-RU" sz="2000" err="1">
                <a:highlight>
                  <a:srgbClr val="FFFFFF"/>
                </a:highlight>
                <a:latin typeface="Times New Roman"/>
                <a:cs typeface="Arial"/>
              </a:rPr>
              <a:t>packets</a:t>
            </a:r>
            <a:r>
              <a:rPr lang="ru-RU" sz="2000" dirty="0">
                <a:highlight>
                  <a:srgbClr val="FFFFFF"/>
                </a:highlight>
                <a:latin typeface="Times New Roman"/>
                <a:cs typeface="Arial"/>
              </a:rPr>
              <a:t>, </a:t>
            </a:r>
            <a:r>
              <a:rPr lang="ru-RU" sz="2000" err="1">
                <a:highlight>
                  <a:srgbClr val="FFFFFF"/>
                </a:highlight>
                <a:latin typeface="Times New Roman"/>
                <a:cs typeface="Arial"/>
              </a:rPr>
              <a:t>disk</a:t>
            </a:r>
            <a:r>
              <a:rPr lang="ru-RU" sz="2000" dirty="0">
                <a:highlight>
                  <a:srgbClr val="FFFFFF"/>
                </a:highlight>
                <a:latin typeface="Times New Roman"/>
                <a:cs typeface="Arial"/>
              </a:rPr>
              <a:t> </a:t>
            </a:r>
            <a:r>
              <a:rPr lang="ru-RU" sz="2000" err="1">
                <a:highlight>
                  <a:srgbClr val="FFFFFF"/>
                </a:highlight>
                <a:latin typeface="Times New Roman"/>
                <a:cs typeface="Arial"/>
              </a:rPr>
              <a:t>sectors</a:t>
            </a:r>
            <a:r>
              <a:rPr lang="ru-RU" sz="2000" dirty="0">
                <a:highlight>
                  <a:srgbClr val="FFFFFF"/>
                </a:highlight>
                <a:latin typeface="Times New Roman"/>
                <a:cs typeface="Arial"/>
              </a:rPr>
              <a:t>, </a:t>
            </a:r>
            <a:r>
              <a:rPr lang="ru-RU" sz="2000" err="1">
                <a:highlight>
                  <a:srgbClr val="FFFFFF"/>
                </a:highlight>
                <a:latin typeface="Times New Roman"/>
                <a:cs typeface="Arial"/>
              </a:rPr>
              <a:t>streaming</a:t>
            </a:r>
            <a:r>
              <a:rPr lang="ru-RU" sz="2000" dirty="0">
                <a:highlight>
                  <a:srgbClr val="FFFFFF"/>
                </a:highlight>
                <a:latin typeface="Times New Roman"/>
                <a:cs typeface="Arial"/>
              </a:rPr>
              <a:t> </a:t>
            </a:r>
            <a:r>
              <a:rPr lang="ru-RU" sz="2000" err="1">
                <a:highlight>
                  <a:srgbClr val="FFFFFF"/>
                </a:highlight>
                <a:latin typeface="Times New Roman"/>
                <a:cs typeface="Arial"/>
              </a:rPr>
              <a:t>data</a:t>
            </a:r>
            <a:r>
              <a:rPr lang="ru-RU" sz="2000" dirty="0">
                <a:highlight>
                  <a:srgbClr val="FFFFFF"/>
                </a:highlight>
                <a:latin typeface="Times New Roman"/>
                <a:cs typeface="Arial"/>
              </a:rPr>
              <a:t>. </a:t>
            </a:r>
            <a:r>
              <a:rPr lang="ru-RU" sz="2000" err="1">
                <a:highlight>
                  <a:srgbClr val="FFFFFF"/>
                </a:highlight>
                <a:latin typeface="Times New Roman"/>
                <a:cs typeface="Arial"/>
              </a:rPr>
              <a:t>Modes</a:t>
            </a:r>
            <a:r>
              <a:rPr lang="ru-RU" sz="2000" dirty="0">
                <a:highlight>
                  <a:srgbClr val="FFFFFF"/>
                </a:highlight>
                <a:latin typeface="Times New Roman"/>
                <a:cs typeface="Arial"/>
              </a:rPr>
              <a:t> </a:t>
            </a:r>
            <a:r>
              <a:rPr lang="ru-RU" sz="2000" err="1">
                <a:highlight>
                  <a:srgbClr val="FFFFFF"/>
                </a:highlight>
                <a:latin typeface="Times New Roman"/>
                <a:cs typeface="Arial"/>
              </a:rPr>
              <a:t>of</a:t>
            </a:r>
            <a:r>
              <a:rPr lang="ru-RU" sz="2000" dirty="0">
                <a:highlight>
                  <a:srgbClr val="FFFFFF"/>
                </a:highlight>
                <a:latin typeface="Times New Roman"/>
                <a:cs typeface="Arial"/>
              </a:rPr>
              <a:t> </a:t>
            </a:r>
            <a:r>
              <a:rPr lang="ru-RU" sz="2000" err="1">
                <a:highlight>
                  <a:srgbClr val="FFFFFF"/>
                </a:highlight>
                <a:latin typeface="Times New Roman"/>
                <a:cs typeface="Arial"/>
              </a:rPr>
              <a:t>operation</a:t>
            </a:r>
            <a:r>
              <a:rPr lang="ru-RU" sz="2000" dirty="0">
                <a:highlight>
                  <a:srgbClr val="FFFFFF"/>
                </a:highlight>
                <a:latin typeface="Times New Roman"/>
                <a:cs typeface="Arial"/>
              </a:rPr>
              <a:t> </a:t>
            </a:r>
            <a:r>
              <a:rPr lang="ru-RU" sz="2000" err="1">
                <a:highlight>
                  <a:srgbClr val="FFFFFF"/>
                </a:highlight>
                <a:latin typeface="Times New Roman"/>
                <a:cs typeface="Arial"/>
              </a:rPr>
              <a:t>provide</a:t>
            </a:r>
            <a:r>
              <a:rPr lang="ru-RU" sz="2000" dirty="0">
                <a:highlight>
                  <a:srgbClr val="FFFFFF"/>
                </a:highlight>
                <a:latin typeface="Times New Roman"/>
                <a:cs typeface="Arial"/>
              </a:rPr>
              <a:t> </a:t>
            </a:r>
            <a:r>
              <a:rPr lang="ru-RU" sz="2000" err="1">
                <a:highlight>
                  <a:srgbClr val="FFFFFF"/>
                </a:highlight>
                <a:latin typeface="Times New Roman"/>
                <a:cs typeface="Arial"/>
              </a:rPr>
              <a:t>systematic</a:t>
            </a:r>
            <a:r>
              <a:rPr lang="ru-RU" sz="2000" dirty="0">
                <a:highlight>
                  <a:srgbClr val="FFFFFF"/>
                </a:highlight>
                <a:latin typeface="Times New Roman"/>
                <a:cs typeface="Arial"/>
              </a:rPr>
              <a:t> </a:t>
            </a:r>
            <a:r>
              <a:rPr lang="ru-RU" sz="2000" err="1">
                <a:highlight>
                  <a:srgbClr val="FFFFFF"/>
                </a:highlight>
                <a:latin typeface="Times New Roman"/>
                <a:cs typeface="Arial"/>
              </a:rPr>
              <a:t>methods</a:t>
            </a:r>
            <a:r>
              <a:rPr lang="ru-RU" sz="2000" dirty="0">
                <a:highlight>
                  <a:srgbClr val="FFFFFF"/>
                </a:highlight>
                <a:latin typeface="Times New Roman"/>
                <a:cs typeface="Arial"/>
              </a:rPr>
              <a:t> </a:t>
            </a:r>
            <a:r>
              <a:rPr lang="ru-RU" sz="2000" err="1">
                <a:highlight>
                  <a:srgbClr val="FFFFFF"/>
                </a:highlight>
                <a:latin typeface="Times New Roman"/>
                <a:cs typeface="Arial"/>
              </a:rPr>
              <a:t>for</a:t>
            </a:r>
            <a:r>
              <a:rPr lang="ru-RU" sz="2000" dirty="0">
                <a:highlight>
                  <a:srgbClr val="FFFFFF"/>
                </a:highlight>
                <a:latin typeface="Times New Roman"/>
                <a:cs typeface="Arial"/>
              </a:rPr>
              <a:t> </a:t>
            </a:r>
            <a:r>
              <a:rPr lang="ru-RU" sz="2000" err="1">
                <a:highlight>
                  <a:srgbClr val="FFFFFF"/>
                </a:highlight>
                <a:latin typeface="Times New Roman"/>
                <a:cs typeface="Arial"/>
              </a:rPr>
              <a:t>applying</a:t>
            </a:r>
            <a:r>
              <a:rPr lang="ru-RU" sz="2000" dirty="0">
                <a:highlight>
                  <a:srgbClr val="FFFFFF"/>
                </a:highlight>
                <a:latin typeface="Times New Roman"/>
                <a:cs typeface="Arial"/>
              </a:rPr>
              <a:t> </a:t>
            </a:r>
            <a:r>
              <a:rPr lang="ru-RU" sz="2000" err="1">
                <a:highlight>
                  <a:srgbClr val="FFFFFF"/>
                </a:highlight>
                <a:latin typeface="Times New Roman"/>
                <a:cs typeface="Arial"/>
              </a:rPr>
              <a:t>block</a:t>
            </a:r>
            <a:r>
              <a:rPr lang="ru-RU" sz="2000" dirty="0">
                <a:highlight>
                  <a:srgbClr val="FFFFFF"/>
                </a:highlight>
                <a:latin typeface="Times New Roman"/>
                <a:cs typeface="Arial"/>
              </a:rPr>
              <a:t> </a:t>
            </a:r>
            <a:r>
              <a:rPr lang="ru-RU" sz="2000" err="1">
                <a:highlight>
                  <a:srgbClr val="FFFFFF"/>
                </a:highlight>
                <a:latin typeface="Times New Roman"/>
                <a:cs typeface="Arial"/>
              </a:rPr>
              <a:t>ciphers</a:t>
            </a:r>
            <a:r>
              <a:rPr lang="ru-RU" sz="2000" dirty="0">
                <a:highlight>
                  <a:srgbClr val="FFFFFF"/>
                </a:highlight>
                <a:latin typeface="Times New Roman"/>
                <a:cs typeface="Arial"/>
              </a:rPr>
              <a:t> </a:t>
            </a:r>
            <a:r>
              <a:rPr lang="ru-RU" sz="2000" err="1">
                <a:highlight>
                  <a:srgbClr val="FFFFFF"/>
                </a:highlight>
                <a:latin typeface="Times New Roman"/>
                <a:cs typeface="Arial"/>
              </a:rPr>
              <a:t>to</a:t>
            </a:r>
            <a:r>
              <a:rPr lang="ru-RU" sz="2000" dirty="0">
                <a:highlight>
                  <a:srgbClr val="FFFFFF"/>
                </a:highlight>
                <a:latin typeface="Times New Roman"/>
                <a:cs typeface="Arial"/>
              </a:rPr>
              <a:t> </a:t>
            </a:r>
            <a:r>
              <a:rPr lang="ru-RU" sz="2000" err="1">
                <a:highlight>
                  <a:srgbClr val="FFFFFF"/>
                </a:highlight>
                <a:latin typeface="Times New Roman"/>
                <a:cs typeface="Arial"/>
              </a:rPr>
              <a:t>data</a:t>
            </a:r>
            <a:r>
              <a:rPr lang="ru-RU" sz="2000" dirty="0">
                <a:highlight>
                  <a:srgbClr val="FFFFFF"/>
                </a:highlight>
                <a:latin typeface="Times New Roman"/>
                <a:cs typeface="Arial"/>
              </a:rPr>
              <a:t> </a:t>
            </a:r>
            <a:r>
              <a:rPr lang="ru-RU" sz="2000" err="1">
                <a:highlight>
                  <a:srgbClr val="FFFFFF"/>
                </a:highlight>
                <a:latin typeface="Times New Roman"/>
                <a:cs typeface="Arial"/>
              </a:rPr>
              <a:t>exceeding</a:t>
            </a:r>
            <a:r>
              <a:rPr lang="ru-RU" sz="2000" dirty="0">
                <a:highlight>
                  <a:srgbClr val="FFFFFF"/>
                </a:highlight>
                <a:latin typeface="Times New Roman"/>
                <a:cs typeface="Arial"/>
              </a:rPr>
              <a:t> </a:t>
            </a:r>
            <a:r>
              <a:rPr lang="ru-RU" sz="2000" err="1">
                <a:highlight>
                  <a:srgbClr val="FFFFFF"/>
                </a:highlight>
                <a:latin typeface="Times New Roman"/>
                <a:cs typeface="Arial"/>
              </a:rPr>
              <a:t>one</a:t>
            </a:r>
            <a:r>
              <a:rPr lang="ru-RU" sz="2000" dirty="0">
                <a:highlight>
                  <a:srgbClr val="FFFFFF"/>
                </a:highlight>
                <a:latin typeface="Times New Roman"/>
                <a:cs typeface="Arial"/>
              </a:rPr>
              <a:t> </a:t>
            </a:r>
            <a:r>
              <a:rPr lang="ru-RU" sz="2000" err="1">
                <a:highlight>
                  <a:srgbClr val="FFFFFF"/>
                </a:highlight>
                <a:latin typeface="Times New Roman"/>
                <a:cs typeface="Arial"/>
              </a:rPr>
              <a:t>block</a:t>
            </a:r>
            <a:r>
              <a:rPr lang="ru-RU" sz="2000" dirty="0">
                <a:highlight>
                  <a:srgbClr val="FFFFFF"/>
                </a:highlight>
                <a:latin typeface="Times New Roman"/>
                <a:cs typeface="Arial"/>
              </a:rPr>
              <a:t> </a:t>
            </a:r>
            <a:r>
              <a:rPr lang="ru-RU" sz="2000" err="1">
                <a:highlight>
                  <a:srgbClr val="FFFFFF"/>
                </a:highlight>
                <a:latin typeface="Times New Roman"/>
                <a:cs typeface="Arial"/>
              </a:rPr>
              <a:t>in</a:t>
            </a:r>
            <a:r>
              <a:rPr lang="ru-RU" sz="2000" dirty="0">
                <a:highlight>
                  <a:srgbClr val="FFFFFF"/>
                </a:highlight>
                <a:latin typeface="Times New Roman"/>
                <a:cs typeface="Arial"/>
              </a:rPr>
              <a:t> </a:t>
            </a:r>
            <a:r>
              <a:rPr lang="ru-RU" sz="2000" err="1">
                <a:highlight>
                  <a:srgbClr val="FFFFFF"/>
                </a:highlight>
                <a:latin typeface="Times New Roman"/>
                <a:cs typeface="Arial"/>
              </a:rPr>
              <a:t>length</a:t>
            </a:r>
            <a:r>
              <a:rPr lang="ru-RU" sz="2000" dirty="0">
                <a:highlight>
                  <a:srgbClr val="FFFFFF"/>
                </a:highlight>
                <a:latin typeface="Times New Roman"/>
                <a:cs typeface="Arial"/>
              </a:rPr>
              <a:t> </a:t>
            </a:r>
            <a:r>
              <a:rPr lang="ru-RU" sz="2000" err="1">
                <a:highlight>
                  <a:srgbClr val="FFFFFF"/>
                </a:highlight>
                <a:latin typeface="Times New Roman"/>
                <a:cs typeface="Arial"/>
              </a:rPr>
              <a:t>while</a:t>
            </a:r>
            <a:r>
              <a:rPr lang="ru-RU" sz="2000" dirty="0">
                <a:highlight>
                  <a:srgbClr val="FFFFFF"/>
                </a:highlight>
                <a:latin typeface="Times New Roman"/>
                <a:cs typeface="Arial"/>
              </a:rPr>
              <a:t> </a:t>
            </a:r>
            <a:r>
              <a:rPr lang="ru-RU" sz="2000" err="1">
                <a:highlight>
                  <a:srgbClr val="FFFFFF"/>
                </a:highlight>
                <a:latin typeface="Times New Roman"/>
                <a:cs typeface="Arial"/>
              </a:rPr>
              <a:t>maintaining</a:t>
            </a:r>
            <a:r>
              <a:rPr lang="ru-RU" sz="2000" dirty="0">
                <a:highlight>
                  <a:srgbClr val="FFFFFF"/>
                </a:highlight>
                <a:latin typeface="Times New Roman"/>
                <a:cs typeface="Arial"/>
              </a:rPr>
              <a:t> </a:t>
            </a:r>
            <a:r>
              <a:rPr lang="ru-RU" sz="2000" err="1">
                <a:highlight>
                  <a:srgbClr val="FFFFFF"/>
                </a:highlight>
                <a:latin typeface="Times New Roman"/>
                <a:cs typeface="Arial"/>
              </a:rPr>
              <a:t>security</a:t>
            </a:r>
            <a:r>
              <a:rPr lang="ru-RU" sz="2000" dirty="0">
                <a:highlight>
                  <a:srgbClr val="FFFFFF"/>
                </a:highlight>
                <a:latin typeface="Times New Roman"/>
                <a:cs typeface="Arial"/>
              </a:rPr>
              <a:t> </a:t>
            </a:r>
            <a:r>
              <a:rPr lang="ru-RU" sz="2000" err="1">
                <a:highlight>
                  <a:srgbClr val="FFFFFF"/>
                </a:highlight>
                <a:latin typeface="Times New Roman"/>
                <a:cs typeface="Arial"/>
              </a:rPr>
              <a:t>properties</a:t>
            </a:r>
            <a:r>
              <a:rPr lang="ru-RU" sz="2000" dirty="0">
                <a:highlight>
                  <a:srgbClr val="FFFFFF"/>
                </a:highlight>
                <a:latin typeface="Times New Roman"/>
                <a:cs typeface="Arial"/>
              </a:rPr>
              <a:t>.</a:t>
            </a:r>
            <a:endParaRPr lang="ru-RU" sz="2000">
              <a:latin typeface="Times New Roman"/>
              <a:cs typeface="Arial"/>
            </a:endParaRPr>
          </a:p>
        </p:txBody>
      </p:sp>
    </p:spTree>
    <p:extLst>
      <p:ext uri="{BB962C8B-B14F-4D97-AF65-F5344CB8AC3E}">
        <p14:creationId xmlns:p14="http://schemas.microsoft.com/office/powerpoint/2010/main" val="1922538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D9659A7-B2F1-2D89-C3D9-7AF0DC28ACAB}"/>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1.1 The </a:t>
            </a:r>
            <a:r>
              <a:rPr lang="ru-RU" sz="4000" b="1" err="1">
                <a:solidFill>
                  <a:srgbClr val="FFFFFF"/>
                </a:solidFill>
                <a:latin typeface="Times New Roman"/>
                <a:cs typeface="Times New Roman"/>
              </a:rPr>
              <a:t>Fundamental</a:t>
            </a:r>
            <a:r>
              <a:rPr lang="ru-RU" sz="4000" b="1" dirty="0">
                <a:solidFill>
                  <a:srgbClr val="FFFFFF"/>
                </a:solidFill>
                <a:latin typeface="Times New Roman"/>
                <a:cs typeface="Times New Roman"/>
              </a:rPr>
              <a:t> </a:t>
            </a:r>
            <a:r>
              <a:rPr lang="ru-RU" sz="4000" b="1" err="1">
                <a:solidFill>
                  <a:srgbClr val="FFFFFF"/>
                </a:solidFill>
                <a:latin typeface="Times New Roman"/>
                <a:cs typeface="Times New Roman"/>
              </a:rPr>
              <a:t>Problem</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7065968A-D05D-893A-DA5B-04881B2C1B0D}"/>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b="1" dirty="0" err="1">
                <a:highlight>
                  <a:srgbClr val="FFFFFF"/>
                </a:highlight>
                <a:latin typeface="Times New Roman"/>
                <a:cs typeface="Times New Roman"/>
              </a:rPr>
              <a:t>Problem</a:t>
            </a:r>
            <a:r>
              <a:rPr lang="ru-RU" sz="2000" b="1" dirty="0">
                <a:highlight>
                  <a:srgbClr val="FFFFFF"/>
                </a:highlight>
                <a:latin typeface="Times New Roman"/>
                <a:cs typeface="Times New Roman"/>
              </a:rPr>
              <a:t> </a:t>
            </a:r>
            <a:r>
              <a:rPr lang="ru-RU" sz="2000" b="1" dirty="0" err="1">
                <a:highlight>
                  <a:srgbClr val="FFFFFF"/>
                </a:highlight>
                <a:latin typeface="Times New Roman"/>
                <a:cs typeface="Times New Roman"/>
              </a:rPr>
              <a:t>Statement</a:t>
            </a:r>
            <a:r>
              <a:rPr lang="ru-RU" sz="2000" b="1" dirty="0">
                <a:highlight>
                  <a:srgbClr val="FFFFFF"/>
                </a:highlight>
                <a:latin typeface="Times New Roman"/>
                <a:cs typeface="Times New Roman"/>
              </a:rPr>
              <a:t>: </a:t>
            </a:r>
            <a:r>
              <a:rPr lang="ru-RU" sz="2000" dirty="0" err="1">
                <a:highlight>
                  <a:srgbClr val="FFFFFF"/>
                </a:highlight>
                <a:latin typeface="Times New Roman"/>
                <a:cs typeface="Times New Roman"/>
              </a:rPr>
              <a:t>Given</a:t>
            </a:r>
            <a:r>
              <a:rPr lang="ru-RU" sz="2000" dirty="0">
                <a:highlight>
                  <a:srgbClr val="FFFFFF"/>
                </a:highlight>
                <a:latin typeface="Times New Roman"/>
                <a:cs typeface="Times New Roman"/>
              </a:rPr>
              <a:t> a </a:t>
            </a:r>
            <a:r>
              <a:rPr lang="ru-RU" sz="2000" dirty="0" err="1">
                <a:highlight>
                  <a:srgbClr val="FFFFFF"/>
                </a:highlight>
                <a:latin typeface="Times New Roman"/>
                <a:cs typeface="Times New Roman"/>
              </a:rPr>
              <a:t>block</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cipher</a:t>
            </a:r>
            <a:r>
              <a:rPr lang="ru-RU" sz="2000" dirty="0">
                <a:highlight>
                  <a:srgbClr val="FFFFFF"/>
                </a:highlight>
                <a:latin typeface="Times New Roman"/>
                <a:cs typeface="Times New Roman"/>
              </a:rPr>
              <a:t> E </a:t>
            </a:r>
            <a:r>
              <a:rPr lang="ru-RU" sz="2000" dirty="0" err="1">
                <a:highlight>
                  <a:srgbClr val="FFFFFF"/>
                </a:highlight>
                <a:latin typeface="Times New Roman"/>
                <a:cs typeface="Times New Roman"/>
              </a:rPr>
              <a:t>with</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block</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size</a:t>
            </a:r>
            <a:r>
              <a:rPr lang="ru-RU" sz="2000" dirty="0">
                <a:highlight>
                  <a:srgbClr val="FFFFFF"/>
                </a:highlight>
                <a:latin typeface="Times New Roman"/>
                <a:cs typeface="Times New Roman"/>
              </a:rPr>
              <a:t> n </a:t>
            </a:r>
            <a:r>
              <a:rPr lang="ru-RU" sz="2000" dirty="0" err="1">
                <a:highlight>
                  <a:srgbClr val="FFFFFF"/>
                </a:highlight>
                <a:latin typeface="Times New Roman"/>
                <a:cs typeface="Times New Roman"/>
              </a:rPr>
              <a:t>bits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and</a:t>
            </a:r>
            <a:r>
              <a:rPr lang="ru-RU" sz="2000" dirty="0">
                <a:highlight>
                  <a:srgbClr val="FFFFFF"/>
                </a:highlight>
                <a:latin typeface="Times New Roman"/>
                <a:cs typeface="Times New Roman"/>
              </a:rPr>
              <a:t> a </a:t>
            </a:r>
            <a:r>
              <a:rPr lang="ru-RU" sz="2000" dirty="0" err="1">
                <a:highlight>
                  <a:srgbClr val="FFFFFF"/>
                </a:highlight>
                <a:latin typeface="Times New Roman"/>
                <a:cs typeface="Times New Roman"/>
              </a:rPr>
              <a:t>message</a:t>
            </a:r>
            <a:r>
              <a:rPr lang="ru-RU" sz="2000" dirty="0">
                <a:highlight>
                  <a:srgbClr val="FFFFFF"/>
                </a:highlight>
                <a:latin typeface="Times New Roman"/>
                <a:cs typeface="Times New Roman"/>
              </a:rPr>
              <a:t> M </a:t>
            </a:r>
            <a:r>
              <a:rPr lang="ru-RU" sz="2000" dirty="0" err="1">
                <a:highlight>
                  <a:srgbClr val="FFFFFF"/>
                </a:highlight>
                <a:latin typeface="Times New Roman"/>
                <a:cs typeface="Times New Roman"/>
              </a:rPr>
              <a:t>of</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length</a:t>
            </a:r>
            <a:r>
              <a:rPr lang="ru-RU" sz="2000" dirty="0">
                <a:highlight>
                  <a:srgbClr val="FFFFFF"/>
                </a:highlight>
                <a:latin typeface="Times New Roman"/>
                <a:cs typeface="Times New Roman"/>
              </a:rPr>
              <a:t> L &gt; n </a:t>
            </a:r>
            <a:r>
              <a:rPr lang="ru-RU" sz="2000" dirty="0" err="1">
                <a:highlight>
                  <a:srgbClr val="FFFFFF"/>
                </a:highlight>
                <a:latin typeface="Times New Roman"/>
                <a:cs typeface="Times New Roman"/>
              </a:rPr>
              <a:t>bits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how</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should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we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encrypt</a:t>
            </a:r>
            <a:r>
              <a:rPr lang="ru-RU" sz="2000" dirty="0">
                <a:highlight>
                  <a:srgbClr val="FFFFFF"/>
                </a:highlight>
                <a:latin typeface="Times New Roman"/>
                <a:cs typeface="Times New Roman"/>
              </a:rPr>
              <a:t> M </a:t>
            </a:r>
            <a:r>
              <a:rPr lang="ru-RU" sz="2000" dirty="0" err="1">
                <a:highlight>
                  <a:srgbClr val="FFFFFF"/>
                </a:highlight>
                <a:latin typeface="Times New Roman"/>
                <a:cs typeface="Times New Roman"/>
              </a:rPr>
              <a:t>securely</a:t>
            </a:r>
            <a:r>
              <a:rPr lang="ru-RU" sz="2000" dirty="0">
                <a:highlight>
                  <a:srgbClr val="FFFFFF"/>
                </a:highlight>
                <a:latin typeface="Times New Roman"/>
                <a:cs typeface="Times New Roman"/>
              </a:rPr>
              <a:t>?</a:t>
            </a:r>
          </a:p>
          <a:p>
            <a:r>
              <a:rPr lang="en-US" sz="2000" dirty="0">
                <a:highlight>
                  <a:srgbClr val="FFFFFF"/>
                </a:highlight>
                <a:latin typeface="Times New Roman"/>
                <a:cs typeface="Times New Roman"/>
              </a:rPr>
              <a:t>A naive approach might be to simply divide M into blocks and encrypt each independently. However, this deterministic approach fails catastrophically, as we will demonstrate with ECB mode.</a:t>
            </a:r>
            <a:endParaRPr lang="ru-RU" sz="2000" dirty="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1782870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D7FABEE0-19E3-C7D7-444C-B4D0B7F1B0F4}"/>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1.2 Definition </a:t>
            </a:r>
            <a:r>
              <a:rPr lang="ru-RU" sz="4000" b="1" err="1">
                <a:solidFill>
                  <a:srgbClr val="FFFFFF"/>
                </a:solidFill>
                <a:latin typeface="Times New Roman"/>
                <a:cs typeface="Times New Roman"/>
              </a:rPr>
              <a:t>of</a:t>
            </a:r>
            <a:r>
              <a:rPr lang="ru-RU" sz="4000" b="1" dirty="0">
                <a:solidFill>
                  <a:srgbClr val="FFFFFF"/>
                </a:solidFill>
                <a:latin typeface="Times New Roman"/>
                <a:cs typeface="Times New Roman"/>
              </a:rPr>
              <a:t> Mode </a:t>
            </a:r>
            <a:r>
              <a:rPr lang="ru-RU" sz="4000" b="1" err="1">
                <a:solidFill>
                  <a:srgbClr val="FFFFFF"/>
                </a:solidFill>
                <a:latin typeface="Times New Roman"/>
                <a:cs typeface="Times New Roman"/>
              </a:rPr>
              <a:t>of</a:t>
            </a:r>
            <a:r>
              <a:rPr lang="ru-RU" sz="4000" b="1" dirty="0">
                <a:solidFill>
                  <a:srgbClr val="FFFFFF"/>
                </a:solidFill>
                <a:latin typeface="Times New Roman"/>
                <a:cs typeface="Times New Roman"/>
              </a:rPr>
              <a:t> </a:t>
            </a:r>
            <a:r>
              <a:rPr lang="ru-RU" sz="4000" b="1" err="1">
                <a:solidFill>
                  <a:srgbClr val="FFFFFF"/>
                </a:solidFill>
                <a:latin typeface="Times New Roman"/>
                <a:cs typeface="Times New Roman"/>
              </a:rPr>
              <a:t>Operation</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CAFD90B2-152B-9CBC-A1DA-6E3915BA4460}"/>
              </a:ext>
            </a:extLst>
          </p:cNvPr>
          <p:cNvSpPr>
            <a:spLocks noGrp="1"/>
          </p:cNvSpPr>
          <p:nvPr>
            <p:ph idx="1"/>
          </p:nvPr>
        </p:nvSpPr>
        <p:spPr>
          <a:xfrm>
            <a:off x="1371599" y="2318197"/>
            <a:ext cx="9724031" cy="3683358"/>
          </a:xfrm>
        </p:spPr>
        <p:txBody>
          <a:bodyPr vert="horz" lIns="91440" tIns="45720" rIns="91440" bIns="45720" rtlCol="0" anchor="ctr">
            <a:normAutofit fontScale="62500" lnSpcReduction="20000"/>
          </a:bodyPr>
          <a:lstStyle/>
          <a:p>
            <a:pPr marL="0" indent="0">
              <a:buNone/>
            </a:pPr>
            <a:r>
              <a:rPr lang="ru-RU" sz="2000" b="1" dirty="0">
                <a:highlight>
                  <a:srgbClr val="FFFFFF"/>
                </a:highlight>
                <a:latin typeface="Times New Roman"/>
                <a:cs typeface="Times New Roman"/>
              </a:rPr>
              <a:t>Definition 1.1 (Mode </a:t>
            </a:r>
            <a:r>
              <a:rPr lang="ru-RU" sz="2000" b="1" dirty="0" err="1">
                <a:highlight>
                  <a:srgbClr val="FFFFFF"/>
                </a:highlight>
                <a:latin typeface="Times New Roman"/>
                <a:cs typeface="Times New Roman"/>
              </a:rPr>
              <a:t>of</a:t>
            </a:r>
            <a:r>
              <a:rPr lang="ru-RU" sz="2000" b="1" dirty="0">
                <a:highlight>
                  <a:srgbClr val="FFFFFF"/>
                </a:highlight>
                <a:latin typeface="Times New Roman"/>
                <a:cs typeface="Times New Roman"/>
              </a:rPr>
              <a:t> </a:t>
            </a:r>
            <a:r>
              <a:rPr lang="ru-RU" sz="2000" b="1" dirty="0" err="1">
                <a:highlight>
                  <a:srgbClr val="FFFFFF"/>
                </a:highlight>
                <a:latin typeface="Times New Roman"/>
                <a:cs typeface="Times New Roman"/>
              </a:rPr>
              <a:t>Operation</a:t>
            </a:r>
            <a:r>
              <a:rPr lang="ru-RU" sz="2000" b="1" dirty="0">
                <a:highlight>
                  <a:srgbClr val="FFFFFF"/>
                </a:highlight>
                <a:latin typeface="Times New Roman"/>
                <a:cs typeface="Times New Roman"/>
              </a:rPr>
              <a:t>): </a:t>
            </a:r>
            <a:r>
              <a:rPr lang="ru-RU" sz="2000" dirty="0">
                <a:highlight>
                  <a:srgbClr val="FFFFFF"/>
                </a:highlight>
                <a:latin typeface="Times New Roman"/>
                <a:cs typeface="Times New Roman"/>
              </a:rPr>
              <a:t>A </a:t>
            </a:r>
            <a:r>
              <a:rPr lang="ru-RU" sz="2000" dirty="0" err="1">
                <a:highlight>
                  <a:srgbClr val="FFFFFF"/>
                </a:highlight>
                <a:latin typeface="Times New Roman"/>
                <a:cs typeface="Times New Roman"/>
              </a:rPr>
              <a:t>mode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of</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operation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algorithm</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that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specifies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how</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to</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repeatedly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apply</a:t>
            </a:r>
            <a:r>
              <a:rPr lang="ru-RU" sz="2000" dirty="0">
                <a:highlight>
                  <a:srgbClr val="FFFFFF"/>
                </a:highlight>
                <a:latin typeface="Times New Roman"/>
                <a:cs typeface="Times New Roman"/>
              </a:rPr>
              <a:t> a </a:t>
            </a:r>
            <a:r>
              <a:rPr lang="ru-RU" sz="2000" dirty="0" err="1">
                <a:highlight>
                  <a:srgbClr val="FFFFFF"/>
                </a:highlight>
                <a:latin typeface="Times New Roman"/>
                <a:cs typeface="Times New Roman"/>
              </a:rPr>
              <a:t>block</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cipher's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single-block</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encryption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operation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to</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securely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transform</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amounts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of</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data</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larger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than</a:t>
            </a:r>
            <a:r>
              <a:rPr lang="ru-RU" sz="2000" dirty="0">
                <a:highlight>
                  <a:srgbClr val="FFFFFF"/>
                </a:highlight>
                <a:latin typeface="Times New Roman"/>
                <a:cs typeface="Times New Roman"/>
              </a:rPr>
              <a:t> a </a:t>
            </a:r>
            <a:r>
              <a:rPr lang="ru-RU" sz="2000" dirty="0" err="1">
                <a:highlight>
                  <a:srgbClr val="FFFFFF"/>
                </a:highlight>
                <a:latin typeface="Times New Roman"/>
                <a:cs typeface="Times New Roman"/>
              </a:rPr>
              <a:t>block</a:t>
            </a:r>
            <a:r>
              <a:rPr lang="ru-RU" sz="2000" dirty="0">
                <a:highlight>
                  <a:srgbClr val="FFFFFF"/>
                </a:highlight>
                <a:latin typeface="Times New Roman"/>
                <a:cs typeface="Times New Roman"/>
              </a:rPr>
              <a:t>. The </a:t>
            </a:r>
            <a:r>
              <a:rPr lang="ru-RU" sz="2000" dirty="0" err="1">
                <a:highlight>
                  <a:srgbClr val="FFFFFF"/>
                </a:highlight>
                <a:latin typeface="Times New Roman"/>
                <a:cs typeface="Times New Roman"/>
              </a:rPr>
              <a:t>mode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defines</a:t>
            </a:r>
            <a:r>
              <a:rPr lang="ru-RU" sz="2000" dirty="0">
                <a:highlight>
                  <a:srgbClr val="FFFFFF"/>
                </a:highlight>
                <a:latin typeface="Times New Roman"/>
                <a:cs typeface="Times New Roman"/>
              </a:rPr>
              <a:t>: (1) </a:t>
            </a:r>
            <a:r>
              <a:rPr lang="ru-RU" sz="2000" dirty="0" err="1">
                <a:highlight>
                  <a:srgbClr val="FFFFFF"/>
                </a:highlight>
                <a:latin typeface="Times New Roman"/>
                <a:cs typeface="Times New Roman"/>
              </a:rPr>
              <a:t>How</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message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blocks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are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divided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and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processed</a:t>
            </a:r>
            <a:r>
              <a:rPr lang="ru-RU" sz="2000" dirty="0">
                <a:highlight>
                  <a:srgbClr val="FFFFFF"/>
                </a:highlight>
                <a:latin typeface="Times New Roman"/>
                <a:cs typeface="Times New Roman"/>
              </a:rPr>
              <a:t>, (2) </a:t>
            </a:r>
            <a:r>
              <a:rPr lang="ru-RU" sz="2000" dirty="0" err="1">
                <a:highlight>
                  <a:srgbClr val="FFFFFF"/>
                </a:highlight>
                <a:latin typeface="Times New Roman"/>
                <a:cs typeface="Times New Roman"/>
              </a:rPr>
              <a:t>How</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to</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handle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messages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not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aligned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to</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block</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boundaries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padding</a:t>
            </a:r>
            <a:r>
              <a:rPr lang="ru-RU" sz="2000" dirty="0">
                <a:highlight>
                  <a:srgbClr val="FFFFFF"/>
                </a:highlight>
                <a:latin typeface="Times New Roman"/>
                <a:cs typeface="Times New Roman"/>
              </a:rPr>
              <a:t>), (3) </a:t>
            </a:r>
            <a:r>
              <a:rPr lang="ru-RU" sz="2000" dirty="0" err="1">
                <a:highlight>
                  <a:srgbClr val="FFFFFF"/>
                </a:highlight>
                <a:latin typeface="Times New Roman"/>
                <a:cs typeface="Times New Roman"/>
              </a:rPr>
              <a:t>How</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to</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incorporate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randomness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state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to</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prevent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deterministic</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behavior</a:t>
            </a:r>
            <a:r>
              <a:rPr lang="ru-RU" sz="2000" dirty="0">
                <a:highlight>
                  <a:srgbClr val="FFFFFF"/>
                </a:highlight>
                <a:latin typeface="Times New Roman"/>
                <a:cs typeface="Times New Roman"/>
              </a:rPr>
              <a:t>, (4) </a:t>
            </a:r>
            <a:r>
              <a:rPr lang="ru-RU" sz="2000" dirty="0" err="1">
                <a:highlight>
                  <a:srgbClr val="FFFFFF"/>
                </a:highlight>
                <a:latin typeface="Times New Roman"/>
                <a:cs typeface="Times New Roman"/>
              </a:rPr>
              <a:t>How</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to</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ensure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different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encryptions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of</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same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message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produce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different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ciphertexts</a:t>
            </a:r>
            <a:r>
              <a:rPr lang="ru-RU" sz="2000" dirty="0">
                <a:highlight>
                  <a:srgbClr val="FFFFFF"/>
                </a:highlight>
                <a:latin typeface="Times New Roman"/>
                <a:cs typeface="Times New Roman"/>
              </a:rPr>
              <a:t>.</a:t>
            </a:r>
          </a:p>
          <a:p>
            <a:pPr marL="0" indent="0">
              <a:buNone/>
            </a:pPr>
            <a:endParaRPr lang="ru-RU" sz="2000" dirty="0">
              <a:highlight>
                <a:srgbClr val="FFFFFF"/>
              </a:highlight>
              <a:latin typeface="Times New Roman"/>
              <a:cs typeface="Times New Roman"/>
            </a:endParaRPr>
          </a:p>
          <a:p>
            <a:pPr marL="0" indent="0">
              <a:buNone/>
            </a:pPr>
            <a:r>
              <a:rPr lang="ru-RU" dirty="0"/>
              <a:t>Определение 1.1 (Режим работы). Режим работы — это алгоритм, который определяет, как многократно применять операцию одноблочного шифрования блочного шифра для безопасного преобразования объемов данных, превышающих блок. Режим определяет: </a:t>
            </a:r>
          </a:p>
          <a:p>
            <a:pPr marL="0" indent="0">
              <a:buNone/>
            </a:pPr>
            <a:r>
              <a:rPr lang="ru-RU" dirty="0"/>
              <a:t>(1) Как блоки сообщений делятся и обрабатываются, </a:t>
            </a:r>
          </a:p>
          <a:p>
            <a:pPr marL="0" indent="0">
              <a:buNone/>
            </a:pPr>
            <a:r>
              <a:rPr lang="ru-RU" dirty="0"/>
              <a:t>(2) Как обрабатывать сообщения, не выровненные по границам блоков (заполнение), </a:t>
            </a:r>
          </a:p>
          <a:p>
            <a:pPr marL="0" indent="0">
              <a:buNone/>
            </a:pPr>
            <a:r>
              <a:rPr lang="ru-RU" dirty="0"/>
              <a:t>(3) Как включать случайность или состояние для предотвращения детерминированного поведения,</a:t>
            </a:r>
          </a:p>
          <a:p>
            <a:pPr marL="0" indent="0">
              <a:buNone/>
            </a:pPr>
            <a:r>
              <a:rPr lang="ru-RU" dirty="0"/>
              <a:t> (4) Как гарантировать, что разные шифрования одного и того же сообщения создают разные зашифрованные тексты.</a:t>
            </a:r>
          </a:p>
        </p:txBody>
      </p:sp>
    </p:spTree>
    <p:extLst>
      <p:ext uri="{BB962C8B-B14F-4D97-AF65-F5344CB8AC3E}">
        <p14:creationId xmlns:p14="http://schemas.microsoft.com/office/powerpoint/2010/main" val="879240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A2B61B45-0891-C2C0-B378-025541DE098B}"/>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1.3 Security </a:t>
            </a:r>
            <a:r>
              <a:rPr lang="ru-RU" sz="4000" b="1" dirty="0" err="1">
                <a:solidFill>
                  <a:srgbClr val="FFFFFF"/>
                </a:solidFill>
                <a:latin typeface="Times New Roman"/>
                <a:cs typeface="Times New Roman"/>
              </a:rPr>
              <a:t>Requirements</a:t>
            </a:r>
            <a:r>
              <a:rPr lang="ru-RU" sz="4000" b="1" dirty="0">
                <a:solidFill>
                  <a:srgbClr val="FFFFFF"/>
                </a:solidFill>
                <a:latin typeface="Times New Roman"/>
                <a:cs typeface="Times New Roman"/>
              </a:rPr>
              <a:t> </a:t>
            </a:r>
            <a:r>
              <a:rPr lang="ru-RU" sz="4000" b="1" dirty="0" err="1">
                <a:solidFill>
                  <a:srgbClr val="FFFFFF"/>
                </a:solidFill>
                <a:latin typeface="Times New Roman"/>
                <a:cs typeface="Times New Roman"/>
              </a:rPr>
              <a:t>for</a:t>
            </a:r>
            <a:r>
              <a:rPr lang="ru-RU" sz="4000" b="1" dirty="0">
                <a:solidFill>
                  <a:srgbClr val="FFFFFF"/>
                </a:solidFill>
                <a:latin typeface="Times New Roman"/>
                <a:cs typeface="Times New Roman"/>
              </a:rPr>
              <a:t> </a:t>
            </a:r>
            <a:r>
              <a:rPr lang="ru-RU" sz="4000" b="1" dirty="0" err="1">
                <a:solidFill>
                  <a:srgbClr val="FFFFFF"/>
                </a:solidFill>
                <a:latin typeface="Times New Roman"/>
                <a:cs typeface="Times New Roman"/>
              </a:rPr>
              <a:t>Modes</a:t>
            </a:r>
            <a:endParaRPr lang="ru-RU" sz="4000" b="1" dirty="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1787FC29-55DC-3BDD-9667-91EA6909F374}"/>
              </a:ext>
            </a:extLst>
          </p:cNvPr>
          <p:cNvSpPr>
            <a:spLocks noGrp="1"/>
          </p:cNvSpPr>
          <p:nvPr>
            <p:ph idx="1"/>
          </p:nvPr>
        </p:nvSpPr>
        <p:spPr>
          <a:xfrm>
            <a:off x="114301" y="1597432"/>
            <a:ext cx="11913576" cy="5040760"/>
          </a:xfrm>
        </p:spPr>
        <p:txBody>
          <a:bodyPr vert="horz" lIns="91440" tIns="45720" rIns="91440" bIns="45720" rtlCol="0" anchor="ctr">
            <a:normAutofit fontScale="85000" lnSpcReduction="20000"/>
          </a:bodyPr>
          <a:lstStyle/>
          <a:p>
            <a:pPr marL="0" indent="0">
              <a:buNone/>
            </a:pPr>
            <a:r>
              <a:rPr lang="ru-RU" sz="2000" dirty="0">
                <a:highlight>
                  <a:srgbClr val="FFFFFF"/>
                </a:highlight>
                <a:latin typeface="Times New Roman"/>
                <a:cs typeface="Times New Roman"/>
              </a:rPr>
              <a:t>A </a:t>
            </a:r>
            <a:r>
              <a:rPr lang="ru-RU" sz="2000" dirty="0" err="1">
                <a:highlight>
                  <a:srgbClr val="FFFFFF"/>
                </a:highlight>
                <a:latin typeface="Times New Roman"/>
                <a:cs typeface="Times New Roman"/>
              </a:rPr>
              <a:t>secure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mode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of</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operation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must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satisfy</a:t>
            </a:r>
            <a:r>
              <a:rPr lang="ru-RU" sz="2000" dirty="0">
                <a:highlight>
                  <a:srgbClr val="FFFFFF"/>
                </a:highlight>
                <a:latin typeface="Times New Roman"/>
                <a:cs typeface="Times New Roman"/>
              </a:rPr>
              <a:t>:</a:t>
            </a:r>
            <a:endParaRPr lang="ru-RU" dirty="0"/>
          </a:p>
          <a:p>
            <a:r>
              <a:rPr lang="ru-RU" sz="2000" dirty="0" err="1">
                <a:highlight>
                  <a:srgbClr val="FFFFFF"/>
                </a:highlight>
                <a:latin typeface="Times New Roman"/>
                <a:cs typeface="Times New Roman"/>
              </a:rPr>
              <a:t>Semantic</a:t>
            </a:r>
            <a:r>
              <a:rPr lang="ru-RU" sz="2000" dirty="0">
                <a:highlight>
                  <a:srgbClr val="FFFFFF"/>
                </a:highlight>
                <a:latin typeface="Times New Roman"/>
                <a:cs typeface="Times New Roman"/>
              </a:rPr>
              <a:t> Security (IND-CPA): </a:t>
            </a:r>
            <a:r>
              <a:rPr lang="ru-RU" sz="2000" dirty="0" err="1">
                <a:highlight>
                  <a:srgbClr val="FFFFFF"/>
                </a:highlight>
                <a:latin typeface="Times New Roman"/>
                <a:cs typeface="Times New Roman"/>
              </a:rPr>
              <a:t>An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adversary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with</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access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to</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encryption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oracle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cannot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distinguish</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encryptions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of</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chosen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messages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from</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random</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strings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Identical</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plaintexts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must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produce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different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ciphertexts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when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encrypted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multiple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times</a:t>
            </a:r>
            <a:r>
              <a:rPr lang="ru-RU" sz="2000" dirty="0">
                <a:highlight>
                  <a:srgbClr val="FFFFFF"/>
                </a:highlight>
                <a:latin typeface="Times New Roman"/>
                <a:cs typeface="Times New Roman"/>
              </a:rPr>
              <a:t>.</a:t>
            </a:r>
          </a:p>
          <a:p>
            <a:r>
              <a:rPr lang="ru-RU" sz="2000" dirty="0" err="1">
                <a:highlight>
                  <a:srgbClr val="FFFFFF"/>
                </a:highlight>
                <a:latin typeface="Times New Roman"/>
                <a:cs typeface="Times New Roman"/>
              </a:rPr>
              <a:t>Error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Propagation</a:t>
            </a:r>
            <a:r>
              <a:rPr lang="ru-RU" sz="2000" dirty="0">
                <a:highlight>
                  <a:srgbClr val="FFFFFF"/>
                </a:highlight>
                <a:latin typeface="Times New Roman"/>
                <a:cs typeface="Times New Roman"/>
              </a:rPr>
              <a:t> Control: </a:t>
            </a:r>
            <a:r>
              <a:rPr lang="ru-RU" sz="2000" dirty="0" err="1">
                <a:highlight>
                  <a:srgbClr val="FFFFFF"/>
                </a:highlight>
                <a:latin typeface="Times New Roman"/>
                <a:cs typeface="Times New Roman"/>
              </a:rPr>
              <a:t>Corruption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of</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ciphertext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bits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should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not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cause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excessive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plaintext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corruption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Ideally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errors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affect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only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corresponding</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blocks</a:t>
            </a:r>
            <a:r>
              <a:rPr lang="ru-RU" sz="2000" dirty="0">
                <a:highlight>
                  <a:srgbClr val="FFFFFF"/>
                </a:highlight>
                <a:latin typeface="Times New Roman"/>
                <a:cs typeface="Times New Roman"/>
              </a:rPr>
              <a:t>.</a:t>
            </a:r>
          </a:p>
          <a:p>
            <a:r>
              <a:rPr lang="en-US" sz="2000" dirty="0">
                <a:highlight>
                  <a:srgbClr val="FFFFFF"/>
                </a:highlight>
                <a:latin typeface="Times New Roman"/>
                <a:cs typeface="Times New Roman"/>
              </a:rPr>
              <a:t>Efficiency: The mode should not significantly degrade the block cipher's performance. Parallelizability is desirable for modern hardware.</a:t>
            </a:r>
            <a:endParaRPr lang="ru-RU" sz="2000" dirty="0">
              <a:highlight>
                <a:srgbClr val="FFFFFF"/>
              </a:highlight>
              <a:latin typeface="Times New Roman"/>
              <a:cs typeface="Times New Roman"/>
            </a:endParaRPr>
          </a:p>
          <a:p>
            <a:r>
              <a:rPr lang="ru-RU" sz="2000" dirty="0" err="1">
                <a:highlight>
                  <a:srgbClr val="FFFFFF"/>
                </a:highlight>
                <a:latin typeface="Times New Roman"/>
                <a:cs typeface="Times New Roman"/>
              </a:rPr>
              <a:t>Practical</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Usability</a:t>
            </a:r>
            <a:r>
              <a:rPr lang="ru-RU" sz="2000" dirty="0">
                <a:highlight>
                  <a:srgbClr val="FFFFFF"/>
                </a:highlight>
                <a:latin typeface="Times New Roman"/>
                <a:cs typeface="Times New Roman"/>
              </a:rPr>
              <a:t>: The </a:t>
            </a:r>
            <a:r>
              <a:rPr lang="ru-RU" sz="2000" dirty="0" err="1">
                <a:highlight>
                  <a:srgbClr val="FFFFFF"/>
                </a:highlight>
                <a:latin typeface="Times New Roman"/>
                <a:cs typeface="Times New Roman"/>
              </a:rPr>
              <a:t>mode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should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handle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arbitrary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message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lengths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provide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clear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key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and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initialization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vector</a:t>
            </a:r>
            <a:r>
              <a:rPr lang="ru-RU" sz="2000" dirty="0">
                <a:highlight>
                  <a:srgbClr val="FFFFFF"/>
                </a:highlight>
                <a:latin typeface="Times New Roman"/>
                <a:cs typeface="Times New Roman"/>
              </a:rPr>
              <a:t> (IV) </a:t>
            </a:r>
            <a:r>
              <a:rPr lang="ru-RU" sz="2000" dirty="0" err="1">
                <a:highlight>
                  <a:srgbClr val="FFFFFF"/>
                </a:highlight>
                <a:latin typeface="Times New Roman"/>
                <a:cs typeface="Times New Roman"/>
              </a:rPr>
              <a:t>requirements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and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implementable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without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side-channel</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vulnerabilities</a:t>
            </a:r>
            <a:r>
              <a:rPr lang="ru-RU" sz="2000" dirty="0">
                <a:highlight>
                  <a:srgbClr val="FFFFFF"/>
                </a:highlight>
                <a:latin typeface="Times New Roman"/>
                <a:cs typeface="Times New Roman"/>
              </a:rPr>
              <a:t>.</a:t>
            </a:r>
            <a:endParaRPr lang="ru-RU" sz="2000" dirty="0">
              <a:latin typeface="Times New Roman"/>
              <a:cs typeface="Times New Roman"/>
            </a:endParaRPr>
          </a:p>
          <a:p>
            <a:r>
              <a:rPr lang="ru-RU" sz="2000" dirty="0">
                <a:latin typeface="Times New Roman"/>
                <a:cs typeface="Times New Roman"/>
              </a:rPr>
              <a:t>Безопасный режим работы должен удовлетворять:</a:t>
            </a:r>
          </a:p>
          <a:p>
            <a:r>
              <a:rPr lang="ru-RU" sz="2000" dirty="0">
                <a:latin typeface="Times New Roman"/>
                <a:cs typeface="Times New Roman"/>
              </a:rPr>
              <a:t>Семантическая безопасность (IND-CPA): злоумышленник, имеющий доступ к оракулу шифрования, не может отличить шифрование выбранных сообщений от случайных строк. Идентичные открытые тексты должны создавать разные зашифрованные тексты при многократном зашифровании.</a:t>
            </a:r>
          </a:p>
          <a:p>
            <a:r>
              <a:rPr lang="ru-RU" sz="2000" dirty="0">
                <a:latin typeface="Times New Roman"/>
                <a:cs typeface="Times New Roman"/>
              </a:rPr>
              <a:t>Контроль распространения ошибок: повреждение битов зашифрованного текста не должно вызывать чрезмерное повреждение открытого текста. В идеале ошибки затрагивают только соответствующие блоки.</a:t>
            </a:r>
          </a:p>
          <a:p>
            <a:r>
              <a:rPr lang="ru-RU" sz="2000" dirty="0">
                <a:latin typeface="Times New Roman"/>
                <a:cs typeface="Times New Roman"/>
              </a:rPr>
              <a:t>Эффективность: этот режим не должен значительно ухудшать производительность блочного шифра. Возможность распараллеливания желательна для современного оборудования.</a:t>
            </a:r>
          </a:p>
          <a:p>
            <a:r>
              <a:rPr lang="ru-RU" sz="2000" dirty="0">
                <a:latin typeface="Times New Roman"/>
                <a:cs typeface="Times New Roman"/>
              </a:rPr>
              <a:t>Практическое использование: этот режим должен обрабатывать сообщения произвольной длины, обеспечивать четкие требования к ключу и вектору инициализации (IV) и быть реализуемым без уязвимостей побочного канала.</a:t>
            </a:r>
          </a:p>
        </p:txBody>
      </p:sp>
    </p:spTree>
    <p:extLst>
      <p:ext uri="{BB962C8B-B14F-4D97-AF65-F5344CB8AC3E}">
        <p14:creationId xmlns:p14="http://schemas.microsoft.com/office/powerpoint/2010/main" val="3637386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B9A8F0-37D8-A9DC-628D-3EDD172FDFF6}"/>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1D6D9D7-DB80-30C9-63DF-2E0BE9790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6F922A6-2732-CC19-8AB7-08C4152D12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5ADE336-076B-CBB3-0D91-1BED3F8E2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606DEF7-E71D-2358-25FE-2B90D6BBD6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C0E4F934-5975-3E64-D36D-0FD51EEC1F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53B2E5B4-33A9-F214-9B52-05E1F228A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a:extLst>
              <a:ext uri="{FF2B5EF4-FFF2-40B4-BE49-F238E27FC236}">
                <a16:creationId xmlns:a16="http://schemas.microsoft.com/office/drawing/2014/main" id="{F8EAA625-3299-FDC7-29BA-3BE5CC6048BD}"/>
              </a:ext>
            </a:extLst>
          </p:cNvPr>
          <p:cNvSpPr>
            <a:spLocks noGrp="1"/>
          </p:cNvSpPr>
          <p:nvPr>
            <p:ph type="title"/>
          </p:nvPr>
        </p:nvSpPr>
        <p:spPr>
          <a:xfrm>
            <a:off x="826396" y="586855"/>
            <a:ext cx="4230100" cy="3387497"/>
          </a:xfrm>
        </p:spPr>
        <p:txBody>
          <a:bodyPr anchor="b">
            <a:normAutofit/>
          </a:bodyPr>
          <a:lstStyle/>
          <a:p>
            <a:pPr algn="r"/>
            <a:r>
              <a:rPr lang="ru-RU" sz="4000" b="1" dirty="0">
                <a:solidFill>
                  <a:schemeClr val="bg1"/>
                </a:solidFill>
                <a:latin typeface="Times New Roman"/>
                <a:cs typeface="Times New Roman"/>
              </a:rPr>
              <a:t>2.Electronic </a:t>
            </a:r>
            <a:r>
              <a:rPr lang="ru-RU" sz="4000" b="1" dirty="0" err="1">
                <a:solidFill>
                  <a:schemeClr val="bg1"/>
                </a:solidFill>
                <a:latin typeface="Times New Roman"/>
                <a:cs typeface="Times New Roman"/>
              </a:rPr>
              <a:t>Codebook</a:t>
            </a:r>
            <a:r>
              <a:rPr lang="ru-RU" sz="4000" b="1" dirty="0">
                <a:solidFill>
                  <a:schemeClr val="bg1"/>
                </a:solidFill>
                <a:latin typeface="Times New Roman"/>
                <a:cs typeface="Times New Roman"/>
              </a:rPr>
              <a:t> (ECB) Mode</a:t>
            </a:r>
          </a:p>
        </p:txBody>
      </p:sp>
      <p:sp>
        <p:nvSpPr>
          <p:cNvPr id="17" name="Объект 2">
            <a:extLst>
              <a:ext uri="{FF2B5EF4-FFF2-40B4-BE49-F238E27FC236}">
                <a16:creationId xmlns:a16="http://schemas.microsoft.com/office/drawing/2014/main" id="{023233BA-F497-598A-480F-EBF6E4A47B9C}"/>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b="1" dirty="0">
                <a:latin typeface="Times New Roman"/>
                <a:cs typeface="Times New Roman"/>
              </a:rPr>
              <a:t>2.1 ECB </a:t>
            </a:r>
            <a:r>
              <a:rPr lang="ru-RU" sz="2000" b="1" dirty="0" err="1">
                <a:latin typeface="Times New Roman"/>
                <a:cs typeface="Times New Roman"/>
              </a:rPr>
              <a:t>Encryption</a:t>
            </a:r>
            <a:r>
              <a:rPr lang="ru-RU" sz="2000" b="1" dirty="0">
                <a:latin typeface="Times New Roman"/>
                <a:cs typeface="Times New Roman"/>
              </a:rPr>
              <a:t> </a:t>
            </a:r>
            <a:r>
              <a:rPr lang="ru-RU" sz="2000" b="1" dirty="0" err="1">
                <a:latin typeface="Times New Roman"/>
                <a:cs typeface="Times New Roman"/>
              </a:rPr>
              <a:t>and</a:t>
            </a:r>
            <a:r>
              <a:rPr lang="ru-RU" sz="2000" b="1" dirty="0">
                <a:latin typeface="Times New Roman"/>
                <a:cs typeface="Times New Roman"/>
              </a:rPr>
              <a:t> </a:t>
            </a:r>
            <a:r>
              <a:rPr lang="ru-RU" sz="2000" b="1" dirty="0" err="1">
                <a:latin typeface="Times New Roman"/>
                <a:cs typeface="Times New Roman"/>
              </a:rPr>
              <a:t>Decryption</a:t>
            </a:r>
            <a:endParaRPr lang="ru-RU" sz="2000" b="1" dirty="0">
              <a:latin typeface="Times New Roman"/>
              <a:cs typeface="Times New Roman"/>
            </a:endParaRPr>
          </a:p>
          <a:p>
            <a:r>
              <a:rPr lang="ru-RU" sz="2000" b="1" dirty="0">
                <a:highlight>
                  <a:srgbClr val="FFFFFF"/>
                </a:highlight>
                <a:latin typeface="Times New Roman"/>
                <a:cs typeface="Times New Roman"/>
              </a:rPr>
              <a:t>2.2 </a:t>
            </a:r>
            <a:r>
              <a:rPr lang="ru-RU" sz="2000" b="1" dirty="0" err="1">
                <a:highlight>
                  <a:srgbClr val="FFFFFF"/>
                </a:highlight>
                <a:latin typeface="Times New Roman"/>
                <a:cs typeface="Times New Roman"/>
              </a:rPr>
              <a:t>Critical</a:t>
            </a:r>
            <a:r>
              <a:rPr lang="ru-RU" sz="2000" b="1" dirty="0">
                <a:highlight>
                  <a:srgbClr val="FFFFFF"/>
                </a:highlight>
                <a:latin typeface="Times New Roman"/>
                <a:cs typeface="Times New Roman"/>
              </a:rPr>
              <a:t> Security </a:t>
            </a:r>
            <a:r>
              <a:rPr lang="ru-RU" sz="2000" b="1" dirty="0" err="1">
                <a:highlight>
                  <a:srgbClr val="FFFFFF"/>
                </a:highlight>
                <a:latin typeface="Times New Roman"/>
                <a:cs typeface="Times New Roman"/>
              </a:rPr>
              <a:t>Flaws</a:t>
            </a:r>
            <a:r>
              <a:rPr lang="ru-RU" sz="2000" b="1" dirty="0">
                <a:highlight>
                  <a:srgbClr val="FFFFFF"/>
                </a:highlight>
                <a:latin typeface="Times New Roman"/>
                <a:cs typeface="Times New Roman"/>
              </a:rPr>
              <a:t> </a:t>
            </a:r>
            <a:r>
              <a:rPr lang="ru-RU" sz="2000" b="1" dirty="0" err="1">
                <a:highlight>
                  <a:srgbClr val="FFFFFF"/>
                </a:highlight>
                <a:latin typeface="Times New Roman"/>
                <a:cs typeface="Times New Roman"/>
              </a:rPr>
              <a:t>in</a:t>
            </a:r>
            <a:r>
              <a:rPr lang="ru-RU" sz="2000" b="1" dirty="0">
                <a:highlight>
                  <a:srgbClr val="FFFFFF"/>
                </a:highlight>
                <a:latin typeface="Times New Roman"/>
                <a:cs typeface="Times New Roman"/>
              </a:rPr>
              <a:t> ECB</a:t>
            </a:r>
          </a:p>
          <a:p>
            <a:r>
              <a:rPr lang="ru-RU" sz="2000" b="1" dirty="0">
                <a:highlight>
                  <a:srgbClr val="FFFFFF"/>
                </a:highlight>
                <a:latin typeface="Times New Roman"/>
                <a:cs typeface="Arial"/>
              </a:rPr>
              <a:t>2.3 </a:t>
            </a:r>
            <a:r>
              <a:rPr lang="ru-RU" sz="2000" b="1" dirty="0" err="1">
                <a:highlight>
                  <a:srgbClr val="FFFFFF"/>
                </a:highlight>
                <a:latin typeface="Times New Roman"/>
                <a:cs typeface="Arial"/>
              </a:rPr>
              <a:t>When</a:t>
            </a:r>
            <a:r>
              <a:rPr lang="ru-RU" sz="2000" b="1" dirty="0">
                <a:highlight>
                  <a:srgbClr val="FFFFFF"/>
                </a:highlight>
                <a:latin typeface="Times New Roman"/>
                <a:cs typeface="Arial"/>
              </a:rPr>
              <a:t> (</a:t>
            </a:r>
            <a:r>
              <a:rPr lang="ru-RU" sz="2000" b="1" dirty="0" err="1">
                <a:highlight>
                  <a:srgbClr val="FFFFFF"/>
                </a:highlight>
                <a:latin typeface="Times New Roman"/>
                <a:cs typeface="Arial"/>
              </a:rPr>
              <a:t>If</a:t>
            </a:r>
            <a:r>
              <a:rPr lang="ru-RU" sz="2000" b="1" dirty="0">
                <a:highlight>
                  <a:srgbClr val="FFFFFF"/>
                </a:highlight>
                <a:latin typeface="Times New Roman"/>
                <a:cs typeface="Arial"/>
              </a:rPr>
              <a:t> </a:t>
            </a:r>
            <a:r>
              <a:rPr lang="ru-RU" sz="2000" b="1" dirty="0" err="1">
                <a:highlight>
                  <a:srgbClr val="FFFFFF"/>
                </a:highlight>
                <a:latin typeface="Times New Roman"/>
                <a:cs typeface="Arial"/>
              </a:rPr>
              <a:t>Ever</a:t>
            </a:r>
            <a:r>
              <a:rPr lang="ru-RU" sz="2000" b="1" dirty="0">
                <a:highlight>
                  <a:srgbClr val="FFFFFF"/>
                </a:highlight>
                <a:latin typeface="Times New Roman"/>
                <a:cs typeface="Arial"/>
              </a:rPr>
              <a:t>) </a:t>
            </a:r>
            <a:r>
              <a:rPr lang="ru-RU" sz="2000" b="1" dirty="0" err="1">
                <a:highlight>
                  <a:srgbClr val="FFFFFF"/>
                </a:highlight>
                <a:latin typeface="Times New Roman"/>
                <a:cs typeface="Arial"/>
              </a:rPr>
              <a:t>to</a:t>
            </a:r>
            <a:r>
              <a:rPr lang="ru-RU" sz="2000" b="1" dirty="0">
                <a:highlight>
                  <a:srgbClr val="FFFFFF"/>
                </a:highlight>
                <a:latin typeface="Times New Roman"/>
                <a:cs typeface="Arial"/>
              </a:rPr>
              <a:t> </a:t>
            </a:r>
            <a:r>
              <a:rPr lang="ru-RU" sz="2000" b="1" dirty="0" err="1">
                <a:highlight>
                  <a:srgbClr val="FFFFFF"/>
                </a:highlight>
                <a:latin typeface="Times New Roman"/>
                <a:cs typeface="Arial"/>
              </a:rPr>
              <a:t>Use</a:t>
            </a:r>
            <a:r>
              <a:rPr lang="ru-RU" sz="2000" b="1" dirty="0">
                <a:highlight>
                  <a:srgbClr val="FFFFFF"/>
                </a:highlight>
                <a:latin typeface="Times New Roman"/>
                <a:cs typeface="Arial"/>
              </a:rPr>
              <a:t> ECB</a:t>
            </a:r>
          </a:p>
          <a:p>
            <a:endParaRPr lang="ru-RU" sz="2000" b="1" dirty="0">
              <a:highlight>
                <a:srgbClr val="FFFFFF"/>
              </a:highlight>
              <a:latin typeface="Times New Roman"/>
              <a:cs typeface="Arial"/>
            </a:endParaRPr>
          </a:p>
        </p:txBody>
      </p:sp>
    </p:spTree>
    <p:extLst>
      <p:ext uri="{BB962C8B-B14F-4D97-AF65-F5344CB8AC3E}">
        <p14:creationId xmlns:p14="http://schemas.microsoft.com/office/powerpoint/2010/main" val="1531550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B675E449-28B2-4A7F-E821-CF7705B00CAF}"/>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2. Electronic </a:t>
            </a:r>
            <a:r>
              <a:rPr lang="ru-RU" sz="4000" b="1" dirty="0" err="1">
                <a:solidFill>
                  <a:srgbClr val="FFFFFF"/>
                </a:solidFill>
                <a:latin typeface="Times New Roman"/>
                <a:cs typeface="Times New Roman"/>
              </a:rPr>
              <a:t>Codebook</a:t>
            </a:r>
            <a:r>
              <a:rPr lang="ru-RU" sz="4000" b="1" dirty="0">
                <a:solidFill>
                  <a:srgbClr val="FFFFFF"/>
                </a:solidFill>
                <a:latin typeface="Times New Roman"/>
                <a:cs typeface="Times New Roman"/>
              </a:rPr>
              <a:t> (ECB) Mode</a:t>
            </a:r>
          </a:p>
        </p:txBody>
      </p:sp>
      <p:sp>
        <p:nvSpPr>
          <p:cNvPr id="3" name="Объект 2">
            <a:extLst>
              <a:ext uri="{FF2B5EF4-FFF2-40B4-BE49-F238E27FC236}">
                <a16:creationId xmlns:a16="http://schemas.microsoft.com/office/drawing/2014/main" id="{FDD0395D-444B-075F-5269-0AA9D674CAA1}"/>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dirty="0">
                <a:highlight>
                  <a:srgbClr val="FFFFFF"/>
                </a:highlight>
                <a:latin typeface="Times New Roman"/>
                <a:cs typeface="Times New Roman"/>
              </a:rPr>
              <a:t>Electronic </a:t>
            </a:r>
            <a:r>
              <a:rPr lang="ru-RU" sz="2000" err="1">
                <a:highlight>
                  <a:srgbClr val="FFFFFF"/>
                </a:highlight>
                <a:latin typeface="Times New Roman"/>
                <a:cs typeface="Times New Roman"/>
              </a:rPr>
              <a:t>Codebook</a:t>
            </a:r>
            <a:r>
              <a:rPr lang="ru-RU" sz="2000" dirty="0">
                <a:highlight>
                  <a:srgbClr val="FFFFFF"/>
                </a:highlight>
                <a:latin typeface="Times New Roman"/>
                <a:cs typeface="Times New Roman"/>
              </a:rPr>
              <a:t> (ECB) </a:t>
            </a:r>
            <a:r>
              <a:rPr lang="ru-RU" sz="2000" err="1">
                <a:highlight>
                  <a:srgbClr val="FFFFFF"/>
                </a:highlight>
                <a:latin typeface="Times New Roman"/>
                <a:cs typeface="Times New Roman"/>
              </a:rPr>
              <a:t>is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simplest</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mode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operation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Despite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its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simplicity</a:t>
            </a:r>
            <a:r>
              <a:rPr lang="ru-RU" sz="2000" dirty="0">
                <a:highlight>
                  <a:srgbClr val="FFFFFF"/>
                </a:highlight>
                <a:latin typeface="Times New Roman"/>
                <a:cs typeface="Times New Roman"/>
              </a:rPr>
              <a:t>, ECB </a:t>
            </a:r>
            <a:r>
              <a:rPr lang="ru-RU" sz="2000" err="1">
                <a:highlight>
                  <a:srgbClr val="FFFFFF"/>
                </a:highlight>
                <a:latin typeface="Times New Roman"/>
                <a:cs typeface="Times New Roman"/>
              </a:rPr>
              <a:t>is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fundamentally</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insecure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for</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most</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applications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serves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primarily</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as</a:t>
            </a:r>
            <a:r>
              <a:rPr lang="ru-RU" sz="2000" dirty="0">
                <a:highlight>
                  <a:srgbClr val="FFFFFF"/>
                </a:highlight>
                <a:latin typeface="Times New Roman"/>
                <a:cs typeface="Times New Roman"/>
              </a:rPr>
              <a:t> a </a:t>
            </a:r>
            <a:r>
              <a:rPr lang="ru-RU" sz="2000" err="1">
                <a:highlight>
                  <a:srgbClr val="FFFFFF"/>
                </a:highlight>
                <a:latin typeface="Times New Roman"/>
                <a:cs typeface="Times New Roman"/>
              </a:rPr>
              <a:t>cautionary</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example</a:t>
            </a:r>
            <a:r>
              <a:rPr lang="ru-RU" sz="2000" dirty="0">
                <a:highlight>
                  <a:srgbClr val="FFFFFF"/>
                </a:highlight>
                <a:latin typeface="Times New Roman"/>
                <a:cs typeface="Times New Roman"/>
              </a:rPr>
              <a:t>.</a:t>
            </a:r>
            <a:endParaRPr lang="ru-RU"/>
          </a:p>
        </p:txBody>
      </p:sp>
    </p:spTree>
    <p:extLst>
      <p:ext uri="{BB962C8B-B14F-4D97-AF65-F5344CB8AC3E}">
        <p14:creationId xmlns:p14="http://schemas.microsoft.com/office/powerpoint/2010/main" val="528306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9CB03611-FF14-3419-A32D-EF33763BEC49}"/>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Arial"/>
              </a:rPr>
              <a:t>2.1 ECB </a:t>
            </a:r>
            <a:r>
              <a:rPr lang="ru-RU" sz="4000" b="1" err="1">
                <a:solidFill>
                  <a:srgbClr val="FFFFFF"/>
                </a:solidFill>
                <a:latin typeface="Times New Roman"/>
                <a:cs typeface="Arial"/>
              </a:rPr>
              <a:t>Encryption</a:t>
            </a:r>
            <a:r>
              <a:rPr lang="ru-RU" sz="4000" b="1" dirty="0">
                <a:solidFill>
                  <a:srgbClr val="FFFFFF"/>
                </a:solidFill>
                <a:latin typeface="Times New Roman"/>
                <a:cs typeface="Arial"/>
              </a:rPr>
              <a:t> </a:t>
            </a:r>
            <a:r>
              <a:rPr lang="ru-RU" sz="4000" b="1" err="1">
                <a:solidFill>
                  <a:srgbClr val="FFFFFF"/>
                </a:solidFill>
                <a:latin typeface="Times New Roman"/>
                <a:cs typeface="Arial"/>
              </a:rPr>
              <a:t>and</a:t>
            </a:r>
            <a:r>
              <a:rPr lang="ru-RU" sz="4000" b="1" dirty="0">
                <a:solidFill>
                  <a:srgbClr val="FFFFFF"/>
                </a:solidFill>
                <a:latin typeface="Times New Roman"/>
                <a:cs typeface="Arial"/>
              </a:rPr>
              <a:t> </a:t>
            </a:r>
            <a:r>
              <a:rPr lang="ru-RU" sz="4000" b="1" err="1">
                <a:solidFill>
                  <a:srgbClr val="FFFFFF"/>
                </a:solidFill>
                <a:latin typeface="Times New Roman"/>
                <a:cs typeface="Arial"/>
              </a:rPr>
              <a:t>Decryption</a:t>
            </a:r>
            <a:endParaRPr lang="ru-RU" sz="4000" b="1">
              <a:solidFill>
                <a:srgbClr val="FFFFFF"/>
              </a:solidFill>
              <a:latin typeface="Times New Roman"/>
              <a:cs typeface="Arial"/>
            </a:endParaRPr>
          </a:p>
        </p:txBody>
      </p:sp>
      <p:sp>
        <p:nvSpPr>
          <p:cNvPr id="3" name="Объект 2">
            <a:extLst>
              <a:ext uri="{FF2B5EF4-FFF2-40B4-BE49-F238E27FC236}">
                <a16:creationId xmlns:a16="http://schemas.microsoft.com/office/drawing/2014/main" id="{D4195D2E-A8C2-7C43-E0EB-CFD42ADEB5E2}"/>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b="1" dirty="0">
                <a:highlight>
                  <a:srgbClr val="FFFFFF"/>
                </a:highlight>
                <a:latin typeface="Times New Roman"/>
                <a:cs typeface="Arial"/>
              </a:rPr>
              <a:t>Definition 2.1 (ECB Mode): </a:t>
            </a:r>
            <a:r>
              <a:rPr lang="ru-RU" sz="2000" dirty="0">
                <a:highlight>
                  <a:srgbClr val="FFFFFF"/>
                </a:highlight>
                <a:latin typeface="Times New Roman"/>
                <a:cs typeface="Arial"/>
              </a:rPr>
              <a:t>In ECB </a:t>
            </a:r>
            <a:r>
              <a:rPr lang="ru-RU" sz="2000" err="1">
                <a:highlight>
                  <a:srgbClr val="FFFFFF"/>
                </a:highlight>
                <a:latin typeface="Times New Roman"/>
                <a:cs typeface="Arial"/>
              </a:rPr>
              <a:t>mode</a:t>
            </a:r>
            <a:r>
              <a:rPr lang="ru-RU" sz="2000" dirty="0">
                <a:highlight>
                  <a:srgbClr val="FFFFFF"/>
                </a:highlight>
                <a:latin typeface="Times New Roman"/>
                <a:cs typeface="Arial"/>
              </a:rPr>
              <a:t>, </a:t>
            </a:r>
            <a:r>
              <a:rPr lang="ru-RU" sz="2000" err="1">
                <a:highlight>
                  <a:srgbClr val="FFFFFF"/>
                </a:highlight>
                <a:latin typeface="Times New Roman"/>
                <a:cs typeface="Arial"/>
              </a:rPr>
              <a:t>the</a:t>
            </a:r>
            <a:r>
              <a:rPr lang="ru-RU" sz="2000" dirty="0">
                <a:highlight>
                  <a:srgbClr val="FFFFFF"/>
                </a:highlight>
                <a:latin typeface="Times New Roman"/>
                <a:cs typeface="Arial"/>
              </a:rPr>
              <a:t> </a:t>
            </a:r>
            <a:r>
              <a:rPr lang="ru-RU" sz="2000" err="1">
                <a:highlight>
                  <a:srgbClr val="FFFFFF"/>
                </a:highlight>
                <a:latin typeface="Times New Roman"/>
                <a:cs typeface="Arial"/>
              </a:rPr>
              <a:t>message</a:t>
            </a:r>
            <a:r>
              <a:rPr lang="ru-RU" sz="2000" dirty="0">
                <a:highlight>
                  <a:srgbClr val="FFFFFF"/>
                </a:highlight>
                <a:latin typeface="Times New Roman"/>
                <a:cs typeface="Arial"/>
              </a:rPr>
              <a:t> </a:t>
            </a:r>
            <a:r>
              <a:rPr lang="ru-RU" sz="2000" err="1">
                <a:highlight>
                  <a:srgbClr val="FFFFFF"/>
                </a:highlight>
                <a:latin typeface="Times New Roman"/>
                <a:cs typeface="Arial"/>
              </a:rPr>
              <a:t>is</a:t>
            </a:r>
            <a:r>
              <a:rPr lang="ru-RU" sz="2000" dirty="0">
                <a:highlight>
                  <a:srgbClr val="FFFFFF"/>
                </a:highlight>
                <a:latin typeface="Times New Roman"/>
                <a:cs typeface="Arial"/>
              </a:rPr>
              <a:t> </a:t>
            </a:r>
            <a:r>
              <a:rPr lang="ru-RU" sz="2000" err="1">
                <a:highlight>
                  <a:srgbClr val="FFFFFF"/>
                </a:highlight>
                <a:latin typeface="Times New Roman"/>
                <a:cs typeface="Arial"/>
              </a:rPr>
              <a:t>divided</a:t>
            </a:r>
            <a:r>
              <a:rPr lang="ru-RU" sz="2000" dirty="0">
                <a:highlight>
                  <a:srgbClr val="FFFFFF"/>
                </a:highlight>
                <a:latin typeface="Times New Roman"/>
                <a:cs typeface="Arial"/>
              </a:rPr>
              <a:t> </a:t>
            </a:r>
            <a:r>
              <a:rPr lang="ru-RU" sz="2000" err="1">
                <a:highlight>
                  <a:srgbClr val="FFFFFF"/>
                </a:highlight>
                <a:latin typeface="Times New Roman"/>
                <a:cs typeface="Arial"/>
              </a:rPr>
              <a:t>into</a:t>
            </a:r>
            <a:r>
              <a:rPr lang="ru-RU" sz="2000" dirty="0">
                <a:highlight>
                  <a:srgbClr val="FFFFFF"/>
                </a:highlight>
                <a:latin typeface="Times New Roman"/>
                <a:cs typeface="Arial"/>
              </a:rPr>
              <a:t> n-</a:t>
            </a:r>
            <a:r>
              <a:rPr lang="ru-RU" sz="2000" err="1">
                <a:highlight>
                  <a:srgbClr val="FFFFFF"/>
                </a:highlight>
                <a:latin typeface="Times New Roman"/>
                <a:cs typeface="Arial"/>
              </a:rPr>
              <a:t>bit</a:t>
            </a:r>
            <a:r>
              <a:rPr lang="ru-RU" sz="2000" dirty="0">
                <a:highlight>
                  <a:srgbClr val="FFFFFF"/>
                </a:highlight>
                <a:latin typeface="Times New Roman"/>
                <a:cs typeface="Arial"/>
              </a:rPr>
              <a:t> </a:t>
            </a:r>
            <a:r>
              <a:rPr lang="ru-RU" sz="2000" err="1">
                <a:highlight>
                  <a:srgbClr val="FFFFFF"/>
                </a:highlight>
                <a:latin typeface="Times New Roman"/>
                <a:cs typeface="Arial"/>
              </a:rPr>
              <a:t>blocks</a:t>
            </a:r>
            <a:r>
              <a:rPr lang="ru-RU" sz="2000" dirty="0">
                <a:highlight>
                  <a:srgbClr val="FFFFFF"/>
                </a:highlight>
                <a:latin typeface="Times New Roman"/>
                <a:cs typeface="Arial"/>
              </a:rPr>
              <a:t> P₁, P₂, ..., Pₘ, </a:t>
            </a:r>
            <a:r>
              <a:rPr lang="ru-RU" sz="2000" err="1">
                <a:highlight>
                  <a:srgbClr val="FFFFFF"/>
                </a:highlight>
                <a:latin typeface="Times New Roman"/>
                <a:cs typeface="Arial"/>
              </a:rPr>
              <a:t>and</a:t>
            </a:r>
            <a:r>
              <a:rPr lang="ru-RU" sz="2000" dirty="0">
                <a:highlight>
                  <a:srgbClr val="FFFFFF"/>
                </a:highlight>
                <a:latin typeface="Times New Roman"/>
                <a:cs typeface="Arial"/>
              </a:rPr>
              <a:t> </a:t>
            </a:r>
            <a:r>
              <a:rPr lang="ru-RU" sz="2000" err="1">
                <a:highlight>
                  <a:srgbClr val="FFFFFF"/>
                </a:highlight>
                <a:latin typeface="Times New Roman"/>
                <a:cs typeface="Arial"/>
              </a:rPr>
              <a:t>each</a:t>
            </a:r>
            <a:r>
              <a:rPr lang="ru-RU" sz="2000" dirty="0">
                <a:highlight>
                  <a:srgbClr val="FFFFFF"/>
                </a:highlight>
                <a:latin typeface="Times New Roman"/>
                <a:cs typeface="Arial"/>
              </a:rPr>
              <a:t> </a:t>
            </a:r>
            <a:r>
              <a:rPr lang="ru-RU" sz="2000" err="1">
                <a:highlight>
                  <a:srgbClr val="FFFFFF"/>
                </a:highlight>
                <a:latin typeface="Times New Roman"/>
                <a:cs typeface="Arial"/>
              </a:rPr>
              <a:t>block</a:t>
            </a:r>
            <a:r>
              <a:rPr lang="ru-RU" sz="2000" dirty="0">
                <a:highlight>
                  <a:srgbClr val="FFFFFF"/>
                </a:highlight>
                <a:latin typeface="Times New Roman"/>
                <a:cs typeface="Arial"/>
              </a:rPr>
              <a:t> </a:t>
            </a:r>
            <a:r>
              <a:rPr lang="ru-RU" sz="2000" err="1">
                <a:highlight>
                  <a:srgbClr val="FFFFFF"/>
                </a:highlight>
                <a:latin typeface="Times New Roman"/>
                <a:cs typeface="Arial"/>
              </a:rPr>
              <a:t>is</a:t>
            </a:r>
            <a:r>
              <a:rPr lang="ru-RU" sz="2000" dirty="0">
                <a:highlight>
                  <a:srgbClr val="FFFFFF"/>
                </a:highlight>
                <a:latin typeface="Times New Roman"/>
                <a:cs typeface="Arial"/>
              </a:rPr>
              <a:t> </a:t>
            </a:r>
            <a:r>
              <a:rPr lang="ru-RU" sz="2000" err="1">
                <a:highlight>
                  <a:srgbClr val="FFFFFF"/>
                </a:highlight>
                <a:latin typeface="Times New Roman"/>
                <a:cs typeface="Arial"/>
              </a:rPr>
              <a:t>encrypted</a:t>
            </a:r>
            <a:r>
              <a:rPr lang="ru-RU" sz="2000" dirty="0">
                <a:highlight>
                  <a:srgbClr val="FFFFFF"/>
                </a:highlight>
                <a:latin typeface="Times New Roman"/>
                <a:cs typeface="Arial"/>
              </a:rPr>
              <a:t> </a:t>
            </a:r>
            <a:r>
              <a:rPr lang="ru-RU" sz="2000" err="1">
                <a:highlight>
                  <a:srgbClr val="FFFFFF"/>
                </a:highlight>
                <a:latin typeface="Times New Roman"/>
                <a:cs typeface="Arial"/>
              </a:rPr>
              <a:t>independently</a:t>
            </a:r>
            <a:r>
              <a:rPr lang="ru-RU" sz="2000" dirty="0">
                <a:highlight>
                  <a:srgbClr val="FFFFFF"/>
                </a:highlight>
                <a:latin typeface="Times New Roman"/>
                <a:cs typeface="Arial"/>
              </a:rPr>
              <a:t> </a:t>
            </a:r>
            <a:r>
              <a:rPr lang="ru-RU" sz="2000" err="1">
                <a:highlight>
                  <a:srgbClr val="FFFFFF"/>
                </a:highlight>
                <a:latin typeface="Times New Roman"/>
                <a:cs typeface="Arial"/>
              </a:rPr>
              <a:t>using</a:t>
            </a:r>
            <a:r>
              <a:rPr lang="ru-RU" sz="2000" dirty="0">
                <a:highlight>
                  <a:srgbClr val="FFFFFF"/>
                </a:highlight>
                <a:latin typeface="Times New Roman"/>
                <a:cs typeface="Arial"/>
              </a:rPr>
              <a:t> </a:t>
            </a:r>
            <a:r>
              <a:rPr lang="ru-RU" sz="2000" err="1">
                <a:highlight>
                  <a:srgbClr val="FFFFFF"/>
                </a:highlight>
                <a:latin typeface="Times New Roman"/>
                <a:cs typeface="Arial"/>
              </a:rPr>
              <a:t>the</a:t>
            </a:r>
            <a:r>
              <a:rPr lang="ru-RU" sz="2000" dirty="0">
                <a:highlight>
                  <a:srgbClr val="FFFFFF"/>
                </a:highlight>
                <a:latin typeface="Times New Roman"/>
                <a:cs typeface="Arial"/>
              </a:rPr>
              <a:t> </a:t>
            </a:r>
            <a:r>
              <a:rPr lang="ru-RU" sz="2000" err="1">
                <a:highlight>
                  <a:srgbClr val="FFFFFF"/>
                </a:highlight>
                <a:latin typeface="Times New Roman"/>
                <a:cs typeface="Arial"/>
              </a:rPr>
              <a:t>same</a:t>
            </a:r>
            <a:r>
              <a:rPr lang="ru-RU" sz="2000" dirty="0">
                <a:highlight>
                  <a:srgbClr val="FFFFFF"/>
                </a:highlight>
                <a:latin typeface="Times New Roman"/>
                <a:cs typeface="Arial"/>
              </a:rPr>
              <a:t> </a:t>
            </a:r>
            <a:r>
              <a:rPr lang="ru-RU" sz="2000" err="1">
                <a:highlight>
                  <a:srgbClr val="FFFFFF"/>
                </a:highlight>
                <a:latin typeface="Times New Roman"/>
                <a:cs typeface="Arial"/>
              </a:rPr>
              <a:t>key</a:t>
            </a:r>
            <a:r>
              <a:rPr lang="ru-RU" sz="2000" dirty="0">
                <a:highlight>
                  <a:srgbClr val="FFFFFF"/>
                </a:highlight>
                <a:latin typeface="Times New Roman"/>
                <a:cs typeface="Arial"/>
              </a:rPr>
              <a:t> k:</a:t>
            </a:r>
            <a:endParaRPr lang="ru-RU"/>
          </a:p>
          <a:p>
            <a:pPr marL="0" indent="0">
              <a:buNone/>
            </a:pPr>
            <a:endParaRPr lang="ru-RU" sz="2000" dirty="0">
              <a:highlight>
                <a:srgbClr val="FFFFFF"/>
              </a:highlight>
              <a:latin typeface="Times New Roman"/>
              <a:cs typeface="Arial"/>
            </a:endParaRPr>
          </a:p>
          <a:p>
            <a:pPr marL="0" indent="0">
              <a:buNone/>
            </a:pPr>
            <a:r>
              <a:rPr lang="en-US" sz="2000" dirty="0">
                <a:highlight>
                  <a:srgbClr val="FFFFFF"/>
                </a:highlight>
                <a:latin typeface="Courier New"/>
                <a:cs typeface="Courier New"/>
              </a:rPr>
              <a:t>Encryption: Cᵢ = Eₖ(Pᵢ) for </a:t>
            </a:r>
            <a:r>
              <a:rPr lang="en-US" sz="2000" err="1">
                <a:highlight>
                  <a:srgbClr val="FFFFFF"/>
                </a:highlight>
                <a:latin typeface="Courier New"/>
                <a:cs typeface="Courier New"/>
              </a:rPr>
              <a:t>i</a:t>
            </a:r>
            <a:r>
              <a:rPr lang="en-US" sz="2000" dirty="0">
                <a:highlight>
                  <a:srgbClr val="FFFFFF"/>
                </a:highlight>
                <a:latin typeface="Courier New"/>
                <a:cs typeface="Courier New"/>
              </a:rPr>
              <a:t> = 1, 2, ..., m</a:t>
            </a:r>
            <a:endParaRPr lang="ru-RU" sz="2000" dirty="0">
              <a:highlight>
                <a:srgbClr val="FFFFFF"/>
              </a:highlight>
              <a:latin typeface="Courier New"/>
              <a:cs typeface="Courier New"/>
            </a:endParaRPr>
          </a:p>
          <a:p>
            <a:pPr marL="0" indent="0">
              <a:buNone/>
            </a:pPr>
            <a:r>
              <a:rPr lang="en-US" sz="2000" dirty="0">
                <a:highlight>
                  <a:srgbClr val="FFFFFF"/>
                </a:highlight>
                <a:latin typeface="Courier New"/>
                <a:cs typeface="Courier New"/>
              </a:rPr>
              <a:t>Decryption: Pᵢ = Dₖ(Cᵢ) for </a:t>
            </a:r>
            <a:r>
              <a:rPr lang="en-US" sz="2000" err="1">
                <a:highlight>
                  <a:srgbClr val="FFE5E5"/>
                </a:highlight>
                <a:latin typeface="Courier New"/>
                <a:cs typeface="Courier New"/>
              </a:rPr>
              <a:t>i</a:t>
            </a:r>
            <a:r>
              <a:rPr lang="en-US" sz="2000" dirty="0">
                <a:highlight>
                  <a:srgbClr val="FFFFFF"/>
                </a:highlight>
                <a:latin typeface="Courier New"/>
                <a:cs typeface="Courier New"/>
              </a:rPr>
              <a:t> = 1, 2, ..., m</a:t>
            </a:r>
            <a:endParaRPr lang="ru-RU" sz="2000" dirty="0">
              <a:highlight>
                <a:srgbClr val="FFFFFF"/>
              </a:highlight>
              <a:latin typeface="Courier New"/>
              <a:cs typeface="Courier New"/>
            </a:endParaRPr>
          </a:p>
          <a:p>
            <a:pPr marL="0" indent="0">
              <a:buNone/>
            </a:pPr>
            <a:endParaRPr lang="ru-RU" sz="2000" dirty="0">
              <a:highlight>
                <a:srgbClr val="FFFFFF"/>
              </a:highlight>
              <a:latin typeface="Times New Roman"/>
              <a:cs typeface="Arial"/>
            </a:endParaRPr>
          </a:p>
          <a:p>
            <a:pPr marL="0" indent="0">
              <a:buNone/>
            </a:pPr>
            <a:r>
              <a:rPr lang="ru-RU" sz="2000" dirty="0">
                <a:highlight>
                  <a:srgbClr val="FFFFFF"/>
                </a:highlight>
                <a:latin typeface="Times New Roman"/>
                <a:cs typeface="Arial"/>
              </a:rPr>
              <a:t>The </a:t>
            </a:r>
            <a:r>
              <a:rPr lang="ru-RU" sz="2000" dirty="0" err="1">
                <a:highlight>
                  <a:srgbClr val="FFFFFF"/>
                </a:highlight>
                <a:latin typeface="Times New Roman"/>
                <a:cs typeface="Arial"/>
              </a:rPr>
              <a:t>ciphertext</a:t>
            </a:r>
            <a:r>
              <a:rPr lang="ru-RU" sz="2000" dirty="0">
                <a:highlight>
                  <a:srgbClr val="FFFFFF"/>
                </a:highlight>
                <a:latin typeface="Times New Roman"/>
                <a:cs typeface="Arial"/>
              </a:rPr>
              <a:t> </a:t>
            </a:r>
            <a:r>
              <a:rPr lang="ru-RU" sz="2000" dirty="0" err="1">
                <a:highlight>
                  <a:srgbClr val="FFFFFF"/>
                </a:highlight>
                <a:latin typeface="Times New Roman"/>
                <a:cs typeface="Arial"/>
              </a:rPr>
              <a:t>is</a:t>
            </a:r>
            <a:r>
              <a:rPr lang="ru-RU" sz="2000" dirty="0">
                <a:highlight>
                  <a:srgbClr val="FFFFFF"/>
                </a:highlight>
                <a:latin typeface="Times New Roman"/>
                <a:cs typeface="Arial"/>
              </a:rPr>
              <a:t> </a:t>
            </a:r>
            <a:r>
              <a:rPr lang="ru-RU" sz="2000" dirty="0" err="1">
                <a:highlight>
                  <a:srgbClr val="FFFFFF"/>
                </a:highlight>
                <a:latin typeface="Times New Roman"/>
                <a:cs typeface="Arial"/>
              </a:rPr>
              <a:t>the</a:t>
            </a:r>
            <a:r>
              <a:rPr lang="ru-RU" sz="2000" dirty="0">
                <a:highlight>
                  <a:srgbClr val="FFFFFF"/>
                </a:highlight>
                <a:latin typeface="Times New Roman"/>
                <a:cs typeface="Arial"/>
              </a:rPr>
              <a:t> </a:t>
            </a:r>
            <a:r>
              <a:rPr lang="ru-RU" sz="2000" dirty="0" err="1">
                <a:highlight>
                  <a:srgbClr val="FFFFFF"/>
                </a:highlight>
                <a:latin typeface="Times New Roman"/>
                <a:cs typeface="Arial"/>
              </a:rPr>
              <a:t>concatenation</a:t>
            </a:r>
            <a:r>
              <a:rPr lang="ru-RU" sz="2000" dirty="0">
                <a:highlight>
                  <a:srgbClr val="FFFFFF"/>
                </a:highlight>
                <a:latin typeface="Times New Roman"/>
                <a:cs typeface="Arial"/>
              </a:rPr>
              <a:t> C = C₁ || C₂ || ... || Cₘ.</a:t>
            </a:r>
            <a:endParaRPr lang="ru-RU"/>
          </a:p>
        </p:txBody>
      </p:sp>
    </p:spTree>
    <p:extLst>
      <p:ext uri="{BB962C8B-B14F-4D97-AF65-F5344CB8AC3E}">
        <p14:creationId xmlns:p14="http://schemas.microsoft.com/office/powerpoint/2010/main" val="3260944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3B775A66-4702-8F1C-FB52-FA13D9F74A60}"/>
              </a:ext>
            </a:extLst>
          </p:cNvPr>
          <p:cNvSpPr>
            <a:spLocks noGrp="1"/>
          </p:cNvSpPr>
          <p:nvPr>
            <p:ph type="title"/>
          </p:nvPr>
        </p:nvSpPr>
        <p:spPr>
          <a:xfrm>
            <a:off x="1371599" y="294538"/>
            <a:ext cx="9895951" cy="1033669"/>
          </a:xfrm>
        </p:spPr>
        <p:txBody>
          <a:bodyPr>
            <a:normAutofit/>
          </a:bodyPr>
          <a:lstStyle/>
          <a:p>
            <a:r>
              <a:rPr lang="ru-RU" sz="4000" b="1" err="1">
                <a:solidFill>
                  <a:srgbClr val="FFFFFF"/>
                </a:solidFill>
                <a:latin typeface="Times New Roman"/>
                <a:cs typeface="Arial"/>
              </a:rPr>
              <a:t>Example</a:t>
            </a:r>
            <a:r>
              <a:rPr lang="ru-RU" sz="4000" b="1" dirty="0">
                <a:solidFill>
                  <a:srgbClr val="FFFFFF"/>
                </a:solidFill>
                <a:latin typeface="Times New Roman"/>
                <a:cs typeface="Arial"/>
              </a:rPr>
              <a:t> 2.1: ECB </a:t>
            </a:r>
            <a:r>
              <a:rPr lang="ru-RU" sz="4000" b="1" err="1">
                <a:solidFill>
                  <a:srgbClr val="FFFFFF"/>
                </a:solidFill>
                <a:latin typeface="Times New Roman"/>
                <a:cs typeface="Arial"/>
              </a:rPr>
              <a:t>Encryption</a:t>
            </a:r>
            <a:endParaRPr lang="ru-RU" sz="4000" b="1">
              <a:solidFill>
                <a:srgbClr val="FFFFFF"/>
              </a:solidFill>
              <a:latin typeface="Times New Roman"/>
              <a:cs typeface="Arial"/>
            </a:endParaRPr>
          </a:p>
        </p:txBody>
      </p:sp>
      <p:sp>
        <p:nvSpPr>
          <p:cNvPr id="3" name="Объект 2">
            <a:extLst>
              <a:ext uri="{FF2B5EF4-FFF2-40B4-BE49-F238E27FC236}">
                <a16:creationId xmlns:a16="http://schemas.microsoft.com/office/drawing/2014/main" id="{3026C247-B453-D09E-2F3B-75B75784D344}"/>
              </a:ext>
            </a:extLst>
          </p:cNvPr>
          <p:cNvSpPr>
            <a:spLocks noGrp="1"/>
          </p:cNvSpPr>
          <p:nvPr>
            <p:ph idx="1"/>
          </p:nvPr>
        </p:nvSpPr>
        <p:spPr>
          <a:xfrm>
            <a:off x="1371599" y="2318197"/>
            <a:ext cx="9724031" cy="3683358"/>
          </a:xfrm>
        </p:spPr>
        <p:txBody>
          <a:bodyPr vert="horz" lIns="91440" tIns="45720" rIns="91440" bIns="45720" rtlCol="0" anchor="ctr">
            <a:normAutofit fontScale="92500" lnSpcReduction="10000"/>
          </a:bodyPr>
          <a:lstStyle/>
          <a:p>
            <a:pPr marL="0" indent="0">
              <a:buNone/>
            </a:pPr>
            <a:r>
              <a:rPr lang="ru-RU" sz="2000" dirty="0">
                <a:highlight>
                  <a:srgbClr val="FFFFFF"/>
                </a:highlight>
                <a:latin typeface="Courier New"/>
                <a:cs typeface="Courier New"/>
              </a:rPr>
              <a:t>Message: 'HELLO_WORLD_HELLO_WORLD' (24 </a:t>
            </a:r>
            <a:r>
              <a:rPr lang="ru-RU" sz="2000" dirty="0" err="1">
                <a:highlight>
                  <a:srgbClr val="FFFFFF"/>
                </a:highlight>
                <a:latin typeface="Courier New"/>
                <a:cs typeface="Courier New"/>
              </a:rPr>
              <a:t>bytes</a:t>
            </a:r>
            <a:r>
              <a:rPr lang="ru-RU" sz="2000" dirty="0">
                <a:highlight>
                  <a:srgbClr val="FFFFFF"/>
                </a:highlight>
                <a:latin typeface="Courier New"/>
                <a:cs typeface="Courier New"/>
              </a:rPr>
              <a:t>, 3 </a:t>
            </a:r>
            <a:r>
              <a:rPr lang="ru-RU" sz="2000" dirty="0" err="1">
                <a:highlight>
                  <a:srgbClr val="FFFFFF"/>
                </a:highlight>
                <a:latin typeface="Courier New"/>
                <a:cs typeface="Courier New"/>
              </a:rPr>
              <a:t>blocks</a:t>
            </a:r>
            <a:r>
              <a:rPr lang="ru-RU" sz="2000" dirty="0">
                <a:highlight>
                  <a:srgbClr val="FFFFFF"/>
                </a:highlight>
                <a:latin typeface="Courier New"/>
                <a:cs typeface="Courier New"/>
              </a:rPr>
              <a:t> </a:t>
            </a:r>
            <a:r>
              <a:rPr lang="ru-RU" sz="2000" dirty="0" err="1">
                <a:highlight>
                  <a:srgbClr val="FFFFFF"/>
                </a:highlight>
                <a:latin typeface="Courier New"/>
                <a:cs typeface="Courier New"/>
              </a:rPr>
              <a:t>of</a:t>
            </a:r>
            <a:r>
              <a:rPr lang="ru-RU" sz="2000" dirty="0">
                <a:highlight>
                  <a:srgbClr val="FFFFFF"/>
                </a:highlight>
                <a:latin typeface="Courier New"/>
                <a:cs typeface="Courier New"/>
              </a:rPr>
              <a:t> 8 </a:t>
            </a:r>
            <a:r>
              <a:rPr lang="ru-RU" sz="2000" dirty="0" err="1">
                <a:highlight>
                  <a:srgbClr val="FFFFFF"/>
                </a:highlight>
                <a:latin typeface="Courier New"/>
                <a:cs typeface="Courier New"/>
              </a:rPr>
              <a:t>bytes</a:t>
            </a:r>
            <a:r>
              <a:rPr lang="ru-RU" sz="2000" dirty="0">
                <a:highlight>
                  <a:srgbClr val="FFFFFF"/>
                </a:highlight>
                <a:latin typeface="Courier New"/>
                <a:cs typeface="Courier New"/>
              </a:rPr>
              <a:t>)</a:t>
            </a:r>
            <a:endParaRPr lang="ru-RU" dirty="0"/>
          </a:p>
          <a:p>
            <a:pPr marL="0" indent="0">
              <a:buNone/>
            </a:pPr>
            <a:endParaRPr lang="ru-RU" sz="2000" dirty="0">
              <a:highlight>
                <a:srgbClr val="FFFFFF"/>
              </a:highlight>
              <a:latin typeface="Courier New"/>
              <a:cs typeface="Courier New"/>
            </a:endParaRPr>
          </a:p>
          <a:p>
            <a:pPr marL="0" indent="0">
              <a:buNone/>
            </a:pPr>
            <a:r>
              <a:rPr lang="ru-RU" sz="2000" dirty="0">
                <a:highlight>
                  <a:srgbClr val="FFFFFF"/>
                </a:highlight>
                <a:latin typeface="Courier New"/>
                <a:cs typeface="Courier New"/>
              </a:rPr>
              <a:t>Block </a:t>
            </a:r>
            <a:r>
              <a:rPr lang="ru-RU" sz="2000" dirty="0" err="1">
                <a:highlight>
                  <a:srgbClr val="FFFFFF"/>
                </a:highlight>
                <a:latin typeface="Courier New"/>
                <a:cs typeface="Courier New"/>
              </a:rPr>
              <a:t>cipher</a:t>
            </a:r>
            <a:r>
              <a:rPr lang="ru-RU" sz="2000" dirty="0">
                <a:highlight>
                  <a:srgbClr val="FFFFFF"/>
                </a:highlight>
                <a:latin typeface="Courier New"/>
                <a:cs typeface="Courier New"/>
              </a:rPr>
              <a:t>: </a:t>
            </a:r>
            <a:r>
              <a:rPr lang="ru-RU" sz="2000" dirty="0" err="1">
                <a:highlight>
                  <a:srgbClr val="FFFFFF"/>
                </a:highlight>
                <a:latin typeface="Courier New"/>
                <a:cs typeface="Courier New"/>
              </a:rPr>
              <a:t>Simplified</a:t>
            </a:r>
            <a:r>
              <a:rPr lang="ru-RU" sz="2000" dirty="0">
                <a:highlight>
                  <a:srgbClr val="FFFFFF"/>
                </a:highlight>
                <a:latin typeface="Courier New"/>
                <a:cs typeface="Courier New"/>
              </a:rPr>
              <a:t> 64-bit </a:t>
            </a:r>
            <a:r>
              <a:rPr lang="ru-RU" sz="2000" dirty="0" err="1">
                <a:highlight>
                  <a:srgbClr val="FFFFFF"/>
                </a:highlight>
                <a:latin typeface="Courier New"/>
                <a:cs typeface="Courier New"/>
              </a:rPr>
              <a:t>cipher</a:t>
            </a:r>
            <a:r>
              <a:rPr lang="ru-RU" sz="2000" dirty="0">
                <a:highlight>
                  <a:srgbClr val="FFFFFF"/>
                </a:highlight>
                <a:latin typeface="Courier New"/>
                <a:cs typeface="Courier New"/>
              </a:rPr>
              <a:t> </a:t>
            </a:r>
            <a:r>
              <a:rPr lang="ru-RU" sz="2000" dirty="0" err="1">
                <a:highlight>
                  <a:srgbClr val="FFFFFF"/>
                </a:highlight>
                <a:latin typeface="Courier New"/>
                <a:cs typeface="Courier New"/>
              </a:rPr>
              <a:t>with</a:t>
            </a:r>
            <a:r>
              <a:rPr lang="ru-RU" sz="2000" dirty="0">
                <a:highlight>
                  <a:srgbClr val="FFFFFF"/>
                </a:highlight>
                <a:latin typeface="Courier New"/>
                <a:cs typeface="Courier New"/>
              </a:rPr>
              <a:t> </a:t>
            </a:r>
            <a:r>
              <a:rPr lang="ru-RU" sz="2000" dirty="0" err="1">
                <a:highlight>
                  <a:srgbClr val="FFFFFF"/>
                </a:highlight>
                <a:latin typeface="Courier New"/>
                <a:cs typeface="Courier New"/>
              </a:rPr>
              <a:t>key</a:t>
            </a:r>
            <a:r>
              <a:rPr lang="ru-RU" sz="2000" dirty="0">
                <a:highlight>
                  <a:srgbClr val="FFFFFF"/>
                </a:highlight>
                <a:latin typeface="Courier New"/>
                <a:cs typeface="Courier New"/>
              </a:rPr>
              <a:t> k</a:t>
            </a:r>
          </a:p>
          <a:p>
            <a:pPr marL="0" indent="0">
              <a:buNone/>
            </a:pPr>
            <a:endParaRPr lang="en-US" sz="2000" dirty="0">
              <a:highlight>
                <a:srgbClr val="FFFFFF"/>
              </a:highlight>
              <a:latin typeface="Courier New"/>
              <a:cs typeface="Courier New"/>
            </a:endParaRPr>
          </a:p>
          <a:p>
            <a:pPr marL="0" indent="0">
              <a:buNone/>
            </a:pPr>
            <a:r>
              <a:rPr lang="en-US" sz="2000" dirty="0">
                <a:highlight>
                  <a:srgbClr val="FFFFFF"/>
                </a:highlight>
                <a:latin typeface="Courier New"/>
                <a:cs typeface="Courier New"/>
              </a:rPr>
              <a:t>P₁ = 'HELLO_WO'  →  C₁ = Eₖ(P₁) = 0x4A7F2B8C3D5E1F90</a:t>
            </a:r>
            <a:endParaRPr lang="ru-RU" sz="2000" dirty="0">
              <a:highlight>
                <a:srgbClr val="FFFFFF"/>
              </a:highlight>
              <a:latin typeface="Courier New"/>
              <a:cs typeface="Courier New"/>
            </a:endParaRPr>
          </a:p>
          <a:p>
            <a:pPr marL="0" indent="0">
              <a:buNone/>
            </a:pPr>
            <a:r>
              <a:rPr lang="en-US" sz="2000" dirty="0">
                <a:highlight>
                  <a:srgbClr val="FFFFFF"/>
                </a:highlight>
                <a:latin typeface="Courier New"/>
                <a:cs typeface="Courier New"/>
              </a:rPr>
              <a:t>P₂ = 'RLD_HELL'  →  C₂ = Eₖ(P₂) = 0x9E3C5A7B1D4F8E20</a:t>
            </a:r>
            <a:endParaRPr lang="ru-RU" sz="2000" dirty="0">
              <a:highlight>
                <a:srgbClr val="FFFFFF"/>
              </a:highlight>
              <a:latin typeface="Courier New"/>
              <a:cs typeface="Courier New"/>
            </a:endParaRPr>
          </a:p>
          <a:p>
            <a:pPr marL="0" indent="0">
              <a:buNone/>
            </a:pPr>
            <a:r>
              <a:rPr lang="en-US" sz="2000" dirty="0">
                <a:highlight>
                  <a:srgbClr val="FFFFFF"/>
                </a:highlight>
                <a:latin typeface="Courier New"/>
                <a:cs typeface="Courier New"/>
              </a:rPr>
              <a:t>P₃ = 'O_WORLD_'  →  C₃ = Eₖ(P₃) = 0x7D2B4E9F8C1A6350</a:t>
            </a:r>
            <a:endParaRPr lang="ru-RU" sz="2000" dirty="0">
              <a:highlight>
                <a:srgbClr val="FFFFFF"/>
              </a:highlight>
              <a:latin typeface="Courier New"/>
              <a:cs typeface="Courier New"/>
            </a:endParaRPr>
          </a:p>
          <a:p>
            <a:pPr marL="0" indent="0">
              <a:buNone/>
            </a:pPr>
            <a:endParaRPr lang="ru-RU" sz="2000" dirty="0">
              <a:highlight>
                <a:srgbClr val="FFFFFF"/>
              </a:highlight>
              <a:latin typeface="Times New Roman"/>
              <a:cs typeface="Arial"/>
            </a:endParaRPr>
          </a:p>
          <a:p>
            <a:pPr marL="0" indent="0">
              <a:buNone/>
            </a:pPr>
            <a:r>
              <a:rPr lang="ru-RU" sz="2000" dirty="0" err="1">
                <a:highlight>
                  <a:srgbClr val="FFFFFF"/>
                </a:highlight>
                <a:latin typeface="Times New Roman"/>
                <a:cs typeface="Arial"/>
              </a:rPr>
              <a:t>Observe</a:t>
            </a:r>
            <a:r>
              <a:rPr lang="ru-RU" sz="2000" dirty="0">
                <a:highlight>
                  <a:srgbClr val="FFFFFF"/>
                </a:highlight>
                <a:latin typeface="Times New Roman"/>
                <a:cs typeface="Arial"/>
              </a:rPr>
              <a:t>: </a:t>
            </a:r>
            <a:r>
              <a:rPr lang="ru-RU" sz="2000" dirty="0" err="1">
                <a:highlight>
                  <a:srgbClr val="FFFFFF"/>
                </a:highlight>
                <a:latin typeface="Times New Roman"/>
                <a:cs typeface="Arial"/>
              </a:rPr>
              <a:t>Each</a:t>
            </a:r>
            <a:r>
              <a:rPr lang="ru-RU" sz="2000" dirty="0">
                <a:highlight>
                  <a:srgbClr val="FFFFFF"/>
                </a:highlight>
                <a:latin typeface="Times New Roman"/>
                <a:cs typeface="Arial"/>
              </a:rPr>
              <a:t> </a:t>
            </a:r>
            <a:r>
              <a:rPr lang="ru-RU" sz="2000" dirty="0" err="1">
                <a:highlight>
                  <a:srgbClr val="FFFFFF"/>
                </a:highlight>
                <a:latin typeface="Times New Roman"/>
                <a:cs typeface="Arial"/>
              </a:rPr>
              <a:t>block</a:t>
            </a:r>
            <a:r>
              <a:rPr lang="ru-RU" sz="2000" dirty="0">
                <a:highlight>
                  <a:srgbClr val="FFFFFF"/>
                </a:highlight>
                <a:latin typeface="Times New Roman"/>
                <a:cs typeface="Arial"/>
              </a:rPr>
              <a:t> </a:t>
            </a:r>
            <a:r>
              <a:rPr lang="ru-RU" sz="2000" dirty="0" err="1">
                <a:highlight>
                  <a:srgbClr val="FFFFFF"/>
                </a:highlight>
                <a:latin typeface="Times New Roman"/>
                <a:cs typeface="Arial"/>
              </a:rPr>
              <a:t>is</a:t>
            </a:r>
            <a:r>
              <a:rPr lang="ru-RU" sz="2000" dirty="0">
                <a:highlight>
                  <a:srgbClr val="FFFFFF"/>
                </a:highlight>
                <a:latin typeface="Times New Roman"/>
                <a:cs typeface="Arial"/>
              </a:rPr>
              <a:t> </a:t>
            </a:r>
            <a:r>
              <a:rPr lang="ru-RU" sz="2000" dirty="0" err="1">
                <a:highlight>
                  <a:srgbClr val="FFFFFF"/>
                </a:highlight>
                <a:latin typeface="Times New Roman"/>
                <a:cs typeface="Arial"/>
              </a:rPr>
              <a:t>encrypted</a:t>
            </a:r>
            <a:r>
              <a:rPr lang="ru-RU" sz="2000" dirty="0">
                <a:highlight>
                  <a:srgbClr val="FFFFFF"/>
                </a:highlight>
                <a:latin typeface="Times New Roman"/>
                <a:cs typeface="Arial"/>
              </a:rPr>
              <a:t> </a:t>
            </a:r>
            <a:r>
              <a:rPr lang="ru-RU" sz="2000" dirty="0" err="1">
                <a:highlight>
                  <a:srgbClr val="FFFFFF"/>
                </a:highlight>
                <a:latin typeface="Times New Roman"/>
                <a:cs typeface="Arial"/>
              </a:rPr>
              <a:t>independently</a:t>
            </a:r>
            <a:r>
              <a:rPr lang="ru-RU" sz="2000" dirty="0">
                <a:highlight>
                  <a:srgbClr val="FFFFFF"/>
                </a:highlight>
                <a:latin typeface="Times New Roman"/>
                <a:cs typeface="Arial"/>
              </a:rPr>
              <a:t>. The </a:t>
            </a:r>
            <a:r>
              <a:rPr lang="ru-RU" sz="2000" dirty="0" err="1">
                <a:highlight>
                  <a:srgbClr val="FFFFFF"/>
                </a:highlight>
                <a:latin typeface="Times New Roman"/>
                <a:cs typeface="Arial"/>
              </a:rPr>
              <a:t>same</a:t>
            </a:r>
            <a:r>
              <a:rPr lang="ru-RU" sz="2000" dirty="0">
                <a:highlight>
                  <a:srgbClr val="FFFFFF"/>
                </a:highlight>
                <a:latin typeface="Times New Roman"/>
                <a:cs typeface="Arial"/>
              </a:rPr>
              <a:t> </a:t>
            </a:r>
            <a:r>
              <a:rPr lang="ru-RU" sz="2000" dirty="0" err="1">
                <a:highlight>
                  <a:srgbClr val="FFFFFF"/>
                </a:highlight>
                <a:latin typeface="Times New Roman"/>
                <a:cs typeface="Arial"/>
              </a:rPr>
              <a:t>plaintext</a:t>
            </a:r>
            <a:r>
              <a:rPr lang="ru-RU" sz="2000" dirty="0">
                <a:highlight>
                  <a:srgbClr val="FFFFFF"/>
                </a:highlight>
                <a:latin typeface="Times New Roman"/>
                <a:cs typeface="Arial"/>
              </a:rPr>
              <a:t> </a:t>
            </a:r>
            <a:r>
              <a:rPr lang="ru-RU" sz="2000" dirty="0" err="1">
                <a:highlight>
                  <a:srgbClr val="FFFFFF"/>
                </a:highlight>
                <a:latin typeface="Times New Roman"/>
                <a:cs typeface="Arial"/>
              </a:rPr>
              <a:t>block</a:t>
            </a:r>
            <a:r>
              <a:rPr lang="ru-RU" sz="2000" dirty="0">
                <a:highlight>
                  <a:srgbClr val="FFFFFF"/>
                </a:highlight>
                <a:latin typeface="Times New Roman"/>
                <a:cs typeface="Arial"/>
              </a:rPr>
              <a:t> </a:t>
            </a:r>
            <a:r>
              <a:rPr lang="ru-RU" sz="2000" dirty="0" err="1">
                <a:highlight>
                  <a:srgbClr val="FFFFFF"/>
                </a:highlight>
                <a:latin typeface="Times New Roman"/>
                <a:cs typeface="Arial"/>
              </a:rPr>
              <a:t>always</a:t>
            </a:r>
            <a:r>
              <a:rPr lang="ru-RU" sz="2000" dirty="0">
                <a:highlight>
                  <a:srgbClr val="FFFFFF"/>
                </a:highlight>
                <a:latin typeface="Times New Roman"/>
                <a:cs typeface="Arial"/>
              </a:rPr>
              <a:t> </a:t>
            </a:r>
            <a:r>
              <a:rPr lang="ru-RU" sz="2000" dirty="0" err="1">
                <a:highlight>
                  <a:srgbClr val="FFFFFF"/>
                </a:highlight>
                <a:latin typeface="Times New Roman"/>
                <a:cs typeface="Arial"/>
              </a:rPr>
              <a:t>produces</a:t>
            </a:r>
            <a:r>
              <a:rPr lang="ru-RU" sz="2000" dirty="0">
                <a:highlight>
                  <a:srgbClr val="FFFFFF"/>
                </a:highlight>
                <a:latin typeface="Times New Roman"/>
                <a:cs typeface="Arial"/>
              </a:rPr>
              <a:t> </a:t>
            </a:r>
            <a:r>
              <a:rPr lang="ru-RU" sz="2000" dirty="0" err="1">
                <a:highlight>
                  <a:srgbClr val="FFFFFF"/>
                </a:highlight>
                <a:latin typeface="Times New Roman"/>
                <a:cs typeface="Arial"/>
              </a:rPr>
              <a:t>the</a:t>
            </a:r>
            <a:r>
              <a:rPr lang="ru-RU" sz="2000" dirty="0">
                <a:highlight>
                  <a:srgbClr val="FFFFFF"/>
                </a:highlight>
                <a:latin typeface="Times New Roman"/>
                <a:cs typeface="Arial"/>
              </a:rPr>
              <a:t> </a:t>
            </a:r>
            <a:r>
              <a:rPr lang="ru-RU" sz="2000" dirty="0" err="1">
                <a:highlight>
                  <a:srgbClr val="FFFFFF"/>
                </a:highlight>
                <a:latin typeface="Times New Roman"/>
                <a:cs typeface="Arial"/>
              </a:rPr>
              <a:t>same</a:t>
            </a:r>
            <a:r>
              <a:rPr lang="ru-RU" sz="2000" dirty="0">
                <a:highlight>
                  <a:srgbClr val="FFFFFF"/>
                </a:highlight>
                <a:latin typeface="Times New Roman"/>
                <a:cs typeface="Arial"/>
              </a:rPr>
              <a:t> </a:t>
            </a:r>
            <a:r>
              <a:rPr lang="ru-RU" sz="2000" dirty="0" err="1">
                <a:highlight>
                  <a:srgbClr val="FFFFFF"/>
                </a:highlight>
                <a:latin typeface="Times New Roman"/>
                <a:cs typeface="Arial"/>
              </a:rPr>
              <a:t>ciphertext</a:t>
            </a:r>
            <a:r>
              <a:rPr lang="ru-RU" sz="2000" dirty="0">
                <a:highlight>
                  <a:srgbClr val="FFFFFF"/>
                </a:highlight>
                <a:latin typeface="Times New Roman"/>
                <a:cs typeface="Arial"/>
              </a:rPr>
              <a:t> </a:t>
            </a:r>
            <a:r>
              <a:rPr lang="ru-RU" sz="2000" dirty="0" err="1">
                <a:highlight>
                  <a:srgbClr val="FFFFFF"/>
                </a:highlight>
                <a:latin typeface="Times New Roman"/>
                <a:cs typeface="Arial"/>
              </a:rPr>
              <a:t>block</a:t>
            </a:r>
            <a:r>
              <a:rPr lang="ru-RU" sz="2000" dirty="0">
                <a:highlight>
                  <a:srgbClr val="FFFFFF"/>
                </a:highlight>
                <a:latin typeface="Times New Roman"/>
                <a:cs typeface="Arial"/>
              </a:rPr>
              <a:t> </a:t>
            </a:r>
            <a:r>
              <a:rPr lang="ru-RU" sz="2000" dirty="0" err="1">
                <a:highlight>
                  <a:srgbClr val="FFFFFF"/>
                </a:highlight>
                <a:latin typeface="Times New Roman"/>
                <a:cs typeface="Arial"/>
              </a:rPr>
              <a:t>under</a:t>
            </a:r>
            <a:r>
              <a:rPr lang="ru-RU" sz="2000" dirty="0">
                <a:highlight>
                  <a:srgbClr val="FFFFFF"/>
                </a:highlight>
                <a:latin typeface="Times New Roman"/>
                <a:cs typeface="Arial"/>
              </a:rPr>
              <a:t> </a:t>
            </a:r>
            <a:r>
              <a:rPr lang="ru-RU" sz="2000" dirty="0" err="1">
                <a:highlight>
                  <a:srgbClr val="FFFFFF"/>
                </a:highlight>
                <a:latin typeface="Times New Roman"/>
                <a:cs typeface="Arial"/>
              </a:rPr>
              <a:t>the</a:t>
            </a:r>
            <a:r>
              <a:rPr lang="ru-RU" sz="2000" dirty="0">
                <a:highlight>
                  <a:srgbClr val="FFFFFF"/>
                </a:highlight>
                <a:latin typeface="Times New Roman"/>
                <a:cs typeface="Arial"/>
              </a:rPr>
              <a:t> </a:t>
            </a:r>
            <a:r>
              <a:rPr lang="ru-RU" sz="2000" dirty="0" err="1">
                <a:highlight>
                  <a:srgbClr val="FFFFFF"/>
                </a:highlight>
                <a:latin typeface="Times New Roman"/>
                <a:cs typeface="Arial"/>
              </a:rPr>
              <a:t>same</a:t>
            </a:r>
            <a:r>
              <a:rPr lang="ru-RU" sz="2000" dirty="0">
                <a:highlight>
                  <a:srgbClr val="FFFFFF"/>
                </a:highlight>
                <a:latin typeface="Times New Roman"/>
                <a:cs typeface="Arial"/>
              </a:rPr>
              <a:t> </a:t>
            </a:r>
            <a:r>
              <a:rPr lang="ru-RU" sz="2000" dirty="0" err="1">
                <a:highlight>
                  <a:srgbClr val="FFFFFF"/>
                </a:highlight>
                <a:latin typeface="Times New Roman"/>
                <a:cs typeface="Arial"/>
              </a:rPr>
              <a:t>key</a:t>
            </a:r>
            <a:r>
              <a:rPr lang="ru-RU" sz="2000" dirty="0">
                <a:highlight>
                  <a:srgbClr val="FFFFFF"/>
                </a:highlight>
                <a:latin typeface="Times New Roman"/>
                <a:cs typeface="Arial"/>
              </a:rPr>
              <a:t>.</a:t>
            </a:r>
            <a:endParaRPr lang="ru-RU"/>
          </a:p>
          <a:p>
            <a:pPr marL="0" indent="0">
              <a:buNone/>
            </a:pPr>
            <a:endParaRPr lang="ru-RU" sz="2000"/>
          </a:p>
        </p:txBody>
      </p:sp>
    </p:spTree>
    <p:extLst>
      <p:ext uri="{BB962C8B-B14F-4D97-AF65-F5344CB8AC3E}">
        <p14:creationId xmlns:p14="http://schemas.microsoft.com/office/powerpoint/2010/main" val="2463012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3B9F0F63-1709-AC01-F1AD-F77B482DB129}"/>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2.2 Critical Security Flaws in ECB</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07A72182-C956-F15A-99FD-84A3549B1840}"/>
              </a:ext>
            </a:extLst>
          </p:cNvPr>
          <p:cNvSpPr>
            <a:spLocks noGrp="1"/>
          </p:cNvSpPr>
          <p:nvPr>
            <p:ph idx="1"/>
          </p:nvPr>
        </p:nvSpPr>
        <p:spPr>
          <a:xfrm>
            <a:off x="1371599" y="2318197"/>
            <a:ext cx="9724031" cy="3683358"/>
          </a:xfrm>
        </p:spPr>
        <p:txBody>
          <a:bodyPr vert="horz" lIns="91440" tIns="45720" rIns="91440" bIns="45720" rtlCol="0" anchor="ctr">
            <a:normAutofit fontScale="85000" lnSpcReduction="10000"/>
          </a:bodyPr>
          <a:lstStyle/>
          <a:p>
            <a:r>
              <a:rPr lang="ru-RU" sz="2000" b="1" dirty="0" err="1">
                <a:highlight>
                  <a:srgbClr val="FFFFFF"/>
                </a:highlight>
                <a:latin typeface="Times New Roman"/>
                <a:cs typeface="Times New Roman"/>
              </a:rPr>
              <a:t>Theorem</a:t>
            </a:r>
            <a:r>
              <a:rPr lang="ru-RU" sz="2000" b="1" dirty="0">
                <a:highlight>
                  <a:srgbClr val="FFFFFF"/>
                </a:highlight>
                <a:latin typeface="Times New Roman"/>
                <a:cs typeface="Times New Roman"/>
              </a:rPr>
              <a:t> 2.1 (ECB </a:t>
            </a:r>
            <a:r>
              <a:rPr lang="ru-RU" sz="2000" b="1" dirty="0" err="1">
                <a:highlight>
                  <a:srgbClr val="FFFFFF"/>
                </a:highlight>
                <a:latin typeface="Times New Roman"/>
                <a:cs typeface="Times New Roman"/>
              </a:rPr>
              <a:t>is</a:t>
            </a:r>
            <a:r>
              <a:rPr lang="ru-RU" sz="2000" b="1" dirty="0">
                <a:highlight>
                  <a:srgbClr val="FFFFFF"/>
                </a:highlight>
                <a:latin typeface="Times New Roman"/>
                <a:cs typeface="Times New Roman"/>
              </a:rPr>
              <a:t> </a:t>
            </a:r>
            <a:r>
              <a:rPr lang="ru-RU" sz="2000" b="1" dirty="0" err="1">
                <a:highlight>
                  <a:srgbClr val="FFFFFF"/>
                </a:highlight>
                <a:latin typeface="Times New Roman"/>
                <a:cs typeface="Times New Roman"/>
              </a:rPr>
              <a:t>not</a:t>
            </a:r>
            <a:r>
              <a:rPr lang="ru-RU" sz="2000" b="1" dirty="0">
                <a:highlight>
                  <a:srgbClr val="FFFFFF"/>
                </a:highlight>
                <a:latin typeface="Times New Roman"/>
                <a:cs typeface="Times New Roman"/>
              </a:rPr>
              <a:t> IND-CPA </a:t>
            </a:r>
            <a:r>
              <a:rPr lang="ru-RU" sz="2000" b="1" dirty="0" err="1">
                <a:highlight>
                  <a:srgbClr val="FFFFFF"/>
                </a:highlight>
                <a:latin typeface="Times New Roman"/>
                <a:cs typeface="Times New Roman"/>
              </a:rPr>
              <a:t>secure</a:t>
            </a:r>
            <a:r>
              <a:rPr lang="ru-RU" sz="2000" b="1" dirty="0">
                <a:highlight>
                  <a:srgbClr val="FFFFFF"/>
                </a:highlight>
                <a:latin typeface="Times New Roman"/>
                <a:cs typeface="Times New Roman"/>
              </a:rPr>
              <a:t>): </a:t>
            </a:r>
            <a:r>
              <a:rPr lang="ru-RU" sz="2000" dirty="0">
                <a:highlight>
                  <a:srgbClr val="FFFFFF"/>
                </a:highlight>
                <a:latin typeface="Times New Roman"/>
                <a:cs typeface="Times New Roman"/>
              </a:rPr>
              <a:t>ECB </a:t>
            </a:r>
            <a:r>
              <a:rPr lang="ru-RU" sz="2000" dirty="0" err="1">
                <a:highlight>
                  <a:srgbClr val="FFFFFF"/>
                </a:highlight>
                <a:latin typeface="Times New Roman"/>
                <a:cs typeface="Times New Roman"/>
              </a:rPr>
              <a:t>mode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does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not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provide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semantic</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security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against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chosen-plaintext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attacks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adversary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can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distinguish</a:t>
            </a:r>
            <a:r>
              <a:rPr lang="ru-RU" sz="2000" dirty="0">
                <a:highlight>
                  <a:srgbClr val="FFFFFF"/>
                </a:highlight>
                <a:latin typeface="Times New Roman"/>
                <a:cs typeface="Times New Roman"/>
              </a:rPr>
              <a:t> ECB-</a:t>
            </a:r>
            <a:r>
              <a:rPr lang="ru-RU" sz="2000" dirty="0" err="1">
                <a:highlight>
                  <a:srgbClr val="FFFFFF"/>
                </a:highlight>
                <a:latin typeface="Times New Roman"/>
                <a:cs typeface="Times New Roman"/>
              </a:rPr>
              <a:t>encrypted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messages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from</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random</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data</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with</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high</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probability</a:t>
            </a:r>
            <a:r>
              <a:rPr lang="ru-RU" sz="2000" dirty="0">
                <a:highlight>
                  <a:srgbClr val="FFFFFF"/>
                </a:highlight>
                <a:latin typeface="Times New Roman"/>
                <a:cs typeface="Times New Roman"/>
              </a:rPr>
              <a:t>.</a:t>
            </a:r>
          </a:p>
          <a:p>
            <a:r>
              <a:rPr lang="en-US" sz="2000" b="1" dirty="0">
                <a:highlight>
                  <a:srgbClr val="FFFFFF"/>
                </a:highlight>
                <a:latin typeface="Times New Roman"/>
                <a:cs typeface="Times New Roman"/>
              </a:rPr>
              <a:t>Proof: </a:t>
            </a:r>
            <a:r>
              <a:rPr lang="en-US" sz="2000" dirty="0">
                <a:highlight>
                  <a:srgbClr val="FFFFFF"/>
                </a:highlight>
                <a:latin typeface="Times New Roman"/>
                <a:cs typeface="Times New Roman"/>
              </a:rPr>
              <a:t>Consider the adversary who submits two messages: M₀ = P || P (two identical blocks) and M₁ = P || Q (two different blocks, Q ≠ P). The adversary receives challenge ciphertext C = C₁ || C₂. If C₁ = C₂, the adversary concludes the encryption is of M₀; otherwise M₁. This distinguisher succeeds with probability 1, violating IND-CPA security.</a:t>
            </a:r>
          </a:p>
          <a:p>
            <a:r>
              <a:rPr lang="ru-RU" sz="2000" dirty="0">
                <a:latin typeface="Times New Roman"/>
                <a:cs typeface="Times New Roman"/>
              </a:rPr>
              <a:t>Теорема 2.1 (ECB не является безопасным IND-CPA): режим ECB не обеспечивает семантическую безопасность от атак с использованием выбранного открытого текста. Злоумышленник может с высокой вероятностью отличить сообщения, зашифрованные ECB, от случайных данных.</a:t>
            </a:r>
            <a:endParaRPr lang="en-US" sz="2000" dirty="0">
              <a:latin typeface="Times New Roman"/>
              <a:cs typeface="Times New Roman"/>
            </a:endParaRPr>
          </a:p>
          <a:p>
            <a:r>
              <a:rPr lang="ru-RU" sz="2000" dirty="0">
                <a:latin typeface="Times New Roman"/>
                <a:cs typeface="Times New Roman"/>
              </a:rPr>
              <a:t>Доказательство. Рассмотрим противника, который отправляет два сообщения: M₀ = P || P (два одинаковых блока) и M₁ = P || Q (два разных блока, Q ≠ P). Противник получает зашифрованный текст вызова C = C₁ || С₂. Если C₁ = C₂, злоумышленник приходит к выводу, что используется шифрование M₀;в противном случае M₁. Этот </a:t>
            </a:r>
            <a:r>
              <a:rPr lang="ru-RU" sz="2000" dirty="0" err="1">
                <a:latin typeface="Times New Roman"/>
                <a:cs typeface="Times New Roman"/>
              </a:rPr>
              <a:t>различитель</a:t>
            </a:r>
            <a:r>
              <a:rPr lang="ru-RU" sz="2000" dirty="0">
                <a:latin typeface="Times New Roman"/>
                <a:cs typeface="Times New Roman"/>
              </a:rPr>
              <a:t> успешен с вероятностью 1, что нарушает безопасность IND-CPA.</a:t>
            </a:r>
          </a:p>
        </p:txBody>
      </p:sp>
    </p:spTree>
    <p:extLst>
      <p:ext uri="{BB962C8B-B14F-4D97-AF65-F5344CB8AC3E}">
        <p14:creationId xmlns:p14="http://schemas.microsoft.com/office/powerpoint/2010/main" val="40638888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3FA9571F-2ED8-CA25-E19C-AF8EDC6D07D6}"/>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2.2 </a:t>
            </a:r>
            <a:r>
              <a:rPr lang="ru-RU" sz="4000" b="1" err="1">
                <a:solidFill>
                  <a:srgbClr val="FFFFFF"/>
                </a:solidFill>
                <a:latin typeface="Times New Roman"/>
                <a:cs typeface="Times New Roman"/>
              </a:rPr>
              <a:t>Critical</a:t>
            </a:r>
            <a:r>
              <a:rPr lang="ru-RU" sz="4000" b="1" dirty="0">
                <a:solidFill>
                  <a:srgbClr val="FFFFFF"/>
                </a:solidFill>
                <a:latin typeface="Times New Roman"/>
                <a:cs typeface="Times New Roman"/>
              </a:rPr>
              <a:t> Security </a:t>
            </a:r>
            <a:r>
              <a:rPr lang="ru-RU" sz="4000" b="1" err="1">
                <a:solidFill>
                  <a:srgbClr val="FFFFFF"/>
                </a:solidFill>
                <a:latin typeface="Times New Roman"/>
                <a:cs typeface="Times New Roman"/>
              </a:rPr>
              <a:t>Flaws</a:t>
            </a:r>
            <a:r>
              <a:rPr lang="ru-RU" sz="4000" b="1" dirty="0">
                <a:solidFill>
                  <a:srgbClr val="FFFFFF"/>
                </a:solidFill>
                <a:latin typeface="Times New Roman"/>
                <a:cs typeface="Times New Roman"/>
              </a:rPr>
              <a:t> </a:t>
            </a:r>
            <a:r>
              <a:rPr lang="ru-RU" sz="4000" b="1" err="1">
                <a:solidFill>
                  <a:srgbClr val="FFFFFF"/>
                </a:solidFill>
                <a:latin typeface="Times New Roman"/>
                <a:cs typeface="Times New Roman"/>
              </a:rPr>
              <a:t>in</a:t>
            </a:r>
            <a:r>
              <a:rPr lang="ru-RU" sz="4000" b="1" dirty="0">
                <a:solidFill>
                  <a:srgbClr val="FFFFFF"/>
                </a:solidFill>
                <a:latin typeface="Times New Roman"/>
                <a:cs typeface="Times New Roman"/>
              </a:rPr>
              <a:t> ECB</a:t>
            </a:r>
          </a:p>
        </p:txBody>
      </p:sp>
      <p:sp>
        <p:nvSpPr>
          <p:cNvPr id="3" name="Объект 2">
            <a:extLst>
              <a:ext uri="{FF2B5EF4-FFF2-40B4-BE49-F238E27FC236}">
                <a16:creationId xmlns:a16="http://schemas.microsoft.com/office/drawing/2014/main" id="{46AC08AE-E347-CA60-C8A7-FE276D476F46}"/>
              </a:ext>
            </a:extLst>
          </p:cNvPr>
          <p:cNvSpPr>
            <a:spLocks noGrp="1"/>
          </p:cNvSpPr>
          <p:nvPr>
            <p:ph idx="1"/>
          </p:nvPr>
        </p:nvSpPr>
        <p:spPr>
          <a:xfrm>
            <a:off x="211015" y="1767253"/>
            <a:ext cx="11816862" cy="4906108"/>
          </a:xfrm>
        </p:spPr>
        <p:txBody>
          <a:bodyPr vert="horz" lIns="91440" tIns="45720" rIns="91440" bIns="45720" rtlCol="0" anchor="ctr">
            <a:normAutofit fontScale="85000" lnSpcReduction="20000"/>
          </a:bodyPr>
          <a:lstStyle/>
          <a:p>
            <a:pPr marL="0" indent="0">
              <a:buNone/>
            </a:pPr>
            <a:r>
              <a:rPr lang="ru-RU" sz="2000" dirty="0" err="1">
                <a:highlight>
                  <a:srgbClr val="FFFFFF"/>
                </a:highlight>
                <a:latin typeface="Times New Roman"/>
                <a:cs typeface="Times New Roman"/>
              </a:rPr>
              <a:t>Practical</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Vulnerabilities</a:t>
            </a:r>
            <a:r>
              <a:rPr lang="ru-RU" sz="2000" dirty="0">
                <a:highlight>
                  <a:srgbClr val="FFFFFF"/>
                </a:highlight>
                <a:latin typeface="Times New Roman"/>
                <a:cs typeface="Times New Roman"/>
              </a:rPr>
              <a:t>:</a:t>
            </a:r>
            <a:endParaRPr lang="ru-RU" sz="2000" dirty="0">
              <a:latin typeface="Times New Roman"/>
              <a:cs typeface="Times New Roman"/>
            </a:endParaRPr>
          </a:p>
          <a:p>
            <a:r>
              <a:rPr lang="ru-RU" sz="2000" dirty="0" err="1">
                <a:highlight>
                  <a:srgbClr val="FFFFFF"/>
                </a:highlight>
                <a:latin typeface="Times New Roman"/>
                <a:cs typeface="Times New Roman"/>
              </a:rPr>
              <a:t>Pattern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Leakage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Identical</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plaintext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blocks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produce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identical</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ciphertext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blocks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revealing</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repetitions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and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patterns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plaintext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This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catastrophic</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for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structured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data</a:t>
            </a:r>
            <a:r>
              <a:rPr lang="ru-RU" sz="2000" dirty="0">
                <a:highlight>
                  <a:srgbClr val="FFFFFF"/>
                </a:highlight>
                <a:latin typeface="Times New Roman"/>
                <a:cs typeface="Times New Roman"/>
              </a:rPr>
              <a:t>.</a:t>
            </a:r>
          </a:p>
          <a:p>
            <a:r>
              <a:rPr lang="ru-RU" sz="2000" dirty="0">
                <a:highlight>
                  <a:srgbClr val="FFFFFF"/>
                </a:highlight>
                <a:latin typeface="Times New Roman"/>
                <a:cs typeface="Times New Roman"/>
              </a:rPr>
              <a:t>Block </a:t>
            </a:r>
            <a:r>
              <a:rPr lang="ru-RU" sz="2000" dirty="0" err="1">
                <a:highlight>
                  <a:srgbClr val="FFFFFF"/>
                </a:highlight>
                <a:latin typeface="Times New Roman"/>
                <a:cs typeface="Times New Roman"/>
              </a:rPr>
              <a:t>Reordering</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adversary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can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rearrange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ciphertext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blocks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without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detection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potentially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creating</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meaningful</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messages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from</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permuted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blocks</a:t>
            </a:r>
            <a:r>
              <a:rPr lang="ru-RU" sz="2000" dirty="0">
                <a:highlight>
                  <a:srgbClr val="FFFFFF"/>
                </a:highlight>
                <a:latin typeface="Times New Roman"/>
                <a:cs typeface="Times New Roman"/>
              </a:rPr>
              <a:t>.</a:t>
            </a:r>
          </a:p>
          <a:p>
            <a:r>
              <a:rPr lang="ru-RU" sz="2000" dirty="0" err="1">
                <a:highlight>
                  <a:srgbClr val="FFFFFF"/>
                </a:highlight>
                <a:latin typeface="Times New Roman"/>
                <a:cs typeface="Times New Roman"/>
              </a:rPr>
              <a:t>Known-Plaintext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Attacks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If</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adversary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knows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some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plaintext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blocks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and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their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corresponding</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ciphertext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blocks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they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can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recognize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these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blocks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other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messages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encrypted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with</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same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key</a:t>
            </a:r>
            <a:r>
              <a:rPr lang="ru-RU" sz="2000" dirty="0">
                <a:highlight>
                  <a:srgbClr val="FFFFFF"/>
                </a:highlight>
                <a:latin typeface="Times New Roman"/>
                <a:cs typeface="Times New Roman"/>
              </a:rPr>
              <a:t>.</a:t>
            </a:r>
          </a:p>
          <a:p>
            <a:r>
              <a:rPr lang="en-US" sz="2000" dirty="0">
                <a:highlight>
                  <a:srgbClr val="FFFFFF"/>
                </a:highlight>
                <a:latin typeface="Times New Roman"/>
                <a:cs typeface="Times New Roman"/>
              </a:rPr>
              <a:t>Codebook Creation: With sufficient plaintext-ciphertext pairs, an adversary can build a partial codebook mapping plaintexts to ciphertexts, enabling decryption of known blocks.</a:t>
            </a:r>
            <a:endParaRPr lang="ru-RU" sz="2000" dirty="0">
              <a:latin typeface="Times New Roman"/>
              <a:cs typeface="Times New Roman"/>
            </a:endParaRPr>
          </a:p>
          <a:p>
            <a:r>
              <a:rPr lang="ru-RU" sz="2000" dirty="0">
                <a:latin typeface="Times New Roman"/>
                <a:cs typeface="Times New Roman"/>
              </a:rPr>
              <a:t>Практические уязвимости:</a:t>
            </a:r>
            <a:endParaRPr lang="en-US" sz="2000" dirty="0">
              <a:latin typeface="Times New Roman"/>
              <a:cs typeface="Times New Roman"/>
            </a:endParaRPr>
          </a:p>
          <a:p>
            <a:r>
              <a:rPr lang="ru-RU" sz="2000" dirty="0">
                <a:latin typeface="Times New Roman"/>
                <a:cs typeface="Times New Roman"/>
              </a:rPr>
              <a:t>Утечка шаблона: идентичные блоки открытого текста создают идентичные блоки зашифрованного текста, выявляя повторения и шаблоны в открытом тексте. Это катастрофично для структурированных данных.</a:t>
            </a:r>
            <a:endParaRPr lang="en-US" sz="2000" dirty="0">
              <a:latin typeface="Times New Roman"/>
              <a:cs typeface="Times New Roman"/>
            </a:endParaRPr>
          </a:p>
          <a:p>
            <a:r>
              <a:rPr lang="ru-RU" sz="2000" dirty="0">
                <a:latin typeface="Times New Roman"/>
                <a:cs typeface="Times New Roman"/>
              </a:rPr>
              <a:t>Переупорядочение блоков: злоумышленник может переупорядочивать блоки зашифрованного текста без обнаружения, потенциально создавая значимые сообщения из переставленных блоков.</a:t>
            </a:r>
            <a:endParaRPr lang="en-US" sz="2000" dirty="0">
              <a:latin typeface="Times New Roman"/>
              <a:cs typeface="Times New Roman"/>
            </a:endParaRPr>
          </a:p>
          <a:p>
            <a:r>
              <a:rPr lang="ru-RU" sz="2000" dirty="0">
                <a:latin typeface="Times New Roman"/>
                <a:cs typeface="Times New Roman"/>
              </a:rPr>
              <a:t>Атаки с известным открытым текстом: если злоумышленнику известны некоторые блоки открытого текста и соответствующие им блоки зашифрованного текста, он может распознать эти блоки в других сообщениях, зашифрованных тем же ключом.</a:t>
            </a:r>
            <a:endParaRPr lang="en-US" sz="2000" dirty="0">
              <a:latin typeface="Times New Roman"/>
              <a:cs typeface="Times New Roman"/>
            </a:endParaRPr>
          </a:p>
          <a:p>
            <a:r>
              <a:rPr lang="ru-RU" sz="2000" dirty="0">
                <a:latin typeface="Times New Roman"/>
                <a:cs typeface="Times New Roman"/>
              </a:rPr>
              <a:t>Создание кодовой книги: при наличии достаточного количества пар открытый текст-зашифрованный текст злоумышленник может создать частичную кодовую книгу, сопоставляющую открытый текст с зашифрованным текстом, что позволяет расшифровывать известные блоки.</a:t>
            </a:r>
          </a:p>
        </p:txBody>
      </p:sp>
    </p:spTree>
    <p:extLst>
      <p:ext uri="{BB962C8B-B14F-4D97-AF65-F5344CB8AC3E}">
        <p14:creationId xmlns:p14="http://schemas.microsoft.com/office/powerpoint/2010/main" val="3226958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C1648357-C16E-A28B-FAF4-98D87143F04D}"/>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Example 2.2: The ECB Penguin</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C94BCE77-211C-CF7F-4CFC-727209B766F3}"/>
              </a:ext>
            </a:extLst>
          </p:cNvPr>
          <p:cNvSpPr>
            <a:spLocks noGrp="1"/>
          </p:cNvSpPr>
          <p:nvPr>
            <p:ph idx="1"/>
          </p:nvPr>
        </p:nvSpPr>
        <p:spPr>
          <a:xfrm>
            <a:off x="1371599" y="2318197"/>
            <a:ext cx="9724031" cy="3683358"/>
          </a:xfrm>
        </p:spPr>
        <p:txBody>
          <a:bodyPr vert="horz" lIns="91440" tIns="45720" rIns="91440" bIns="45720" rtlCol="0" anchor="ctr">
            <a:noAutofit/>
          </a:bodyPr>
          <a:lstStyle/>
          <a:p>
            <a:pPr marL="0" indent="0">
              <a:buNone/>
            </a:pPr>
            <a:r>
              <a:rPr lang="en-US" sz="2000" dirty="0">
                <a:highlight>
                  <a:srgbClr val="FFFFFF"/>
                </a:highlight>
                <a:latin typeface="Times New Roman"/>
                <a:cs typeface="Times New Roman"/>
              </a:rPr>
              <a:t>The famous 'ECB Penguin' demonstrates ECB's pattern leakage vulnerability. Consider encrypting a bitmap image of a penguin using ECB mode:</a:t>
            </a:r>
            <a:endParaRPr lang="ru-RU" sz="2000" dirty="0">
              <a:highlight>
                <a:srgbClr val="FFFFFF"/>
              </a:highlight>
              <a:latin typeface="Times New Roman"/>
              <a:cs typeface="Times New Roman"/>
            </a:endParaRPr>
          </a:p>
          <a:p>
            <a:r>
              <a:rPr lang="ru-RU" sz="2000" b="1" err="1">
                <a:highlight>
                  <a:srgbClr val="FFFFFF"/>
                </a:highlight>
                <a:latin typeface="Times New Roman"/>
                <a:cs typeface="Times New Roman"/>
              </a:rPr>
              <a:t>Original</a:t>
            </a:r>
            <a:r>
              <a:rPr lang="ru-RU" sz="2000" b="1" dirty="0">
                <a:highlight>
                  <a:srgbClr val="FFFFFF"/>
                </a:highlight>
                <a:latin typeface="Times New Roman"/>
                <a:cs typeface="Times New Roman"/>
              </a:rPr>
              <a:t> Image: </a:t>
            </a:r>
            <a:r>
              <a:rPr lang="ru-RU" sz="2000" dirty="0">
                <a:highlight>
                  <a:srgbClr val="FFFFFF"/>
                </a:highlight>
                <a:latin typeface="Times New Roman"/>
                <a:cs typeface="Times New Roman"/>
              </a:rPr>
              <a:t>A </a:t>
            </a:r>
            <a:r>
              <a:rPr lang="ru-RU" sz="2000" err="1">
                <a:highlight>
                  <a:srgbClr val="FFFFFF"/>
                </a:highlight>
                <a:latin typeface="Times New Roman"/>
                <a:cs typeface="Times New Roman"/>
              </a:rPr>
              <a:t>bitmap</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large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areas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of</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uniform</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color</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e.g</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white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background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black</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penguin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outline</a:t>
            </a:r>
            <a:r>
              <a:rPr lang="ru-RU" sz="2000" dirty="0">
                <a:highlight>
                  <a:srgbClr val="FFFFFF"/>
                </a:highlight>
                <a:latin typeface="Times New Roman"/>
                <a:cs typeface="Times New Roman"/>
              </a:rPr>
              <a:t>).</a:t>
            </a:r>
          </a:p>
          <a:p>
            <a:r>
              <a:rPr lang="en-US" sz="2000" b="1" dirty="0">
                <a:highlight>
                  <a:srgbClr val="FFFFFF"/>
                </a:highlight>
                <a:latin typeface="Times New Roman"/>
                <a:cs typeface="Times New Roman"/>
              </a:rPr>
              <a:t>ECB Encryption: </a:t>
            </a:r>
            <a:r>
              <a:rPr lang="en-US" sz="2000" dirty="0">
                <a:highlight>
                  <a:srgbClr val="FFFFFF"/>
                </a:highlight>
                <a:latin typeface="Times New Roman"/>
                <a:cs typeface="Times New Roman"/>
              </a:rPr>
              <a:t>Each block of pixels is encrypted independently. Identical pixel blocks (same color) encrypt to identical ciphertext blocks.</a:t>
            </a:r>
            <a:endParaRPr lang="ru-RU" sz="2000" dirty="0">
              <a:highlight>
                <a:srgbClr val="FFFFFF"/>
              </a:highlight>
              <a:latin typeface="Times New Roman"/>
              <a:cs typeface="Times New Roman"/>
            </a:endParaRPr>
          </a:p>
          <a:p>
            <a:r>
              <a:rPr lang="en-US" sz="2000" b="1" dirty="0">
                <a:highlight>
                  <a:srgbClr val="FFFFFF"/>
                </a:highlight>
                <a:latin typeface="Times New Roman"/>
                <a:cs typeface="Times New Roman"/>
              </a:rPr>
              <a:t>Result: </a:t>
            </a:r>
            <a:r>
              <a:rPr lang="en-US" sz="2000" dirty="0">
                <a:highlight>
                  <a:srgbClr val="FFFFFF"/>
                </a:highlight>
                <a:latin typeface="Times New Roman"/>
                <a:cs typeface="Times New Roman"/>
              </a:rPr>
              <a:t>The encrypted image retains the overall structure and shape of the penguin. An adversary can clearly see the outline and distinguish foreground from background, completely defeating confidentiality. The ciphertext reveals that many blocks are identical, leaking structural information about the plaintext.</a:t>
            </a:r>
            <a:endParaRPr lang="ru-RU" sz="2000" dirty="0">
              <a:highlight>
                <a:srgbClr val="FFFFFF"/>
              </a:highlight>
              <a:latin typeface="Times New Roman"/>
              <a:cs typeface="Times New Roman"/>
            </a:endParaRPr>
          </a:p>
          <a:p>
            <a:pPr marL="0" indent="0">
              <a:buNone/>
            </a:pPr>
            <a:r>
              <a:rPr lang="ru-RU" sz="2000" err="1">
                <a:highlight>
                  <a:srgbClr val="FFFFFF"/>
                </a:highlight>
                <a:latin typeface="Times New Roman"/>
                <a:cs typeface="Times New Roman"/>
              </a:rPr>
              <a:t>This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vulnerability</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applies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any</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data</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repeated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patterns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text</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documents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database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records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network</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packets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compressed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files</a:t>
            </a:r>
            <a:r>
              <a:rPr lang="ru-RU" sz="2000" dirty="0">
                <a:highlight>
                  <a:srgbClr val="FFFFFF"/>
                </a:highlight>
                <a:latin typeface="Times New Roman"/>
                <a:cs typeface="Times New Roman"/>
              </a:rPr>
              <a:t>.</a:t>
            </a:r>
          </a:p>
          <a:p>
            <a:endParaRPr lang="ru-RU" sz="2000" dirty="0">
              <a:latin typeface="Times New Roman"/>
              <a:cs typeface="Times New Roman"/>
            </a:endParaRPr>
          </a:p>
        </p:txBody>
      </p:sp>
    </p:spTree>
    <p:extLst>
      <p:ext uri="{BB962C8B-B14F-4D97-AF65-F5344CB8AC3E}">
        <p14:creationId xmlns:p14="http://schemas.microsoft.com/office/powerpoint/2010/main" val="932472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1AEB5101-167C-C676-48E6-CEFA4746F211}"/>
              </a:ext>
            </a:extLst>
          </p:cNvPr>
          <p:cNvSpPr>
            <a:spLocks noGrp="1"/>
          </p:cNvSpPr>
          <p:nvPr>
            <p:ph type="title"/>
          </p:nvPr>
        </p:nvSpPr>
        <p:spPr>
          <a:xfrm>
            <a:off x="1371599" y="294538"/>
            <a:ext cx="9895951" cy="1033669"/>
          </a:xfrm>
        </p:spPr>
        <p:txBody>
          <a:bodyPr>
            <a:normAutofit/>
          </a:bodyPr>
          <a:lstStyle/>
          <a:p>
            <a:r>
              <a:rPr lang="en-US" sz="4000" b="1" dirty="0">
                <a:solidFill>
                  <a:srgbClr val="FFFFFF"/>
                </a:solidFill>
                <a:latin typeface="Times New Roman"/>
                <a:cs typeface="Times New Roman"/>
              </a:rPr>
              <a:t>2.3 When (If Ever) to Use ECB</a:t>
            </a:r>
            <a:endParaRPr lang="ru-RU" sz="4000" b="1" dirty="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4588AA71-F22E-13FE-3079-0A66C4422A99}"/>
              </a:ext>
            </a:extLst>
          </p:cNvPr>
          <p:cNvSpPr>
            <a:spLocks noGrp="1"/>
          </p:cNvSpPr>
          <p:nvPr>
            <p:ph idx="1"/>
          </p:nvPr>
        </p:nvSpPr>
        <p:spPr>
          <a:xfrm>
            <a:off x="1371599" y="2318197"/>
            <a:ext cx="9724031" cy="3683358"/>
          </a:xfrm>
        </p:spPr>
        <p:txBody>
          <a:bodyPr vert="horz" lIns="91440" tIns="45720" rIns="91440" bIns="45720" rtlCol="0" anchor="ctr">
            <a:normAutofit fontScale="62500" lnSpcReduction="20000"/>
          </a:bodyPr>
          <a:lstStyle/>
          <a:p>
            <a:pPr marL="0" indent="0">
              <a:buNone/>
            </a:pPr>
            <a:r>
              <a:rPr lang="en-US" sz="2000" dirty="0">
                <a:highlight>
                  <a:srgbClr val="FFFFFF"/>
                </a:highlight>
                <a:latin typeface="Times New Roman"/>
                <a:cs typeface="Times New Roman"/>
              </a:rPr>
              <a:t>ECB mode should generally be avoided. The only acceptable use cases are:</a:t>
            </a:r>
            <a:endParaRPr lang="ru-RU" sz="2000" dirty="0">
              <a:highlight>
                <a:srgbClr val="FFFFFF"/>
              </a:highlight>
              <a:latin typeface="Times New Roman"/>
              <a:cs typeface="Times New Roman"/>
            </a:endParaRPr>
          </a:p>
          <a:p>
            <a:r>
              <a:rPr lang="ru-RU" sz="2000" dirty="0">
                <a:highlight>
                  <a:srgbClr val="FFFFFF"/>
                </a:highlight>
                <a:latin typeface="Times New Roman"/>
                <a:cs typeface="Times New Roman"/>
              </a:rPr>
              <a:t>Single-Block </a:t>
            </a:r>
            <a:r>
              <a:rPr lang="ru-RU" sz="2000" dirty="0" err="1">
                <a:highlight>
                  <a:srgbClr val="FFFFFF"/>
                </a:highlight>
                <a:latin typeface="Times New Roman"/>
                <a:cs typeface="Times New Roman"/>
              </a:rPr>
              <a:t>Messages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If</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entire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message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fits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one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block</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and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never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repeated</a:t>
            </a:r>
            <a:r>
              <a:rPr lang="ru-RU" sz="2000" dirty="0">
                <a:highlight>
                  <a:srgbClr val="FFFFFF"/>
                </a:highlight>
                <a:latin typeface="Times New Roman"/>
                <a:cs typeface="Times New Roman"/>
              </a:rPr>
              <a:t>, ECB </a:t>
            </a:r>
            <a:r>
              <a:rPr lang="ru-RU" sz="2000" dirty="0" err="1">
                <a:highlight>
                  <a:srgbClr val="FFFFFF"/>
                </a:highlight>
                <a:latin typeface="Times New Roman"/>
                <a:cs typeface="Times New Roman"/>
              </a:rPr>
              <a:t>is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secure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though</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other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modes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work</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equally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well</a:t>
            </a:r>
            <a:r>
              <a:rPr lang="ru-RU" sz="2000" dirty="0">
                <a:highlight>
                  <a:srgbClr val="FFFFFF"/>
                </a:highlight>
                <a:latin typeface="Times New Roman"/>
                <a:cs typeface="Times New Roman"/>
              </a:rPr>
              <a:t>).</a:t>
            </a:r>
          </a:p>
          <a:p>
            <a:r>
              <a:rPr lang="en-US" sz="2000" dirty="0">
                <a:highlight>
                  <a:srgbClr val="FFFFFF"/>
                </a:highlight>
                <a:latin typeface="Times New Roman"/>
                <a:cs typeface="Times New Roman"/>
              </a:rPr>
              <a:t>Random, Independent Data: Encrypting cryptographically random keys or nonces where no patterns exist and blocks are independent.</a:t>
            </a:r>
            <a:endParaRPr lang="ru-RU" sz="2000" dirty="0">
              <a:highlight>
                <a:srgbClr val="FFFFFF"/>
              </a:highlight>
              <a:latin typeface="Times New Roman"/>
              <a:cs typeface="Times New Roman"/>
            </a:endParaRPr>
          </a:p>
          <a:p>
            <a:r>
              <a:rPr lang="en-US" sz="2000" dirty="0">
                <a:highlight>
                  <a:srgbClr val="FFFFFF"/>
                </a:highlight>
                <a:latin typeface="Times New Roman"/>
                <a:cs typeface="Times New Roman"/>
              </a:rPr>
              <a:t>Building Block for Other Constructions: ECB encryption is sometimes used as a component in more complex protocols (e.g., key wrap algorithms), but never for direct message encryption.</a:t>
            </a:r>
            <a:endParaRPr lang="ru-RU" sz="2000" dirty="0">
              <a:highlight>
                <a:srgbClr val="FFFFFF"/>
              </a:highlight>
              <a:latin typeface="Times New Roman"/>
              <a:cs typeface="Times New Roman"/>
            </a:endParaRPr>
          </a:p>
          <a:p>
            <a:pPr marL="0" indent="0">
              <a:buNone/>
            </a:pPr>
            <a:r>
              <a:rPr lang="ru-RU" sz="2000" b="1" i="1" dirty="0" err="1">
                <a:highlight>
                  <a:srgbClr val="FFFFFF"/>
                </a:highlight>
                <a:latin typeface="Times New Roman"/>
                <a:cs typeface="Times New Roman"/>
              </a:rPr>
              <a:t>Recommendation</a:t>
            </a:r>
            <a:r>
              <a:rPr lang="ru-RU" sz="2000" b="1" i="1" dirty="0">
                <a:highlight>
                  <a:srgbClr val="FFFFFF"/>
                </a:highlight>
                <a:latin typeface="Times New Roman"/>
                <a:cs typeface="Times New Roman"/>
              </a:rPr>
              <a:t>: </a:t>
            </a:r>
            <a:r>
              <a:rPr lang="ru-RU" sz="2000" dirty="0" err="1">
                <a:highlight>
                  <a:srgbClr val="FFFFFF"/>
                </a:highlight>
                <a:latin typeface="Times New Roman"/>
                <a:cs typeface="Times New Roman"/>
              </a:rPr>
              <a:t>Never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use</a:t>
            </a:r>
            <a:r>
              <a:rPr lang="ru-RU" sz="2000" dirty="0">
                <a:highlight>
                  <a:srgbClr val="FFFFFF"/>
                </a:highlight>
                <a:latin typeface="Times New Roman"/>
                <a:cs typeface="Times New Roman"/>
              </a:rPr>
              <a:t> ECB </a:t>
            </a:r>
            <a:r>
              <a:rPr lang="ru-RU" sz="2000" dirty="0" err="1">
                <a:highlight>
                  <a:srgbClr val="FFFFFF"/>
                </a:highlight>
                <a:latin typeface="Times New Roman"/>
                <a:cs typeface="Times New Roman"/>
              </a:rPr>
              <a:t>mode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for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encrypting</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messages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longer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than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one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block</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with</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any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possibility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of</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pattern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repetition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Use</a:t>
            </a:r>
            <a:r>
              <a:rPr lang="ru-RU" sz="2000" dirty="0">
                <a:highlight>
                  <a:srgbClr val="FFFFFF"/>
                </a:highlight>
                <a:latin typeface="Times New Roman"/>
                <a:cs typeface="Times New Roman"/>
              </a:rPr>
              <a:t> CBC, CTR, </a:t>
            </a:r>
            <a:r>
              <a:rPr lang="ru-RU" sz="2000" dirty="0" err="1">
                <a:highlight>
                  <a:srgbClr val="FFFFFF"/>
                </a:highlight>
                <a:latin typeface="Times New Roman"/>
                <a:cs typeface="Times New Roman"/>
              </a:rPr>
              <a:t>or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authenticated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encryption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modes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instead</a:t>
            </a:r>
            <a:r>
              <a:rPr lang="ru-RU" sz="2000" dirty="0">
                <a:highlight>
                  <a:srgbClr val="FFFFFF"/>
                </a:highlight>
                <a:latin typeface="Times New Roman"/>
                <a:cs typeface="Times New Roman"/>
              </a:rPr>
              <a:t>.</a:t>
            </a:r>
            <a:endParaRPr lang="ru-RU" sz="2000" dirty="0">
              <a:latin typeface="Times New Roman"/>
              <a:cs typeface="Times New Roman"/>
            </a:endParaRPr>
          </a:p>
          <a:p>
            <a:r>
              <a:rPr lang="ru-RU" sz="2000" dirty="0">
                <a:latin typeface="Times New Roman"/>
                <a:cs typeface="Times New Roman"/>
              </a:rPr>
              <a:t>Режима ЕЦБ обычно следует избегать. Единственными приемлемыми вариантами использования являются:</a:t>
            </a:r>
            <a:endParaRPr lang="en-US" sz="2000" dirty="0">
              <a:latin typeface="Times New Roman"/>
              <a:cs typeface="Times New Roman"/>
            </a:endParaRPr>
          </a:p>
          <a:p>
            <a:r>
              <a:rPr lang="ru-RU" sz="2000" dirty="0">
                <a:latin typeface="Times New Roman"/>
                <a:cs typeface="Times New Roman"/>
              </a:rPr>
              <a:t>Одноблочные сообщения: если все сообщение помещается в один блок и никогда не повторяется, ECB безопасен (хотя другие режимы работают одинаково хорошо).</a:t>
            </a:r>
            <a:endParaRPr lang="en-US" sz="2000" dirty="0">
              <a:latin typeface="Times New Roman"/>
              <a:cs typeface="Times New Roman"/>
            </a:endParaRPr>
          </a:p>
          <a:p>
            <a:r>
              <a:rPr lang="ru-RU" sz="2000" dirty="0">
                <a:latin typeface="Times New Roman"/>
                <a:cs typeface="Times New Roman"/>
              </a:rPr>
              <a:t>Случайные, независимые данные: шифрование криптографически случайных ключей или одноразовых номеров, при которых не существует шаблонов и блоки независимы.</a:t>
            </a:r>
            <a:endParaRPr lang="en-US" sz="2000" dirty="0">
              <a:latin typeface="Times New Roman"/>
              <a:cs typeface="Times New Roman"/>
            </a:endParaRPr>
          </a:p>
          <a:p>
            <a:r>
              <a:rPr lang="ru-RU" sz="2000" dirty="0">
                <a:latin typeface="Times New Roman"/>
                <a:cs typeface="Times New Roman"/>
              </a:rPr>
              <a:t>Строительный блок для других конструкций: шифрование ECB иногда используется в качестве компонента в более сложных протоколах (например, алгоритмах переноса ключей), но никогда для прямого шифрования сообщений.</a:t>
            </a:r>
            <a:endParaRPr lang="en-US" sz="2000" dirty="0">
              <a:latin typeface="Times New Roman"/>
              <a:cs typeface="Times New Roman"/>
            </a:endParaRPr>
          </a:p>
          <a:p>
            <a:r>
              <a:rPr lang="ru-RU" sz="2000" dirty="0">
                <a:latin typeface="Times New Roman"/>
                <a:cs typeface="Times New Roman"/>
              </a:rPr>
              <a:t>Рекомендация: никогда не используйте режим ECB для шифрования сообщений длиной более одного блока или с любой возможностью повторения шаблона. Вместо этого используйте режимы шифрования CBC, CTR или аутентификацию.</a:t>
            </a:r>
          </a:p>
        </p:txBody>
      </p:sp>
    </p:spTree>
    <p:extLst>
      <p:ext uri="{BB962C8B-B14F-4D97-AF65-F5344CB8AC3E}">
        <p14:creationId xmlns:p14="http://schemas.microsoft.com/office/powerpoint/2010/main" val="3643725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45802F-1FBB-707C-3A4A-79A72A7F5F02}"/>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C969CB9A-2D7F-6B70-10E0-F0ECB701BC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1301C49-EAE4-3FDE-3C85-6D32CA114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8FEAFBD-71CC-DACE-11BB-C3464E1A8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C1960DB-2962-3023-5A26-DBF8B9C3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384495D1-94B5-FB68-89F9-D06B2576A8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28A3363D-0044-9B60-0B1C-0FC839095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a:extLst>
              <a:ext uri="{FF2B5EF4-FFF2-40B4-BE49-F238E27FC236}">
                <a16:creationId xmlns:a16="http://schemas.microsoft.com/office/drawing/2014/main" id="{B548DDC5-9E4B-55B7-CDC9-60828D8F4CDA}"/>
              </a:ext>
            </a:extLst>
          </p:cNvPr>
          <p:cNvSpPr>
            <a:spLocks noGrp="1"/>
          </p:cNvSpPr>
          <p:nvPr>
            <p:ph type="title"/>
          </p:nvPr>
        </p:nvSpPr>
        <p:spPr>
          <a:xfrm>
            <a:off x="826396" y="586855"/>
            <a:ext cx="4230100" cy="3387497"/>
          </a:xfrm>
        </p:spPr>
        <p:txBody>
          <a:bodyPr anchor="b">
            <a:normAutofit/>
          </a:bodyPr>
          <a:lstStyle/>
          <a:p>
            <a:pPr algn="r"/>
            <a:r>
              <a:rPr lang="ru-RU" sz="4000" b="1" dirty="0">
                <a:solidFill>
                  <a:schemeClr val="bg1"/>
                </a:solidFill>
                <a:latin typeface="Times New Roman"/>
                <a:cs typeface="Times New Roman"/>
              </a:rPr>
              <a:t>3.Cipher Block </a:t>
            </a:r>
            <a:r>
              <a:rPr lang="ru-RU" sz="4000" b="1" dirty="0" err="1">
                <a:solidFill>
                  <a:schemeClr val="bg1"/>
                </a:solidFill>
                <a:latin typeface="Times New Roman"/>
                <a:cs typeface="Times New Roman"/>
              </a:rPr>
              <a:t>Chaining</a:t>
            </a:r>
            <a:r>
              <a:rPr lang="ru-RU" sz="4000" b="1" dirty="0">
                <a:solidFill>
                  <a:schemeClr val="bg1"/>
                </a:solidFill>
                <a:latin typeface="Times New Roman"/>
                <a:cs typeface="Times New Roman"/>
              </a:rPr>
              <a:t> (CBC) Mode</a:t>
            </a:r>
          </a:p>
        </p:txBody>
      </p:sp>
      <p:sp>
        <p:nvSpPr>
          <p:cNvPr id="17" name="Объект 2">
            <a:extLst>
              <a:ext uri="{FF2B5EF4-FFF2-40B4-BE49-F238E27FC236}">
                <a16:creationId xmlns:a16="http://schemas.microsoft.com/office/drawing/2014/main" id="{04274955-AA84-B308-9AF0-3BCC45349915}"/>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b="1" dirty="0">
                <a:latin typeface="Times New Roman"/>
                <a:cs typeface="Times New Roman"/>
              </a:rPr>
              <a:t>3.1 CBC </a:t>
            </a:r>
            <a:r>
              <a:rPr lang="ru-RU" sz="2000" b="1" dirty="0" err="1">
                <a:latin typeface="Times New Roman"/>
                <a:cs typeface="Times New Roman"/>
              </a:rPr>
              <a:t>Encryption</a:t>
            </a:r>
            <a:r>
              <a:rPr lang="ru-RU" sz="2000" b="1" dirty="0">
                <a:latin typeface="Times New Roman"/>
                <a:cs typeface="Times New Roman"/>
              </a:rPr>
              <a:t> </a:t>
            </a:r>
            <a:r>
              <a:rPr lang="ru-RU" sz="2000" b="1" dirty="0" err="1">
                <a:latin typeface="Times New Roman"/>
                <a:cs typeface="Times New Roman"/>
              </a:rPr>
              <a:t>and</a:t>
            </a:r>
            <a:r>
              <a:rPr lang="ru-RU" sz="2000" b="1" dirty="0">
                <a:latin typeface="Times New Roman"/>
                <a:cs typeface="Times New Roman"/>
              </a:rPr>
              <a:t> </a:t>
            </a:r>
            <a:r>
              <a:rPr lang="ru-RU" sz="2000" b="1" dirty="0" err="1">
                <a:latin typeface="Times New Roman"/>
                <a:cs typeface="Times New Roman"/>
              </a:rPr>
              <a:t>Decryption</a:t>
            </a:r>
            <a:endParaRPr lang="ru-RU" sz="2000" b="1" dirty="0">
              <a:latin typeface="Times New Roman"/>
              <a:cs typeface="Times New Roman"/>
            </a:endParaRPr>
          </a:p>
          <a:p>
            <a:r>
              <a:rPr lang="ru-RU" sz="2000" b="1" dirty="0">
                <a:highlight>
                  <a:srgbClr val="FFFFFF"/>
                </a:highlight>
                <a:latin typeface="Times New Roman"/>
                <a:cs typeface="Times New Roman"/>
              </a:rPr>
              <a:t>3.2 </a:t>
            </a:r>
            <a:r>
              <a:rPr lang="ru-RU" sz="2000" b="1" err="1">
                <a:highlight>
                  <a:srgbClr val="FFFFFF"/>
                </a:highlight>
                <a:latin typeface="Times New Roman"/>
                <a:cs typeface="Times New Roman"/>
              </a:rPr>
              <a:t>Initialization</a:t>
            </a:r>
            <a:r>
              <a:rPr lang="ru-RU" sz="2000" b="1" dirty="0">
                <a:highlight>
                  <a:srgbClr val="FFFFFF"/>
                </a:highlight>
                <a:latin typeface="Times New Roman"/>
                <a:cs typeface="Times New Roman"/>
              </a:rPr>
              <a:t> </a:t>
            </a:r>
            <a:r>
              <a:rPr lang="ru-RU" sz="2000" b="1" err="1">
                <a:highlight>
                  <a:srgbClr val="FFFFFF"/>
                </a:highlight>
                <a:latin typeface="Times New Roman"/>
                <a:cs typeface="Times New Roman"/>
              </a:rPr>
              <a:t>Vector</a:t>
            </a:r>
            <a:r>
              <a:rPr lang="ru-RU" sz="2000" b="1" dirty="0">
                <a:highlight>
                  <a:srgbClr val="FFFFFF"/>
                </a:highlight>
                <a:latin typeface="Times New Roman"/>
                <a:cs typeface="Times New Roman"/>
              </a:rPr>
              <a:t> (IV) </a:t>
            </a:r>
            <a:r>
              <a:rPr lang="ru-RU" sz="2000" b="1" err="1">
                <a:highlight>
                  <a:srgbClr val="FFFFFF"/>
                </a:highlight>
                <a:latin typeface="Times New Roman"/>
                <a:cs typeface="Times New Roman"/>
              </a:rPr>
              <a:t>Requirements</a:t>
            </a:r>
            <a:endParaRPr lang="ru-RU" sz="2000" b="1">
              <a:highlight>
                <a:srgbClr val="FFFFFF"/>
              </a:highlight>
              <a:latin typeface="Times New Roman"/>
              <a:cs typeface="Times New Roman"/>
            </a:endParaRPr>
          </a:p>
          <a:p>
            <a:r>
              <a:rPr lang="ru-RU" sz="2000" b="1" dirty="0">
                <a:highlight>
                  <a:srgbClr val="FFFFFF"/>
                </a:highlight>
                <a:latin typeface="Times New Roman"/>
                <a:cs typeface="Times New Roman"/>
              </a:rPr>
              <a:t>3.3 </a:t>
            </a:r>
            <a:r>
              <a:rPr lang="ru-RU" sz="2000" b="1" err="1">
                <a:highlight>
                  <a:srgbClr val="FFFFFF"/>
                </a:highlight>
                <a:latin typeface="Times New Roman"/>
                <a:cs typeface="Times New Roman"/>
              </a:rPr>
              <a:t>Padding</a:t>
            </a:r>
            <a:r>
              <a:rPr lang="ru-RU" sz="2000" b="1" dirty="0">
                <a:highlight>
                  <a:srgbClr val="FFFFFF"/>
                </a:highlight>
                <a:latin typeface="Times New Roman"/>
                <a:cs typeface="Times New Roman"/>
              </a:rPr>
              <a:t> </a:t>
            </a:r>
            <a:r>
              <a:rPr lang="ru-RU" sz="2000" b="1" err="1">
                <a:highlight>
                  <a:srgbClr val="FFFFFF"/>
                </a:highlight>
                <a:latin typeface="Times New Roman"/>
                <a:cs typeface="Times New Roman"/>
              </a:rPr>
              <a:t>in</a:t>
            </a:r>
            <a:r>
              <a:rPr lang="ru-RU" sz="2000" b="1" dirty="0">
                <a:highlight>
                  <a:srgbClr val="FFFFFF"/>
                </a:highlight>
                <a:latin typeface="Times New Roman"/>
                <a:cs typeface="Times New Roman"/>
              </a:rPr>
              <a:t> CBC Mode</a:t>
            </a:r>
          </a:p>
          <a:p>
            <a:r>
              <a:rPr lang="ru-RU" sz="2000" b="1" dirty="0">
                <a:highlight>
                  <a:srgbClr val="FFFFFF"/>
                </a:highlight>
                <a:latin typeface="Times New Roman"/>
                <a:cs typeface="Times New Roman"/>
              </a:rPr>
              <a:t>3.4 </a:t>
            </a:r>
            <a:r>
              <a:rPr lang="ru-RU" sz="2000" b="1" err="1">
                <a:highlight>
                  <a:srgbClr val="FFFFFF"/>
                </a:highlight>
                <a:latin typeface="Times New Roman"/>
                <a:cs typeface="Times New Roman"/>
              </a:rPr>
              <a:t>Padding</a:t>
            </a:r>
            <a:r>
              <a:rPr lang="ru-RU" sz="2000" b="1" dirty="0">
                <a:highlight>
                  <a:srgbClr val="FFFFFF"/>
                </a:highlight>
                <a:latin typeface="Times New Roman"/>
                <a:cs typeface="Times New Roman"/>
              </a:rPr>
              <a:t> Oracle </a:t>
            </a:r>
            <a:r>
              <a:rPr lang="ru-RU" sz="2000" b="1" err="1">
                <a:highlight>
                  <a:srgbClr val="FFFFFF"/>
                </a:highlight>
                <a:latin typeface="Times New Roman"/>
                <a:cs typeface="Times New Roman"/>
              </a:rPr>
              <a:t>Attack</a:t>
            </a:r>
            <a:endParaRPr lang="ru-RU" sz="2000" b="1">
              <a:highlight>
                <a:srgbClr val="FFFFFF"/>
              </a:highlight>
              <a:latin typeface="Times New Roman"/>
              <a:cs typeface="Times New Roman"/>
            </a:endParaRPr>
          </a:p>
          <a:p>
            <a:r>
              <a:rPr lang="ru-RU" sz="2000" b="1" dirty="0">
                <a:highlight>
                  <a:srgbClr val="FFFFFF"/>
                </a:highlight>
                <a:latin typeface="Times New Roman"/>
                <a:cs typeface="Times New Roman"/>
              </a:rPr>
              <a:t>3.5 CBC Properties </a:t>
            </a:r>
            <a:r>
              <a:rPr lang="ru-RU" sz="2000" b="1" err="1">
                <a:highlight>
                  <a:srgbClr val="FFFFFF"/>
                </a:highlight>
                <a:latin typeface="Times New Roman"/>
                <a:cs typeface="Times New Roman"/>
              </a:rPr>
              <a:t>Summary</a:t>
            </a:r>
            <a:endParaRPr lang="ru-RU" sz="2000" b="1">
              <a:highlight>
                <a:srgbClr val="FFFFFF"/>
              </a:highlight>
              <a:latin typeface="Times New Roman"/>
              <a:cs typeface="Times New Roman"/>
            </a:endParaRPr>
          </a:p>
          <a:p>
            <a:endParaRPr lang="ru-RU" sz="2000" b="1" dirty="0">
              <a:highlight>
                <a:srgbClr val="FFFFFF"/>
              </a:highlight>
              <a:latin typeface="Times New Roman"/>
              <a:cs typeface="Times New Roman"/>
            </a:endParaRPr>
          </a:p>
        </p:txBody>
      </p:sp>
    </p:spTree>
    <p:extLst>
      <p:ext uri="{BB962C8B-B14F-4D97-AF65-F5344CB8AC3E}">
        <p14:creationId xmlns:p14="http://schemas.microsoft.com/office/powerpoint/2010/main" val="2762838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A1282B14-4F9F-280D-1279-4E562CFC597E}"/>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3. Cipher Block Chaining (CBC) Mode</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A3B08AF5-0F89-03E3-749A-55C0AF580A71}"/>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dirty="0">
                <a:highlight>
                  <a:srgbClr val="FFFFFF"/>
                </a:highlight>
                <a:latin typeface="Times New Roman"/>
                <a:cs typeface="Times New Roman"/>
              </a:rPr>
              <a:t>Cipher Block Chaining (CBC) addresses ECB's pattern leakage by introducing feedback: each ciphertext block depends on all previous plaintext blocks. CBC was widely used in TLS, disk encryption, and many other applications.</a:t>
            </a:r>
            <a:endParaRPr lang="ru-RU" sz="2000" dirty="0">
              <a:highlight>
                <a:srgbClr val="FFFFFF"/>
              </a:highlight>
              <a:latin typeface="Times New Roman"/>
              <a:cs typeface="Times New Roman"/>
            </a:endParaRPr>
          </a:p>
        </p:txBody>
      </p:sp>
    </p:spTree>
    <p:extLst>
      <p:ext uri="{BB962C8B-B14F-4D97-AF65-F5344CB8AC3E}">
        <p14:creationId xmlns:p14="http://schemas.microsoft.com/office/powerpoint/2010/main" val="2694020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457E6CEC-3883-C84E-A559-E62DB88D902F}"/>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Arial"/>
              </a:rPr>
              <a:t>3.1 CBC </a:t>
            </a:r>
            <a:r>
              <a:rPr lang="ru-RU" sz="4000" b="1" err="1">
                <a:solidFill>
                  <a:srgbClr val="FFFFFF"/>
                </a:solidFill>
                <a:latin typeface="Times New Roman"/>
                <a:cs typeface="Arial"/>
              </a:rPr>
              <a:t>Encryption</a:t>
            </a:r>
            <a:r>
              <a:rPr lang="ru-RU" sz="4000" b="1" dirty="0">
                <a:solidFill>
                  <a:srgbClr val="FFFFFF"/>
                </a:solidFill>
                <a:latin typeface="Times New Roman"/>
                <a:cs typeface="Arial"/>
              </a:rPr>
              <a:t> </a:t>
            </a:r>
            <a:r>
              <a:rPr lang="ru-RU" sz="4000" b="1" err="1">
                <a:solidFill>
                  <a:srgbClr val="FFFFFF"/>
                </a:solidFill>
                <a:latin typeface="Times New Roman"/>
                <a:cs typeface="Arial"/>
              </a:rPr>
              <a:t>and</a:t>
            </a:r>
            <a:r>
              <a:rPr lang="ru-RU" sz="4000" b="1" dirty="0">
                <a:solidFill>
                  <a:srgbClr val="FFFFFF"/>
                </a:solidFill>
                <a:latin typeface="Times New Roman"/>
                <a:cs typeface="Arial"/>
              </a:rPr>
              <a:t> </a:t>
            </a:r>
            <a:r>
              <a:rPr lang="ru-RU" sz="4000" b="1" err="1">
                <a:solidFill>
                  <a:srgbClr val="FFFFFF"/>
                </a:solidFill>
                <a:latin typeface="Times New Roman"/>
                <a:cs typeface="Arial"/>
              </a:rPr>
              <a:t>Decryption</a:t>
            </a:r>
            <a:endParaRPr lang="ru-RU" sz="4000" b="1">
              <a:solidFill>
                <a:srgbClr val="FFFFFF"/>
              </a:solidFill>
              <a:latin typeface="Times New Roman"/>
              <a:cs typeface="Arial"/>
            </a:endParaRPr>
          </a:p>
        </p:txBody>
      </p:sp>
      <p:sp>
        <p:nvSpPr>
          <p:cNvPr id="3" name="Объект 2">
            <a:extLst>
              <a:ext uri="{FF2B5EF4-FFF2-40B4-BE49-F238E27FC236}">
                <a16:creationId xmlns:a16="http://schemas.microsoft.com/office/drawing/2014/main" id="{6AF05015-47A7-9AC4-BE31-74D3D4E62BB9}"/>
              </a:ext>
            </a:extLst>
          </p:cNvPr>
          <p:cNvSpPr>
            <a:spLocks noGrp="1"/>
          </p:cNvSpPr>
          <p:nvPr>
            <p:ph idx="1"/>
          </p:nvPr>
        </p:nvSpPr>
        <p:spPr>
          <a:xfrm>
            <a:off x="1371599" y="2318197"/>
            <a:ext cx="9724031" cy="3683358"/>
          </a:xfrm>
        </p:spPr>
        <p:txBody>
          <a:bodyPr vert="horz" lIns="91440" tIns="45720" rIns="91440" bIns="45720" rtlCol="0" anchor="ctr">
            <a:normAutofit fontScale="92500" lnSpcReduction="20000"/>
          </a:bodyPr>
          <a:lstStyle/>
          <a:p>
            <a:pPr marL="0" indent="0">
              <a:buNone/>
            </a:pPr>
            <a:r>
              <a:rPr lang="ru-RU" sz="2000" b="1" dirty="0">
                <a:highlight>
                  <a:srgbClr val="FFFFFF"/>
                </a:highlight>
                <a:latin typeface="Times New Roman"/>
                <a:cs typeface="Arial"/>
              </a:rPr>
              <a:t>Definition 3.1 (CBC Mode): </a:t>
            </a:r>
            <a:r>
              <a:rPr lang="ru-RU" sz="2000" dirty="0">
                <a:highlight>
                  <a:srgbClr val="FFFFFF"/>
                </a:highlight>
                <a:latin typeface="Times New Roman"/>
                <a:cs typeface="Arial"/>
              </a:rPr>
              <a:t>CBC </a:t>
            </a:r>
            <a:r>
              <a:rPr lang="ru-RU" sz="2000" err="1">
                <a:highlight>
                  <a:srgbClr val="FFFFFF"/>
                </a:highlight>
                <a:latin typeface="Times New Roman"/>
                <a:cs typeface="Arial"/>
              </a:rPr>
              <a:t>mode</a:t>
            </a:r>
            <a:r>
              <a:rPr lang="ru-RU" sz="2000" dirty="0">
                <a:highlight>
                  <a:srgbClr val="FFFFFF"/>
                </a:highlight>
                <a:latin typeface="Times New Roman"/>
                <a:cs typeface="Arial"/>
              </a:rPr>
              <a:t> </a:t>
            </a:r>
            <a:r>
              <a:rPr lang="ru-RU" sz="2000" err="1">
                <a:highlight>
                  <a:srgbClr val="FFFFFF"/>
                </a:highlight>
                <a:latin typeface="Times New Roman"/>
                <a:cs typeface="Arial"/>
              </a:rPr>
              <a:t>uses</a:t>
            </a:r>
            <a:r>
              <a:rPr lang="ru-RU" sz="2000" dirty="0">
                <a:highlight>
                  <a:srgbClr val="FFFFFF"/>
                </a:highlight>
                <a:latin typeface="Times New Roman"/>
                <a:cs typeface="Arial"/>
              </a:rPr>
              <a:t> </a:t>
            </a:r>
            <a:r>
              <a:rPr lang="ru-RU" sz="2000" err="1">
                <a:highlight>
                  <a:srgbClr val="FFFFFF"/>
                </a:highlight>
                <a:latin typeface="Times New Roman"/>
                <a:cs typeface="Arial"/>
              </a:rPr>
              <a:t>an</a:t>
            </a:r>
            <a:r>
              <a:rPr lang="ru-RU" sz="2000" dirty="0">
                <a:highlight>
                  <a:srgbClr val="FFFFFF"/>
                </a:highlight>
                <a:latin typeface="Times New Roman"/>
                <a:cs typeface="Arial"/>
              </a:rPr>
              <a:t> </a:t>
            </a:r>
            <a:r>
              <a:rPr lang="ru-RU" sz="2000" err="1">
                <a:highlight>
                  <a:srgbClr val="FFFFFF"/>
                </a:highlight>
                <a:latin typeface="Times New Roman"/>
                <a:cs typeface="Arial"/>
              </a:rPr>
              <a:t>initialization</a:t>
            </a:r>
            <a:r>
              <a:rPr lang="ru-RU" sz="2000" dirty="0">
                <a:highlight>
                  <a:srgbClr val="FFFFFF"/>
                </a:highlight>
                <a:latin typeface="Times New Roman"/>
                <a:cs typeface="Arial"/>
              </a:rPr>
              <a:t> </a:t>
            </a:r>
            <a:r>
              <a:rPr lang="ru-RU" sz="2000" err="1">
                <a:highlight>
                  <a:srgbClr val="FFFFFF"/>
                </a:highlight>
                <a:latin typeface="Times New Roman"/>
                <a:cs typeface="Arial"/>
              </a:rPr>
              <a:t>vector</a:t>
            </a:r>
            <a:r>
              <a:rPr lang="ru-RU" sz="2000" dirty="0">
                <a:highlight>
                  <a:srgbClr val="FFFFFF"/>
                </a:highlight>
                <a:latin typeface="Times New Roman"/>
                <a:cs typeface="Arial"/>
              </a:rPr>
              <a:t> (IV) </a:t>
            </a:r>
            <a:r>
              <a:rPr lang="ru-RU" sz="2000" err="1">
                <a:highlight>
                  <a:srgbClr val="FFFFFF"/>
                </a:highlight>
                <a:latin typeface="Times New Roman"/>
                <a:cs typeface="Arial"/>
              </a:rPr>
              <a:t>and</a:t>
            </a:r>
            <a:r>
              <a:rPr lang="ru-RU" sz="2000" dirty="0">
                <a:highlight>
                  <a:srgbClr val="FFFFFF"/>
                </a:highlight>
                <a:latin typeface="Times New Roman"/>
                <a:cs typeface="Arial"/>
              </a:rPr>
              <a:t> </a:t>
            </a:r>
            <a:r>
              <a:rPr lang="ru-RU" sz="2000" err="1">
                <a:highlight>
                  <a:srgbClr val="FFFFFF"/>
                </a:highlight>
                <a:latin typeface="Times New Roman"/>
                <a:cs typeface="Arial"/>
              </a:rPr>
              <a:t>chains</a:t>
            </a:r>
            <a:r>
              <a:rPr lang="ru-RU" sz="2000" dirty="0">
                <a:highlight>
                  <a:srgbClr val="FFFFFF"/>
                </a:highlight>
                <a:latin typeface="Times New Roman"/>
                <a:cs typeface="Arial"/>
              </a:rPr>
              <a:t> </a:t>
            </a:r>
            <a:r>
              <a:rPr lang="ru-RU" sz="2000" err="1">
                <a:highlight>
                  <a:srgbClr val="FFFFFF"/>
                </a:highlight>
                <a:latin typeface="Times New Roman"/>
                <a:cs typeface="Arial"/>
              </a:rPr>
              <a:t>plaintext</a:t>
            </a:r>
            <a:r>
              <a:rPr lang="ru-RU" sz="2000" dirty="0">
                <a:highlight>
                  <a:srgbClr val="FFFFFF"/>
                </a:highlight>
                <a:latin typeface="Times New Roman"/>
                <a:cs typeface="Arial"/>
              </a:rPr>
              <a:t> </a:t>
            </a:r>
            <a:r>
              <a:rPr lang="ru-RU" sz="2000" err="1">
                <a:highlight>
                  <a:srgbClr val="FFFFFF"/>
                </a:highlight>
                <a:latin typeface="Times New Roman"/>
                <a:cs typeface="Arial"/>
              </a:rPr>
              <a:t>blocks</a:t>
            </a:r>
            <a:r>
              <a:rPr lang="ru-RU" sz="2000" dirty="0">
                <a:highlight>
                  <a:srgbClr val="FFFFFF"/>
                </a:highlight>
                <a:latin typeface="Times New Roman"/>
                <a:cs typeface="Arial"/>
              </a:rPr>
              <a:t> </a:t>
            </a:r>
            <a:r>
              <a:rPr lang="ru-RU" sz="2000" err="1">
                <a:highlight>
                  <a:srgbClr val="FFFFFF"/>
                </a:highlight>
                <a:latin typeface="Times New Roman"/>
                <a:cs typeface="Arial"/>
              </a:rPr>
              <a:t>through</a:t>
            </a:r>
            <a:r>
              <a:rPr lang="ru-RU" sz="2000" dirty="0">
                <a:highlight>
                  <a:srgbClr val="FFFFFF"/>
                </a:highlight>
                <a:latin typeface="Times New Roman"/>
                <a:cs typeface="Arial"/>
              </a:rPr>
              <a:t> XOR </a:t>
            </a:r>
            <a:r>
              <a:rPr lang="ru-RU" sz="2000" err="1">
                <a:highlight>
                  <a:srgbClr val="FFFFFF"/>
                </a:highlight>
                <a:latin typeface="Times New Roman"/>
                <a:cs typeface="Arial"/>
              </a:rPr>
              <a:t>before</a:t>
            </a:r>
            <a:r>
              <a:rPr lang="ru-RU" sz="2000" dirty="0">
                <a:highlight>
                  <a:srgbClr val="FFFFFF"/>
                </a:highlight>
                <a:latin typeface="Times New Roman"/>
                <a:cs typeface="Arial"/>
              </a:rPr>
              <a:t> </a:t>
            </a:r>
            <a:r>
              <a:rPr lang="ru-RU" sz="2000" err="1">
                <a:highlight>
                  <a:srgbClr val="FFFFFF"/>
                </a:highlight>
                <a:latin typeface="Times New Roman"/>
                <a:cs typeface="Arial"/>
              </a:rPr>
              <a:t>encryption</a:t>
            </a:r>
            <a:r>
              <a:rPr lang="ru-RU" sz="2000" dirty="0">
                <a:highlight>
                  <a:srgbClr val="FFFFFF"/>
                </a:highlight>
                <a:latin typeface="Times New Roman"/>
                <a:cs typeface="Arial"/>
              </a:rPr>
              <a:t>:</a:t>
            </a:r>
            <a:endParaRPr lang="ru-RU"/>
          </a:p>
          <a:p>
            <a:pPr marL="0" indent="0">
              <a:buNone/>
            </a:pPr>
            <a:endParaRPr lang="ru-RU" sz="2000" dirty="0">
              <a:highlight>
                <a:srgbClr val="FFFFFF"/>
              </a:highlight>
              <a:latin typeface="Courier New"/>
              <a:cs typeface="Courier New"/>
            </a:endParaRPr>
          </a:p>
          <a:p>
            <a:pPr marL="0" indent="0">
              <a:buNone/>
            </a:pPr>
            <a:r>
              <a:rPr lang="ru-RU" sz="2000" dirty="0" err="1">
                <a:highlight>
                  <a:srgbClr val="FFFFFF"/>
                </a:highlight>
                <a:latin typeface="Courier New"/>
                <a:cs typeface="Courier New"/>
              </a:rPr>
              <a:t>Encryption</a:t>
            </a:r>
            <a:r>
              <a:rPr lang="ru-RU" sz="2000" dirty="0">
                <a:highlight>
                  <a:srgbClr val="FFFFFF"/>
                </a:highlight>
                <a:latin typeface="Courier New"/>
                <a:cs typeface="Courier New"/>
              </a:rPr>
              <a:t>:</a:t>
            </a:r>
            <a:endParaRPr lang="ru-RU" dirty="0"/>
          </a:p>
          <a:p>
            <a:pPr marL="0" indent="0">
              <a:buNone/>
            </a:pPr>
            <a:r>
              <a:rPr lang="ru-RU" sz="2000" dirty="0">
                <a:highlight>
                  <a:srgbClr val="FFFFFF"/>
                </a:highlight>
                <a:latin typeface="Courier New"/>
                <a:cs typeface="Courier New"/>
              </a:rPr>
              <a:t>  C₀ = IV</a:t>
            </a:r>
          </a:p>
          <a:p>
            <a:pPr marL="0" indent="0">
              <a:buNone/>
            </a:pPr>
            <a:r>
              <a:rPr lang="en-US" sz="2000" dirty="0">
                <a:highlight>
                  <a:srgbClr val="FFFFFF"/>
                </a:highlight>
                <a:latin typeface="Courier New"/>
                <a:cs typeface="Courier New"/>
              </a:rPr>
              <a:t>  Cᵢ = Eₖ(Pᵢ ⊕ Cᵢ₋₁) for </a:t>
            </a:r>
            <a:r>
              <a:rPr lang="en-US" sz="2000" dirty="0" err="1">
                <a:highlight>
                  <a:srgbClr val="FFFFFF"/>
                </a:highlight>
                <a:latin typeface="Courier New"/>
                <a:cs typeface="Courier New"/>
              </a:rPr>
              <a:t>i</a:t>
            </a:r>
            <a:r>
              <a:rPr lang="en-US" sz="2000" dirty="0">
                <a:highlight>
                  <a:srgbClr val="FFFFFF"/>
                </a:highlight>
                <a:latin typeface="Courier New"/>
                <a:cs typeface="Courier New"/>
              </a:rPr>
              <a:t> = 1, 2, ..., m</a:t>
            </a:r>
            <a:endParaRPr lang="ru-RU" sz="2000" dirty="0">
              <a:highlight>
                <a:srgbClr val="FFFFFF"/>
              </a:highlight>
              <a:latin typeface="Courier New"/>
              <a:cs typeface="Courier New"/>
            </a:endParaRPr>
          </a:p>
          <a:p>
            <a:pPr marL="0" indent="0">
              <a:buNone/>
            </a:pPr>
            <a:endParaRPr lang="ru-RU" sz="2000" dirty="0">
              <a:highlight>
                <a:srgbClr val="FFFFFF"/>
              </a:highlight>
              <a:latin typeface="Courier New"/>
              <a:cs typeface="Courier New"/>
            </a:endParaRPr>
          </a:p>
          <a:p>
            <a:pPr marL="0" indent="0">
              <a:buNone/>
            </a:pPr>
            <a:r>
              <a:rPr lang="ru-RU" sz="2000" dirty="0" err="1">
                <a:highlight>
                  <a:srgbClr val="FFFFFF"/>
                </a:highlight>
                <a:latin typeface="Courier New"/>
                <a:cs typeface="Courier New"/>
              </a:rPr>
              <a:t>Decryption</a:t>
            </a:r>
            <a:r>
              <a:rPr lang="ru-RU" sz="2000" dirty="0">
                <a:highlight>
                  <a:srgbClr val="FFFFFF"/>
                </a:highlight>
                <a:latin typeface="Courier New"/>
                <a:cs typeface="Courier New"/>
              </a:rPr>
              <a:t>:</a:t>
            </a:r>
            <a:endParaRPr lang="ru-RU" dirty="0"/>
          </a:p>
          <a:p>
            <a:pPr marL="0" indent="0">
              <a:buNone/>
            </a:pPr>
            <a:r>
              <a:rPr lang="en-US" sz="2000" dirty="0">
                <a:highlight>
                  <a:srgbClr val="FFFFFF"/>
                </a:highlight>
                <a:latin typeface="Courier New"/>
                <a:cs typeface="Courier New"/>
              </a:rPr>
              <a:t>  Pᵢ = Dₖ(Cᵢ) ⊕ Cᵢ₋₁ for </a:t>
            </a:r>
            <a:r>
              <a:rPr lang="en-US" sz="2000" dirty="0" err="1">
                <a:highlight>
                  <a:srgbClr val="FFFFFF"/>
                </a:highlight>
                <a:latin typeface="Courier New"/>
                <a:cs typeface="Courier New"/>
              </a:rPr>
              <a:t>i</a:t>
            </a:r>
            <a:r>
              <a:rPr lang="en-US" sz="2000" dirty="0">
                <a:highlight>
                  <a:srgbClr val="FFFFFF"/>
                </a:highlight>
                <a:latin typeface="Courier New"/>
                <a:cs typeface="Courier New"/>
              </a:rPr>
              <a:t> = 1, 2, ..., m</a:t>
            </a:r>
            <a:endParaRPr lang="ru-RU" sz="2000" dirty="0">
              <a:highlight>
                <a:srgbClr val="FFFFFF"/>
              </a:highlight>
              <a:latin typeface="Courier New"/>
              <a:cs typeface="Courier New"/>
            </a:endParaRPr>
          </a:p>
          <a:p>
            <a:pPr marL="0" indent="0">
              <a:buNone/>
            </a:pPr>
            <a:endParaRPr lang="en-US" sz="2000" dirty="0">
              <a:highlight>
                <a:srgbClr val="FFFFFF"/>
              </a:highlight>
              <a:latin typeface="Times New Roman"/>
              <a:cs typeface="Arial"/>
            </a:endParaRPr>
          </a:p>
          <a:p>
            <a:pPr marL="0" indent="0">
              <a:buNone/>
            </a:pPr>
            <a:r>
              <a:rPr lang="en-US" sz="2000" dirty="0">
                <a:highlight>
                  <a:srgbClr val="FFFFFF"/>
                </a:highlight>
                <a:latin typeface="Times New Roman"/>
                <a:cs typeface="Arial"/>
              </a:rPr>
              <a:t>The IV is a random n-bit value transmitted with the ciphertext. Each plaintext block is XORed with the previous ciphertext block before encryption, creating a chain of dependencies.</a:t>
            </a:r>
            <a:endParaRPr lang="ru-RU" sz="2000">
              <a:highlight>
                <a:srgbClr val="FFFFFF"/>
              </a:highlight>
              <a:latin typeface="Times New Roman"/>
              <a:cs typeface="Arial"/>
            </a:endParaRPr>
          </a:p>
          <a:p>
            <a:pPr marL="0" indent="0">
              <a:buNone/>
            </a:pPr>
            <a:endParaRPr lang="ru-RU" sz="2000"/>
          </a:p>
        </p:txBody>
      </p:sp>
    </p:spTree>
    <p:extLst>
      <p:ext uri="{BB962C8B-B14F-4D97-AF65-F5344CB8AC3E}">
        <p14:creationId xmlns:p14="http://schemas.microsoft.com/office/powerpoint/2010/main" val="27513883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BB909A7A-CE05-EE91-EF59-6F37CAD15615}"/>
              </a:ext>
            </a:extLst>
          </p:cNvPr>
          <p:cNvSpPr>
            <a:spLocks noGrp="1"/>
          </p:cNvSpPr>
          <p:nvPr>
            <p:ph type="title"/>
          </p:nvPr>
        </p:nvSpPr>
        <p:spPr>
          <a:xfrm>
            <a:off x="1371599" y="294538"/>
            <a:ext cx="9895951" cy="1033669"/>
          </a:xfrm>
        </p:spPr>
        <p:txBody>
          <a:bodyPr>
            <a:normAutofit/>
          </a:bodyPr>
          <a:lstStyle/>
          <a:p>
            <a:r>
              <a:rPr lang="ru-RU" sz="4000" b="1" err="1">
                <a:solidFill>
                  <a:srgbClr val="FFFFFF"/>
                </a:solidFill>
                <a:latin typeface="Times New Roman"/>
                <a:cs typeface="Arial"/>
              </a:rPr>
              <a:t>Example</a:t>
            </a:r>
            <a:r>
              <a:rPr lang="ru-RU" sz="4000" b="1" dirty="0">
                <a:solidFill>
                  <a:srgbClr val="FFFFFF"/>
                </a:solidFill>
                <a:latin typeface="Times New Roman"/>
                <a:cs typeface="Arial"/>
              </a:rPr>
              <a:t> 3.1: CBC </a:t>
            </a:r>
            <a:r>
              <a:rPr lang="ru-RU" sz="4000" b="1" err="1">
                <a:solidFill>
                  <a:srgbClr val="FFFFFF"/>
                </a:solidFill>
                <a:latin typeface="Times New Roman"/>
                <a:cs typeface="Arial"/>
              </a:rPr>
              <a:t>Encryption</a:t>
            </a:r>
            <a:endParaRPr lang="ru-RU" sz="4000" b="1">
              <a:solidFill>
                <a:srgbClr val="FFFFFF"/>
              </a:solidFill>
              <a:latin typeface="Times New Roman"/>
              <a:cs typeface="Arial"/>
            </a:endParaRPr>
          </a:p>
        </p:txBody>
      </p:sp>
      <p:sp>
        <p:nvSpPr>
          <p:cNvPr id="3" name="Объект 2">
            <a:extLst>
              <a:ext uri="{FF2B5EF4-FFF2-40B4-BE49-F238E27FC236}">
                <a16:creationId xmlns:a16="http://schemas.microsoft.com/office/drawing/2014/main" id="{0230CA31-771E-812D-0CDC-691C7AAE15B6}"/>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dirty="0">
                <a:highlight>
                  <a:srgbClr val="FFFFFF"/>
                </a:highlight>
                <a:latin typeface="Courier New"/>
                <a:cs typeface="Courier New"/>
              </a:rPr>
              <a:t>Message: P₁ = 'HELLO_WO', P₂ = 'RLD_DATA', P₃ = 'ENCRYPT_'</a:t>
            </a:r>
            <a:endParaRPr lang="ru-RU" sz="2000" dirty="0"/>
          </a:p>
          <a:p>
            <a:pPr marL="0" indent="0">
              <a:buNone/>
            </a:pPr>
            <a:r>
              <a:rPr lang="ru-RU" sz="2000" dirty="0">
                <a:highlight>
                  <a:srgbClr val="FFFFFF"/>
                </a:highlight>
                <a:latin typeface="Courier New"/>
                <a:cs typeface="Courier New"/>
              </a:rPr>
              <a:t>IV = 0x0123456789ABCDEF (</a:t>
            </a:r>
            <a:r>
              <a:rPr lang="ru-RU" sz="2000" dirty="0" err="1">
                <a:highlight>
                  <a:srgbClr val="FFFFFF"/>
                </a:highlight>
                <a:latin typeface="Courier New"/>
                <a:cs typeface="Courier New"/>
              </a:rPr>
              <a:t>randomly</a:t>
            </a:r>
            <a:r>
              <a:rPr lang="ru-RU" sz="2000" dirty="0">
                <a:highlight>
                  <a:srgbClr val="FFFFFF"/>
                </a:highlight>
                <a:latin typeface="Courier New"/>
                <a:cs typeface="Courier New"/>
              </a:rPr>
              <a:t> </a:t>
            </a:r>
            <a:r>
              <a:rPr lang="ru-RU" sz="2000" dirty="0" err="1">
                <a:highlight>
                  <a:srgbClr val="FFFFFF"/>
                </a:highlight>
                <a:latin typeface="Courier New"/>
                <a:cs typeface="Courier New"/>
              </a:rPr>
              <a:t>generated</a:t>
            </a:r>
            <a:r>
              <a:rPr lang="ru-RU" sz="2000" dirty="0">
                <a:highlight>
                  <a:srgbClr val="FFFFFF"/>
                </a:highlight>
                <a:latin typeface="Courier New"/>
                <a:cs typeface="Courier New"/>
              </a:rPr>
              <a:t>)</a:t>
            </a:r>
          </a:p>
          <a:p>
            <a:pPr marL="0" indent="0">
              <a:buNone/>
            </a:pPr>
            <a:r>
              <a:rPr lang="en-US" sz="2000" dirty="0">
                <a:highlight>
                  <a:srgbClr val="FFFFFF"/>
                </a:highlight>
                <a:latin typeface="Courier New"/>
                <a:cs typeface="Courier New"/>
              </a:rPr>
              <a:t>Block 1: C₁ = Eₖ(P₁ ⊕ IV) = Eₖ('HELLO_WO' ⊕ 0x0123456789ABCDEF)</a:t>
            </a:r>
            <a:endParaRPr lang="ru-RU" sz="2000" dirty="0">
              <a:highlight>
                <a:srgbClr val="FFFFFF"/>
              </a:highlight>
              <a:latin typeface="Courier New"/>
              <a:cs typeface="Courier New"/>
            </a:endParaRPr>
          </a:p>
          <a:p>
            <a:pPr marL="0" indent="0">
              <a:buNone/>
            </a:pPr>
            <a:r>
              <a:rPr lang="en-US" sz="2000" dirty="0">
                <a:highlight>
                  <a:srgbClr val="FFFFFF"/>
                </a:highlight>
                <a:latin typeface="Courier New"/>
                <a:cs typeface="Courier New"/>
              </a:rPr>
              <a:t>Block 2: C₂ = Eₖ(P₂ ⊕ C₁) = Eₖ('RLD_DATA' ⊕ C₁)</a:t>
            </a:r>
            <a:endParaRPr lang="ru-RU" sz="2000" dirty="0">
              <a:highlight>
                <a:srgbClr val="FFFFFF"/>
              </a:highlight>
              <a:latin typeface="Courier New"/>
              <a:cs typeface="Courier New"/>
            </a:endParaRPr>
          </a:p>
          <a:p>
            <a:pPr marL="0" indent="0">
              <a:buNone/>
            </a:pPr>
            <a:r>
              <a:rPr lang="en-US" sz="2000" dirty="0">
                <a:highlight>
                  <a:srgbClr val="FFFFFF"/>
                </a:highlight>
                <a:latin typeface="Courier New"/>
                <a:cs typeface="Courier New"/>
              </a:rPr>
              <a:t>Block 3: C₃ = Eₖ(P₃ ⊕ C₂) = Eₖ('ENCRYPT_' ⊕ C₂)</a:t>
            </a:r>
            <a:endParaRPr lang="ru-RU" sz="2000" dirty="0">
              <a:highlight>
                <a:srgbClr val="FFFFFF"/>
              </a:highlight>
              <a:latin typeface="Courier New"/>
              <a:cs typeface="Courier New"/>
            </a:endParaRPr>
          </a:p>
          <a:p>
            <a:pPr marL="0" indent="0">
              <a:buNone/>
            </a:pPr>
            <a:endParaRPr lang="en-US" sz="2000">
              <a:highlight>
                <a:srgbClr val="FFFFFF"/>
              </a:highlight>
              <a:latin typeface="Courier New"/>
              <a:cs typeface="Courier New"/>
            </a:endParaRPr>
          </a:p>
          <a:p>
            <a:pPr marL="0" indent="0">
              <a:buNone/>
            </a:pPr>
            <a:r>
              <a:rPr lang="en-US" sz="2000" dirty="0">
                <a:highlight>
                  <a:srgbClr val="FFFFFF"/>
                </a:highlight>
                <a:latin typeface="Times New Roman"/>
                <a:cs typeface="Arial"/>
              </a:rPr>
              <a:t>Even if P₁ appears elsewhere in the message, its ciphertext will differ because it's XORed with different values (IV vs. previous ciphertext blocks).</a:t>
            </a:r>
            <a:endParaRPr lang="ru-RU" sz="2000" dirty="0">
              <a:highlight>
                <a:srgbClr val="FFFFFF"/>
              </a:highlight>
              <a:latin typeface="Times New Roman"/>
              <a:cs typeface="Arial"/>
            </a:endParaRPr>
          </a:p>
          <a:p>
            <a:pPr marL="0" indent="0">
              <a:buNone/>
            </a:pPr>
            <a:endParaRPr lang="ru-RU" sz="2000"/>
          </a:p>
        </p:txBody>
      </p:sp>
    </p:spTree>
    <p:extLst>
      <p:ext uri="{BB962C8B-B14F-4D97-AF65-F5344CB8AC3E}">
        <p14:creationId xmlns:p14="http://schemas.microsoft.com/office/powerpoint/2010/main" val="459956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876BED57-013B-83BC-F90D-F524EF7194A5}"/>
              </a:ext>
            </a:extLst>
          </p:cNvPr>
          <p:cNvSpPr>
            <a:spLocks noGrp="1"/>
          </p:cNvSpPr>
          <p:nvPr>
            <p:ph type="title"/>
          </p:nvPr>
        </p:nvSpPr>
        <p:spPr>
          <a:xfrm>
            <a:off x="1371599" y="294538"/>
            <a:ext cx="9895951" cy="1033669"/>
          </a:xfrm>
        </p:spPr>
        <p:txBody>
          <a:bodyPr>
            <a:normAutofit/>
          </a:bodyPr>
          <a:lstStyle/>
          <a:p>
            <a:r>
              <a:rPr lang="ru-RU" sz="3700" b="1" dirty="0">
                <a:solidFill>
                  <a:srgbClr val="FFFFFF"/>
                </a:solidFill>
                <a:latin typeface="Times New Roman"/>
                <a:cs typeface="Times New Roman"/>
              </a:rPr>
              <a:t>3.2 </a:t>
            </a:r>
            <a:r>
              <a:rPr lang="ru-RU" sz="3700" b="1" dirty="0" err="1">
                <a:solidFill>
                  <a:srgbClr val="FFFFFF"/>
                </a:solidFill>
                <a:latin typeface="Times New Roman"/>
                <a:cs typeface="Times New Roman"/>
              </a:rPr>
              <a:t>Initialization</a:t>
            </a:r>
            <a:r>
              <a:rPr lang="ru-RU" sz="3700" b="1" dirty="0">
                <a:solidFill>
                  <a:srgbClr val="FFFFFF"/>
                </a:solidFill>
                <a:latin typeface="Times New Roman"/>
                <a:cs typeface="Times New Roman"/>
              </a:rPr>
              <a:t> </a:t>
            </a:r>
            <a:r>
              <a:rPr lang="ru-RU" sz="3700" b="1" dirty="0" err="1">
                <a:solidFill>
                  <a:srgbClr val="FFFFFF"/>
                </a:solidFill>
                <a:latin typeface="Times New Roman"/>
                <a:cs typeface="Times New Roman"/>
              </a:rPr>
              <a:t>Vector</a:t>
            </a:r>
            <a:r>
              <a:rPr lang="ru-RU" sz="3700" b="1" dirty="0">
                <a:solidFill>
                  <a:srgbClr val="FFFFFF"/>
                </a:solidFill>
                <a:latin typeface="Times New Roman"/>
                <a:cs typeface="Times New Roman"/>
              </a:rPr>
              <a:t> (IV) </a:t>
            </a:r>
            <a:r>
              <a:rPr lang="ru-RU" sz="3700" b="1" dirty="0" err="1">
                <a:solidFill>
                  <a:srgbClr val="FFFFFF"/>
                </a:solidFill>
                <a:latin typeface="Times New Roman"/>
                <a:cs typeface="Times New Roman"/>
              </a:rPr>
              <a:t>Requirements</a:t>
            </a:r>
          </a:p>
        </p:txBody>
      </p:sp>
      <p:sp>
        <p:nvSpPr>
          <p:cNvPr id="3" name="Объект 2">
            <a:extLst>
              <a:ext uri="{FF2B5EF4-FFF2-40B4-BE49-F238E27FC236}">
                <a16:creationId xmlns:a16="http://schemas.microsoft.com/office/drawing/2014/main" id="{FC40BF1F-B706-1CB9-5600-D3E67C426CC0}"/>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b="1" dirty="0">
                <a:highlight>
                  <a:srgbClr val="FFFFFF"/>
                </a:highlight>
                <a:latin typeface="Times New Roman"/>
                <a:cs typeface="Times New Roman"/>
              </a:rPr>
              <a:t>Theorem 3.1 (IV Security Requirement): </a:t>
            </a:r>
            <a:r>
              <a:rPr lang="en-US" sz="2000" dirty="0">
                <a:highlight>
                  <a:srgbClr val="FFFFFF"/>
                </a:highlight>
                <a:latin typeface="Times New Roman"/>
                <a:cs typeface="Times New Roman"/>
              </a:rPr>
              <a:t>For CBC mode to be IND-CPA secure, the IV must be unpredictable: for each new message encryption, the IV must be chosen uniformly at random and independently of previous IVs and messages.</a:t>
            </a:r>
            <a:endParaRPr lang="kk-KZ" sz="2000" dirty="0">
              <a:highlight>
                <a:srgbClr val="FFFFFF"/>
              </a:highlight>
              <a:latin typeface="Times New Roman"/>
              <a:cs typeface="Times New Roman"/>
            </a:endParaRPr>
          </a:p>
          <a:p>
            <a:pPr marL="0" indent="0">
              <a:buNone/>
            </a:pPr>
            <a:r>
              <a:rPr lang="ru-RU" sz="2000" dirty="0">
                <a:latin typeface="Times New Roman"/>
                <a:cs typeface="Times New Roman"/>
              </a:rPr>
              <a:t>Теорема 3.1 (Требование безопасности IV): Чтобы режим CBC был безопасным IND-CPA, IV должен быть непредсказуемым: для каждого нового шифрования сообщения IV должен выбираться равномерно случайным образом и независимо от предыдущих IV и сообщений.</a:t>
            </a:r>
            <a:endParaRPr lang="ru-RU" sz="2000" dirty="0">
              <a:highlight>
                <a:srgbClr val="FFFFFF"/>
              </a:highlight>
              <a:latin typeface="Times New Roman"/>
              <a:cs typeface="Times New Roman"/>
            </a:endParaRPr>
          </a:p>
        </p:txBody>
      </p:sp>
    </p:spTree>
    <p:extLst>
      <p:ext uri="{BB962C8B-B14F-4D97-AF65-F5344CB8AC3E}">
        <p14:creationId xmlns:p14="http://schemas.microsoft.com/office/powerpoint/2010/main" val="2722905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460358E0-6331-333B-AA3B-909FEA6F5CEA}"/>
              </a:ext>
            </a:extLst>
          </p:cNvPr>
          <p:cNvSpPr>
            <a:spLocks noGrp="1"/>
          </p:cNvSpPr>
          <p:nvPr>
            <p:ph type="title"/>
          </p:nvPr>
        </p:nvSpPr>
        <p:spPr>
          <a:xfrm>
            <a:off x="1371599" y="294538"/>
            <a:ext cx="9895951" cy="1033669"/>
          </a:xfrm>
        </p:spPr>
        <p:txBody>
          <a:bodyPr>
            <a:normAutofit/>
          </a:bodyPr>
          <a:lstStyle/>
          <a:p>
            <a:r>
              <a:rPr lang="ru-RU" sz="3700" b="1" dirty="0">
                <a:solidFill>
                  <a:srgbClr val="FFFFFF"/>
                </a:solidFill>
                <a:latin typeface="Times New Roman"/>
                <a:cs typeface="Times New Roman"/>
              </a:rPr>
              <a:t>3.2 </a:t>
            </a:r>
            <a:r>
              <a:rPr lang="ru-RU" sz="3700" b="1" dirty="0" err="1">
                <a:solidFill>
                  <a:srgbClr val="FFFFFF"/>
                </a:solidFill>
                <a:latin typeface="Times New Roman"/>
                <a:cs typeface="Times New Roman"/>
              </a:rPr>
              <a:t>Initialization</a:t>
            </a:r>
            <a:r>
              <a:rPr lang="ru-RU" sz="3700" b="1" dirty="0">
                <a:solidFill>
                  <a:srgbClr val="FFFFFF"/>
                </a:solidFill>
                <a:latin typeface="Times New Roman"/>
                <a:cs typeface="Times New Roman"/>
              </a:rPr>
              <a:t> </a:t>
            </a:r>
            <a:r>
              <a:rPr lang="ru-RU" sz="3700" b="1" dirty="0" err="1">
                <a:solidFill>
                  <a:srgbClr val="FFFFFF"/>
                </a:solidFill>
                <a:latin typeface="Times New Roman"/>
                <a:cs typeface="Times New Roman"/>
              </a:rPr>
              <a:t>Vector</a:t>
            </a:r>
            <a:r>
              <a:rPr lang="ru-RU" sz="3700" b="1" dirty="0">
                <a:solidFill>
                  <a:srgbClr val="FFFFFF"/>
                </a:solidFill>
                <a:latin typeface="Times New Roman"/>
                <a:cs typeface="Times New Roman"/>
              </a:rPr>
              <a:t> (IV) </a:t>
            </a:r>
            <a:r>
              <a:rPr lang="ru-RU" sz="3700" b="1" dirty="0" err="1">
                <a:solidFill>
                  <a:srgbClr val="FFFFFF"/>
                </a:solidFill>
                <a:latin typeface="Times New Roman"/>
                <a:cs typeface="Times New Roman"/>
              </a:rPr>
              <a:t>Requirements</a:t>
            </a:r>
            <a:endParaRPr lang="ru-RU" sz="3700" b="1" dirty="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22A6EAD2-02E7-8C1E-1B59-C1B0DB8BBCEB}"/>
              </a:ext>
            </a:extLst>
          </p:cNvPr>
          <p:cNvSpPr>
            <a:spLocks noGrp="1"/>
          </p:cNvSpPr>
          <p:nvPr>
            <p:ph idx="1"/>
          </p:nvPr>
        </p:nvSpPr>
        <p:spPr>
          <a:xfrm>
            <a:off x="1371599" y="2318197"/>
            <a:ext cx="9724031" cy="3683358"/>
          </a:xfrm>
        </p:spPr>
        <p:txBody>
          <a:bodyPr vert="horz" lIns="91440" tIns="45720" rIns="91440" bIns="45720" rtlCol="0" anchor="ctr">
            <a:normAutofit fontScale="77500" lnSpcReduction="20000"/>
          </a:bodyPr>
          <a:lstStyle/>
          <a:p>
            <a:endParaRPr lang="ru-RU" sz="2000" dirty="0">
              <a:latin typeface="Times New Roman"/>
              <a:cs typeface="Times New Roman"/>
            </a:endParaRPr>
          </a:p>
          <a:p>
            <a:pPr marL="0" indent="0">
              <a:buNone/>
            </a:pPr>
            <a:r>
              <a:rPr lang="ru-RU" sz="2000" dirty="0" err="1">
                <a:highlight>
                  <a:srgbClr val="FFFFFF"/>
                </a:highlight>
                <a:latin typeface="Times New Roman"/>
                <a:cs typeface="Times New Roman"/>
              </a:rPr>
              <a:t>Critical</a:t>
            </a:r>
            <a:r>
              <a:rPr lang="ru-RU" sz="2000" dirty="0">
                <a:highlight>
                  <a:srgbClr val="FFFFFF"/>
                </a:highlight>
                <a:latin typeface="Times New Roman"/>
                <a:cs typeface="Times New Roman"/>
              </a:rPr>
              <a:t> Properties:</a:t>
            </a:r>
          </a:p>
          <a:p>
            <a:r>
              <a:rPr lang="en-US" sz="2000" dirty="0">
                <a:highlight>
                  <a:srgbClr val="FFFFFF"/>
                </a:highlight>
                <a:latin typeface="Times New Roman"/>
                <a:cs typeface="Times New Roman"/>
              </a:rPr>
              <a:t>Unpredictability: An adversary must not be able to predict the IV before observing the ciphertext. Using a counter or sequential IVs breaks IND-CPA security.</a:t>
            </a:r>
            <a:endParaRPr lang="ru-RU" sz="2000" dirty="0">
              <a:highlight>
                <a:srgbClr val="FFFFFF"/>
              </a:highlight>
              <a:latin typeface="Times New Roman"/>
              <a:cs typeface="Times New Roman"/>
            </a:endParaRPr>
          </a:p>
          <a:p>
            <a:r>
              <a:rPr lang="ru-RU" sz="2000" dirty="0" err="1">
                <a:highlight>
                  <a:srgbClr val="FFFFFF"/>
                </a:highlight>
                <a:latin typeface="Times New Roman"/>
                <a:cs typeface="Times New Roman"/>
              </a:rPr>
              <a:t>Uniqueness</a:t>
            </a:r>
            <a:r>
              <a:rPr lang="ru-RU" sz="2000" dirty="0">
                <a:highlight>
                  <a:srgbClr val="FFFFFF"/>
                </a:highlight>
                <a:latin typeface="Times New Roman"/>
                <a:cs typeface="Times New Roman"/>
              </a:rPr>
              <a:t>: The </a:t>
            </a:r>
            <a:r>
              <a:rPr lang="ru-RU" sz="2000" dirty="0" err="1">
                <a:highlight>
                  <a:srgbClr val="FFFFFF"/>
                </a:highlight>
                <a:latin typeface="Times New Roman"/>
                <a:cs typeface="Times New Roman"/>
              </a:rPr>
              <a:t>same</a:t>
            </a:r>
            <a:r>
              <a:rPr lang="ru-RU" sz="2000" dirty="0">
                <a:highlight>
                  <a:srgbClr val="FFFFFF"/>
                </a:highlight>
                <a:latin typeface="Times New Roman"/>
                <a:cs typeface="Times New Roman"/>
              </a:rPr>
              <a:t> IV </a:t>
            </a:r>
            <a:r>
              <a:rPr lang="ru-RU" sz="2000" dirty="0" err="1">
                <a:highlight>
                  <a:srgbClr val="FFFFFF"/>
                </a:highlight>
                <a:latin typeface="Times New Roman"/>
                <a:cs typeface="Times New Roman"/>
              </a:rPr>
              <a:t>should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never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reused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with</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same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key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for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different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messages</a:t>
            </a:r>
            <a:r>
              <a:rPr lang="ru-RU" sz="2000" dirty="0">
                <a:highlight>
                  <a:srgbClr val="FFFFFF"/>
                </a:highlight>
                <a:latin typeface="Times New Roman"/>
                <a:cs typeface="Times New Roman"/>
              </a:rPr>
              <a:t>.</a:t>
            </a:r>
          </a:p>
          <a:p>
            <a:r>
              <a:rPr lang="ru-RU" sz="2000" dirty="0" err="1">
                <a:highlight>
                  <a:srgbClr val="FFFFFF"/>
                </a:highlight>
                <a:latin typeface="Times New Roman"/>
                <a:cs typeface="Times New Roman"/>
              </a:rPr>
              <a:t>Randomness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IVs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should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generated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using</a:t>
            </a:r>
            <a:r>
              <a:rPr lang="ru-RU" sz="2000" dirty="0">
                <a:highlight>
                  <a:srgbClr val="FFFFFF"/>
                </a:highlight>
                <a:latin typeface="Times New Roman"/>
                <a:cs typeface="Times New Roman"/>
              </a:rPr>
              <a:t> a </a:t>
            </a:r>
            <a:r>
              <a:rPr lang="ru-RU" sz="2000" dirty="0" err="1">
                <a:highlight>
                  <a:srgbClr val="FFFFFF"/>
                </a:highlight>
                <a:latin typeface="Times New Roman"/>
                <a:cs typeface="Times New Roman"/>
              </a:rPr>
              <a:t>cryptographically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secure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random</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number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generator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not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derived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deterministically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from</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message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key</a:t>
            </a:r>
            <a:r>
              <a:rPr lang="ru-RU" sz="2000" dirty="0">
                <a:highlight>
                  <a:srgbClr val="FFFFFF"/>
                </a:highlight>
                <a:latin typeface="Times New Roman"/>
                <a:cs typeface="Times New Roman"/>
              </a:rPr>
              <a:t>.</a:t>
            </a:r>
          </a:p>
          <a:p>
            <a:r>
              <a:rPr lang="ru-RU" sz="2000" dirty="0">
                <a:latin typeface="Times New Roman"/>
                <a:cs typeface="Times New Roman"/>
              </a:rPr>
              <a:t>Критические свойства:</a:t>
            </a:r>
            <a:endParaRPr lang="en-US" sz="2000" dirty="0">
              <a:latin typeface="Times New Roman"/>
              <a:cs typeface="Times New Roman"/>
            </a:endParaRPr>
          </a:p>
          <a:p>
            <a:r>
              <a:rPr lang="ru-RU" sz="2000" dirty="0">
                <a:latin typeface="Times New Roman"/>
                <a:cs typeface="Times New Roman"/>
              </a:rPr>
              <a:t>Непредсказуемость: противник не должен иметь возможность предсказать IV до наблюдения зашифрованного текста. Использование счетчика или последовательных IV нарушает безопасность IND-CPA.</a:t>
            </a:r>
            <a:endParaRPr lang="en-US" sz="2000" dirty="0">
              <a:latin typeface="Times New Roman"/>
              <a:cs typeface="Times New Roman"/>
            </a:endParaRPr>
          </a:p>
          <a:p>
            <a:r>
              <a:rPr lang="ru-RU" sz="2000" dirty="0">
                <a:latin typeface="Times New Roman"/>
                <a:cs typeface="Times New Roman"/>
              </a:rPr>
              <a:t>Уникальность: один и тот же IV никогда не должен использоваться повторно с одним и тем же ключом для разных сообщений.</a:t>
            </a:r>
            <a:endParaRPr lang="en-US" sz="2000" dirty="0">
              <a:latin typeface="Times New Roman"/>
              <a:cs typeface="Times New Roman"/>
            </a:endParaRPr>
          </a:p>
          <a:p>
            <a:r>
              <a:rPr lang="ru-RU" sz="2000" dirty="0">
                <a:latin typeface="Times New Roman"/>
                <a:cs typeface="Times New Roman"/>
              </a:rPr>
              <a:t>Случайность: IV должны генерироваться с использованием криптографически безопасного генератора случайных чисел, а не </a:t>
            </a:r>
            <a:r>
              <a:rPr lang="ru-RU" sz="2000" dirty="0" err="1">
                <a:latin typeface="Times New Roman"/>
                <a:cs typeface="Times New Roman"/>
              </a:rPr>
              <a:t>детерминированно</a:t>
            </a:r>
            <a:r>
              <a:rPr lang="ru-RU" sz="2000" dirty="0">
                <a:latin typeface="Times New Roman"/>
                <a:cs typeface="Times New Roman"/>
              </a:rPr>
              <a:t> извлекаться из сообщения или ключа.</a:t>
            </a:r>
          </a:p>
        </p:txBody>
      </p:sp>
    </p:spTree>
    <p:extLst>
      <p:ext uri="{BB962C8B-B14F-4D97-AF65-F5344CB8AC3E}">
        <p14:creationId xmlns:p14="http://schemas.microsoft.com/office/powerpoint/2010/main" val="1944447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33B699D3-00D4-819E-C5E8-F523B002CB29}"/>
              </a:ext>
            </a:extLst>
          </p:cNvPr>
          <p:cNvSpPr>
            <a:spLocks noGrp="1"/>
          </p:cNvSpPr>
          <p:nvPr>
            <p:ph type="title"/>
          </p:nvPr>
        </p:nvSpPr>
        <p:spPr>
          <a:xfrm>
            <a:off x="1371599" y="294538"/>
            <a:ext cx="9895951" cy="1033669"/>
          </a:xfrm>
        </p:spPr>
        <p:txBody>
          <a:bodyPr>
            <a:normAutofit/>
          </a:bodyPr>
          <a:lstStyle/>
          <a:p>
            <a:r>
              <a:rPr lang="ru-RU" sz="4000" b="1" err="1">
                <a:solidFill>
                  <a:srgbClr val="FFFFFF"/>
                </a:solidFill>
                <a:latin typeface="Times New Roman"/>
                <a:ea typeface="Calibri"/>
                <a:cs typeface="Arial"/>
              </a:rPr>
              <a:t>Example</a:t>
            </a:r>
            <a:r>
              <a:rPr lang="ru-RU" sz="4000" b="1" dirty="0">
                <a:solidFill>
                  <a:srgbClr val="FFFFFF"/>
                </a:solidFill>
                <a:latin typeface="Times New Roman"/>
                <a:ea typeface="Calibri"/>
                <a:cs typeface="Arial"/>
              </a:rPr>
              <a:t> 3.2: </a:t>
            </a:r>
            <a:r>
              <a:rPr lang="ru-RU" sz="4000" b="1" err="1">
                <a:solidFill>
                  <a:srgbClr val="FFFFFF"/>
                </a:solidFill>
                <a:latin typeface="Times New Roman"/>
                <a:ea typeface="Calibri"/>
                <a:cs typeface="Arial"/>
              </a:rPr>
              <a:t>Predictable</a:t>
            </a:r>
            <a:r>
              <a:rPr lang="ru-RU" sz="4000" b="1" dirty="0">
                <a:solidFill>
                  <a:srgbClr val="FFFFFF"/>
                </a:solidFill>
                <a:latin typeface="Times New Roman"/>
                <a:ea typeface="Calibri"/>
                <a:cs typeface="Arial"/>
              </a:rPr>
              <a:t> IV </a:t>
            </a:r>
            <a:r>
              <a:rPr lang="ru-RU" sz="4000" b="1" err="1">
                <a:solidFill>
                  <a:srgbClr val="FFFFFF"/>
                </a:solidFill>
                <a:latin typeface="Times New Roman"/>
                <a:ea typeface="Calibri"/>
                <a:cs typeface="Arial"/>
              </a:rPr>
              <a:t>Attack</a:t>
            </a:r>
            <a:endParaRPr lang="ru-RU" sz="4000" b="1">
              <a:solidFill>
                <a:srgbClr val="FFFFFF"/>
              </a:solidFill>
              <a:latin typeface="Times New Roman"/>
              <a:ea typeface="Calibri"/>
              <a:cs typeface="Arial"/>
            </a:endParaRPr>
          </a:p>
        </p:txBody>
      </p:sp>
      <p:sp>
        <p:nvSpPr>
          <p:cNvPr id="3" name="Объект 2">
            <a:extLst>
              <a:ext uri="{FF2B5EF4-FFF2-40B4-BE49-F238E27FC236}">
                <a16:creationId xmlns:a16="http://schemas.microsoft.com/office/drawing/2014/main" id="{FD7C5275-8767-9A88-4DF7-A2F3BA7AE62D}"/>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dirty="0">
                <a:highlight>
                  <a:srgbClr val="FFFFFF"/>
                </a:highlight>
                <a:latin typeface="Times New Roman"/>
                <a:cs typeface="Arial"/>
              </a:rPr>
              <a:t>Suppose CBC uses a counter for IVs: IV₁ = 1, IV₂ = 2, IV₃ = 3, etc. An adversary who knows </a:t>
            </a:r>
            <a:r>
              <a:rPr lang="en-US" sz="2000" err="1">
                <a:highlight>
                  <a:srgbClr val="FFFFFF"/>
                </a:highlight>
                <a:latin typeface="Times New Roman"/>
                <a:cs typeface="Arial"/>
              </a:rPr>
              <a:t>IV_n</a:t>
            </a:r>
            <a:r>
              <a:rPr lang="en-US" sz="2000" dirty="0">
                <a:highlight>
                  <a:srgbClr val="FFFFFF"/>
                </a:highlight>
                <a:latin typeface="Times New Roman"/>
                <a:cs typeface="Arial"/>
              </a:rPr>
              <a:t> will be used next can predict that IV_{n+1} = </a:t>
            </a:r>
            <a:r>
              <a:rPr lang="en-US" sz="2000" err="1">
                <a:highlight>
                  <a:srgbClr val="FFFFFF"/>
                </a:highlight>
                <a:latin typeface="Times New Roman"/>
                <a:cs typeface="Arial"/>
              </a:rPr>
              <a:t>IV_n</a:t>
            </a:r>
            <a:r>
              <a:rPr lang="en-US" sz="2000" dirty="0">
                <a:highlight>
                  <a:srgbClr val="FFFFFF"/>
                </a:highlight>
                <a:latin typeface="Times New Roman"/>
                <a:cs typeface="Arial"/>
              </a:rPr>
              <a:t> + 1.</a:t>
            </a:r>
            <a:endParaRPr lang="ru-RU" sz="2000" dirty="0">
              <a:highlight>
                <a:srgbClr val="FFFFFF"/>
              </a:highlight>
              <a:latin typeface="Times New Roman"/>
              <a:cs typeface="Arial"/>
            </a:endParaRPr>
          </a:p>
          <a:p>
            <a:pPr marL="0" indent="0">
              <a:buNone/>
            </a:pPr>
            <a:r>
              <a:rPr lang="en-US" sz="2000" b="1" dirty="0">
                <a:highlight>
                  <a:srgbClr val="FFFFFF"/>
                </a:highlight>
                <a:latin typeface="Times New Roman"/>
                <a:cs typeface="Arial"/>
              </a:rPr>
              <a:t>Attack:</a:t>
            </a:r>
            <a:r>
              <a:rPr lang="en-US" sz="2000" dirty="0">
                <a:highlight>
                  <a:srgbClr val="FFFFFF"/>
                </a:highlight>
                <a:latin typeface="Times New Roman"/>
                <a:cs typeface="Arial"/>
              </a:rPr>
              <a:t> The adversary submits two messages M₀ and M₁ for encryption, receives ciphertext C = C₁ || C₂ || ... encrypted with </a:t>
            </a:r>
            <a:r>
              <a:rPr lang="en-US" sz="2000" err="1">
                <a:highlight>
                  <a:srgbClr val="FFFFFF"/>
                </a:highlight>
                <a:latin typeface="Times New Roman"/>
                <a:cs typeface="Arial"/>
              </a:rPr>
              <a:t>IV_n</a:t>
            </a:r>
            <a:r>
              <a:rPr lang="en-US" sz="2000" dirty="0">
                <a:highlight>
                  <a:srgbClr val="FFFFFF"/>
                </a:highlight>
                <a:latin typeface="Times New Roman"/>
                <a:cs typeface="Arial"/>
              </a:rPr>
              <a:t>. The adversary then predicts IV_{n+1} and constructs a distinguishing attack:</a:t>
            </a:r>
            <a:endParaRPr lang="ru-RU" sz="2000" dirty="0">
              <a:highlight>
                <a:srgbClr val="FFFFFF"/>
              </a:highlight>
              <a:latin typeface="Times New Roman"/>
              <a:cs typeface="Arial"/>
            </a:endParaRPr>
          </a:p>
          <a:p>
            <a:r>
              <a:rPr lang="en-US" sz="2000" dirty="0">
                <a:highlight>
                  <a:srgbClr val="FFFFFF"/>
                </a:highlight>
                <a:latin typeface="Courier New"/>
                <a:cs typeface="Courier New"/>
              </a:rPr>
              <a:t>1. Submit M₀' where first block P₁' = P₁ ⊕ </a:t>
            </a:r>
            <a:r>
              <a:rPr lang="en-US" sz="2000" dirty="0" err="1">
                <a:highlight>
                  <a:srgbClr val="FFFFFF"/>
                </a:highlight>
                <a:latin typeface="Courier New"/>
                <a:cs typeface="Courier New"/>
              </a:rPr>
              <a:t>IV_n</a:t>
            </a:r>
            <a:r>
              <a:rPr lang="en-US" sz="2000" dirty="0">
                <a:highlight>
                  <a:srgbClr val="FFFFFF"/>
                </a:highlight>
                <a:latin typeface="Courier New"/>
                <a:cs typeface="Courier New"/>
              </a:rPr>
              <a:t> ⊕ IV_{n+1} (predicable transformation)</a:t>
            </a:r>
            <a:endParaRPr lang="ru-RU" sz="2000" dirty="0">
              <a:highlight>
                <a:srgbClr val="FFFFFF"/>
              </a:highlight>
              <a:latin typeface="Courier New"/>
              <a:cs typeface="Courier New"/>
            </a:endParaRPr>
          </a:p>
          <a:p>
            <a:r>
              <a:rPr lang="en-US" sz="2000" dirty="0">
                <a:highlight>
                  <a:srgbClr val="FFFFFF"/>
                </a:highlight>
                <a:latin typeface="Courier New"/>
                <a:cs typeface="Courier New"/>
              </a:rPr>
              <a:t>2. Compare first ciphertext block: if C₁' = C₁, then M₀ was encrypted; otherwise M₁.</a:t>
            </a:r>
            <a:endParaRPr lang="ru-RU" sz="2000" dirty="0">
              <a:highlight>
                <a:srgbClr val="FFFFFF"/>
              </a:highlight>
              <a:latin typeface="Courier New"/>
              <a:cs typeface="Courier New"/>
            </a:endParaRPr>
          </a:p>
          <a:p>
            <a:pPr marL="0" indent="0">
              <a:buNone/>
            </a:pPr>
            <a:r>
              <a:rPr lang="en-US" sz="2000" dirty="0">
                <a:highlight>
                  <a:srgbClr val="FFFFFF"/>
                </a:highlight>
                <a:latin typeface="Times New Roman"/>
                <a:cs typeface="Arial"/>
              </a:rPr>
              <a:t>This attack succeeds because the adversary can cancel out the effect of the new IV, violating IND-CPA security.</a:t>
            </a:r>
            <a:endParaRPr lang="ru-RU" sz="2000" dirty="0">
              <a:highlight>
                <a:srgbClr val="FFFFFF"/>
              </a:highlight>
              <a:latin typeface="Times New Roman"/>
              <a:cs typeface="Arial"/>
            </a:endParaRPr>
          </a:p>
          <a:p>
            <a:endParaRPr lang="ru-RU" sz="2000"/>
          </a:p>
        </p:txBody>
      </p:sp>
    </p:spTree>
    <p:extLst>
      <p:ext uri="{BB962C8B-B14F-4D97-AF65-F5344CB8AC3E}">
        <p14:creationId xmlns:p14="http://schemas.microsoft.com/office/powerpoint/2010/main" val="8997208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48E9F48-2635-02D1-A755-1FE0F99CB1C3}"/>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3.3 </a:t>
            </a:r>
            <a:r>
              <a:rPr lang="ru-RU" sz="4000" b="1" err="1">
                <a:solidFill>
                  <a:srgbClr val="FFFFFF"/>
                </a:solidFill>
                <a:latin typeface="Times New Roman"/>
                <a:cs typeface="Times New Roman"/>
              </a:rPr>
              <a:t>Padding</a:t>
            </a:r>
            <a:r>
              <a:rPr lang="ru-RU" sz="4000" b="1" dirty="0">
                <a:solidFill>
                  <a:srgbClr val="FFFFFF"/>
                </a:solidFill>
                <a:latin typeface="Times New Roman"/>
                <a:cs typeface="Times New Roman"/>
              </a:rPr>
              <a:t> </a:t>
            </a:r>
            <a:r>
              <a:rPr lang="ru-RU" sz="4000" b="1" err="1">
                <a:solidFill>
                  <a:srgbClr val="FFFFFF"/>
                </a:solidFill>
                <a:latin typeface="Times New Roman"/>
                <a:cs typeface="Times New Roman"/>
              </a:rPr>
              <a:t>in</a:t>
            </a:r>
            <a:r>
              <a:rPr lang="ru-RU" sz="4000" b="1" dirty="0">
                <a:solidFill>
                  <a:srgbClr val="FFFFFF"/>
                </a:solidFill>
                <a:latin typeface="Times New Roman"/>
                <a:cs typeface="Times New Roman"/>
              </a:rPr>
              <a:t> CBC Mode</a:t>
            </a:r>
          </a:p>
        </p:txBody>
      </p:sp>
      <p:sp>
        <p:nvSpPr>
          <p:cNvPr id="3" name="Объект 2">
            <a:extLst>
              <a:ext uri="{FF2B5EF4-FFF2-40B4-BE49-F238E27FC236}">
                <a16:creationId xmlns:a16="http://schemas.microsoft.com/office/drawing/2014/main" id="{3425E048-AE58-4D4D-BCD3-F01F2C3C5A6A}"/>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dirty="0">
                <a:highlight>
                  <a:srgbClr val="FFFFFF"/>
                </a:highlight>
                <a:latin typeface="Times New Roman"/>
                <a:cs typeface="Times New Roman"/>
              </a:rPr>
              <a:t>Block ciphers require input lengths that are exact multiples of the block size. When the message length is not a multiple of n bits, padding is necessary.</a:t>
            </a:r>
            <a:endParaRPr lang="ru-RU" sz="2000" dirty="0">
              <a:highlight>
                <a:srgbClr val="FFFFFF"/>
              </a:highlight>
              <a:latin typeface="Times New Roman"/>
              <a:cs typeface="Times New Roman"/>
            </a:endParaRPr>
          </a:p>
          <a:p>
            <a:pPr marL="0" indent="0">
              <a:buNone/>
            </a:pPr>
            <a:endParaRPr lang="en-US" sz="2000" dirty="0">
              <a:highlight>
                <a:srgbClr val="FFFFFF"/>
              </a:highlight>
              <a:latin typeface="Times New Roman"/>
              <a:cs typeface="Times New Roman"/>
            </a:endParaRPr>
          </a:p>
          <a:p>
            <a:pPr marL="0" indent="0">
              <a:buNone/>
            </a:pPr>
            <a:r>
              <a:rPr lang="en-US" sz="2000" b="1" dirty="0">
                <a:highlight>
                  <a:srgbClr val="FFFFFF"/>
                </a:highlight>
                <a:latin typeface="Times New Roman"/>
                <a:cs typeface="Times New Roman"/>
              </a:rPr>
              <a:t>Definition 3.2 (PKCS#7 Padding): </a:t>
            </a:r>
            <a:r>
              <a:rPr lang="en-US" sz="2000" dirty="0">
                <a:highlight>
                  <a:srgbClr val="FFFFFF"/>
                </a:highlight>
                <a:latin typeface="Times New Roman"/>
                <a:cs typeface="Times New Roman"/>
              </a:rPr>
              <a:t>PKCS#7 padding adds k bytes, each with value k, where k is the number of bytes needed to complete the block. If the message is already a multiple of the block size, add a full block of padding.</a:t>
            </a:r>
            <a:endParaRPr lang="ru-RU" sz="2000" dirty="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666042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EAEF9DE0-92CC-1EBA-CADC-1DDF51C4B929}"/>
              </a:ext>
            </a:extLst>
          </p:cNvPr>
          <p:cNvSpPr>
            <a:spLocks noGrp="1"/>
          </p:cNvSpPr>
          <p:nvPr>
            <p:ph type="title"/>
          </p:nvPr>
        </p:nvSpPr>
        <p:spPr>
          <a:xfrm>
            <a:off x="1371599" y="294538"/>
            <a:ext cx="9895951" cy="1033669"/>
          </a:xfrm>
        </p:spPr>
        <p:txBody>
          <a:bodyPr>
            <a:normAutofit/>
          </a:bodyPr>
          <a:lstStyle/>
          <a:p>
            <a:r>
              <a:rPr lang="ru-RU" sz="4000" b="1" err="1">
                <a:solidFill>
                  <a:srgbClr val="FFFFFF"/>
                </a:solidFill>
                <a:latin typeface="Arial"/>
                <a:cs typeface="Arial"/>
              </a:rPr>
              <a:t>Example</a:t>
            </a:r>
            <a:r>
              <a:rPr lang="ru-RU" sz="4000" b="1" dirty="0">
                <a:solidFill>
                  <a:srgbClr val="FFFFFF"/>
                </a:solidFill>
                <a:latin typeface="Arial"/>
                <a:cs typeface="Arial"/>
              </a:rPr>
              <a:t> 3.3: PKCS#7 </a:t>
            </a:r>
            <a:r>
              <a:rPr lang="ru-RU" sz="4000" b="1" err="1">
                <a:solidFill>
                  <a:srgbClr val="FFFFFF"/>
                </a:solidFill>
                <a:latin typeface="Arial"/>
                <a:cs typeface="Arial"/>
              </a:rPr>
              <a:t>Padding</a:t>
            </a:r>
            <a:endParaRPr lang="ru-RU" sz="4000" b="1">
              <a:solidFill>
                <a:srgbClr val="FFFFFF"/>
              </a:solidFill>
              <a:latin typeface="Arial"/>
              <a:cs typeface="Arial"/>
            </a:endParaRPr>
          </a:p>
        </p:txBody>
      </p:sp>
      <p:sp>
        <p:nvSpPr>
          <p:cNvPr id="3" name="Объект 2">
            <a:extLst>
              <a:ext uri="{FF2B5EF4-FFF2-40B4-BE49-F238E27FC236}">
                <a16:creationId xmlns:a16="http://schemas.microsoft.com/office/drawing/2014/main" id="{94E79606-0765-AD93-BFCD-6BDA69D12F69}"/>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dirty="0">
                <a:highlight>
                  <a:srgbClr val="FFFFFF"/>
                </a:highlight>
                <a:latin typeface="Courier New"/>
                <a:cs typeface="Courier New"/>
              </a:rPr>
              <a:t>Block </a:t>
            </a:r>
            <a:r>
              <a:rPr lang="ru-RU" sz="2000" dirty="0" err="1">
                <a:highlight>
                  <a:srgbClr val="FFFFFF"/>
                </a:highlight>
                <a:latin typeface="Courier New"/>
                <a:cs typeface="Courier New"/>
              </a:rPr>
              <a:t>size</a:t>
            </a:r>
            <a:r>
              <a:rPr lang="ru-RU" sz="2000" dirty="0">
                <a:highlight>
                  <a:srgbClr val="FFFFFF"/>
                </a:highlight>
                <a:latin typeface="Courier New"/>
                <a:cs typeface="Courier New"/>
              </a:rPr>
              <a:t>: 8 </a:t>
            </a:r>
            <a:r>
              <a:rPr lang="ru-RU" sz="2000" dirty="0" err="1">
                <a:highlight>
                  <a:srgbClr val="FFFFFF"/>
                </a:highlight>
                <a:latin typeface="Courier New"/>
                <a:cs typeface="Courier New"/>
              </a:rPr>
              <a:t>bytes</a:t>
            </a:r>
            <a:endParaRPr lang="ru-RU" dirty="0" err="1"/>
          </a:p>
          <a:p>
            <a:pPr marL="0" indent="0">
              <a:buNone/>
            </a:pPr>
            <a:r>
              <a:rPr lang="en-US" sz="2000" dirty="0">
                <a:highlight>
                  <a:srgbClr val="FFFFFF"/>
                </a:highlight>
                <a:latin typeface="Courier New"/>
                <a:cs typeface="Courier New"/>
              </a:rPr>
              <a:t>Message: 'HELLO' (5 bytes)  →  'HELLO' + 0x03 </a:t>
            </a:r>
            <a:r>
              <a:rPr lang="en-US" sz="2000" dirty="0" err="1">
                <a:highlight>
                  <a:srgbClr val="FFFFFF"/>
                </a:highlight>
                <a:latin typeface="Courier New"/>
                <a:cs typeface="Courier New"/>
              </a:rPr>
              <a:t>0x03</a:t>
            </a:r>
            <a:r>
              <a:rPr lang="en-US" sz="2000" dirty="0">
                <a:highlight>
                  <a:srgbClr val="FFFFFF"/>
                </a:highlight>
                <a:latin typeface="Courier New"/>
                <a:cs typeface="Courier New"/>
              </a:rPr>
              <a:t> </a:t>
            </a:r>
            <a:r>
              <a:rPr lang="en-US" sz="2000" dirty="0" err="1">
                <a:highlight>
                  <a:srgbClr val="FFFFFF"/>
                </a:highlight>
                <a:latin typeface="Courier New"/>
                <a:cs typeface="Courier New"/>
              </a:rPr>
              <a:t>0x03</a:t>
            </a:r>
            <a:endParaRPr lang="ru-RU" sz="2000" dirty="0" err="1">
              <a:highlight>
                <a:srgbClr val="FFFFFF"/>
              </a:highlight>
              <a:latin typeface="Courier New"/>
              <a:cs typeface="Courier New"/>
            </a:endParaRPr>
          </a:p>
          <a:p>
            <a:pPr marL="0" indent="0">
              <a:buNone/>
            </a:pPr>
            <a:r>
              <a:rPr lang="en-US" sz="2000" dirty="0">
                <a:highlight>
                  <a:srgbClr val="FFFFFF"/>
                </a:highlight>
                <a:latin typeface="Courier New"/>
                <a:cs typeface="Courier New"/>
              </a:rPr>
              <a:t>Message: 'HELLO_WO' (8 bytes)  →  'HELLO_WO' + 0x08 </a:t>
            </a:r>
            <a:r>
              <a:rPr lang="en-US" sz="2000" dirty="0" err="1">
                <a:highlight>
                  <a:srgbClr val="FFFFFF"/>
                </a:highlight>
                <a:latin typeface="Courier New"/>
                <a:cs typeface="Courier New"/>
              </a:rPr>
              <a:t>0x08</a:t>
            </a:r>
            <a:r>
              <a:rPr lang="en-US" sz="2000" dirty="0">
                <a:highlight>
                  <a:srgbClr val="FFFFFF"/>
                </a:highlight>
                <a:latin typeface="Courier New"/>
                <a:cs typeface="Courier New"/>
              </a:rPr>
              <a:t> </a:t>
            </a:r>
            <a:r>
              <a:rPr lang="en-US" sz="2000" dirty="0" err="1">
                <a:highlight>
                  <a:srgbClr val="FFFFFF"/>
                </a:highlight>
                <a:latin typeface="Courier New"/>
                <a:cs typeface="Courier New"/>
              </a:rPr>
              <a:t>0x08</a:t>
            </a:r>
            <a:r>
              <a:rPr lang="en-US" sz="2000" dirty="0">
                <a:highlight>
                  <a:srgbClr val="FFFFFF"/>
                </a:highlight>
                <a:latin typeface="Courier New"/>
                <a:cs typeface="Courier New"/>
              </a:rPr>
              <a:t> </a:t>
            </a:r>
            <a:r>
              <a:rPr lang="en-US" sz="2000" dirty="0" err="1">
                <a:highlight>
                  <a:srgbClr val="FFFFFF"/>
                </a:highlight>
                <a:latin typeface="Courier New"/>
                <a:cs typeface="Courier New"/>
              </a:rPr>
              <a:t>0x08</a:t>
            </a:r>
            <a:r>
              <a:rPr lang="en-US" sz="2000" dirty="0">
                <a:highlight>
                  <a:srgbClr val="FFFFFF"/>
                </a:highlight>
                <a:latin typeface="Courier New"/>
                <a:cs typeface="Courier New"/>
              </a:rPr>
              <a:t> </a:t>
            </a:r>
            <a:r>
              <a:rPr lang="en-US" sz="2000" dirty="0" err="1">
                <a:highlight>
                  <a:srgbClr val="FFFFFF"/>
                </a:highlight>
                <a:latin typeface="Courier New"/>
                <a:cs typeface="Courier New"/>
              </a:rPr>
              <a:t>0x08</a:t>
            </a:r>
            <a:r>
              <a:rPr lang="en-US" sz="2000" dirty="0">
                <a:highlight>
                  <a:srgbClr val="FFFFFF"/>
                </a:highlight>
                <a:latin typeface="Courier New"/>
                <a:cs typeface="Courier New"/>
              </a:rPr>
              <a:t> </a:t>
            </a:r>
            <a:r>
              <a:rPr lang="en-US" sz="2000" dirty="0" err="1">
                <a:highlight>
                  <a:srgbClr val="FFFFFF"/>
                </a:highlight>
                <a:latin typeface="Courier New"/>
                <a:cs typeface="Courier New"/>
              </a:rPr>
              <a:t>0x08</a:t>
            </a:r>
            <a:r>
              <a:rPr lang="en-US" sz="2000" dirty="0">
                <a:highlight>
                  <a:srgbClr val="FFFFFF"/>
                </a:highlight>
                <a:latin typeface="Courier New"/>
                <a:cs typeface="Courier New"/>
              </a:rPr>
              <a:t> </a:t>
            </a:r>
            <a:r>
              <a:rPr lang="en-US" sz="2000" dirty="0" err="1">
                <a:highlight>
                  <a:srgbClr val="FFFFFF"/>
                </a:highlight>
                <a:latin typeface="Courier New"/>
                <a:cs typeface="Courier New"/>
              </a:rPr>
              <a:t>0x08</a:t>
            </a:r>
            <a:r>
              <a:rPr lang="en-US" sz="2000" dirty="0">
                <a:highlight>
                  <a:srgbClr val="FFFFFF"/>
                </a:highlight>
                <a:latin typeface="Courier New"/>
                <a:cs typeface="Courier New"/>
              </a:rPr>
              <a:t> </a:t>
            </a:r>
            <a:r>
              <a:rPr lang="en-US" sz="2000" dirty="0" err="1">
                <a:highlight>
                  <a:srgbClr val="FFFFFF"/>
                </a:highlight>
                <a:latin typeface="Courier New"/>
                <a:cs typeface="Courier New"/>
              </a:rPr>
              <a:t>0x08</a:t>
            </a:r>
            <a:endParaRPr lang="ru-RU" sz="2000" dirty="0" err="1">
              <a:highlight>
                <a:srgbClr val="FFFFFF"/>
              </a:highlight>
              <a:latin typeface="Courier New"/>
              <a:cs typeface="Courier New"/>
            </a:endParaRPr>
          </a:p>
          <a:p>
            <a:pPr marL="0" indent="0">
              <a:buNone/>
            </a:pPr>
            <a:r>
              <a:rPr lang="en-US" sz="2000" dirty="0">
                <a:highlight>
                  <a:srgbClr val="FFFFFF"/>
                </a:highlight>
                <a:latin typeface="Courier New"/>
                <a:cs typeface="Courier New"/>
              </a:rPr>
              <a:t>Message: 'HI' (2 bytes)  →  'HI' + 0x06 </a:t>
            </a:r>
            <a:r>
              <a:rPr lang="en-US" sz="2000" dirty="0" err="1">
                <a:highlight>
                  <a:srgbClr val="FFFFFF"/>
                </a:highlight>
                <a:latin typeface="Courier New"/>
                <a:cs typeface="Courier New"/>
              </a:rPr>
              <a:t>0x06</a:t>
            </a:r>
            <a:r>
              <a:rPr lang="en-US" sz="2000" dirty="0">
                <a:highlight>
                  <a:srgbClr val="FFFFFF"/>
                </a:highlight>
                <a:latin typeface="Courier New"/>
                <a:cs typeface="Courier New"/>
              </a:rPr>
              <a:t> </a:t>
            </a:r>
            <a:r>
              <a:rPr lang="en-US" sz="2000" dirty="0" err="1">
                <a:highlight>
                  <a:srgbClr val="FFFFFF"/>
                </a:highlight>
                <a:latin typeface="Courier New"/>
                <a:cs typeface="Courier New"/>
              </a:rPr>
              <a:t>0x06</a:t>
            </a:r>
            <a:r>
              <a:rPr lang="en-US" sz="2000" dirty="0">
                <a:highlight>
                  <a:srgbClr val="FFFFFF"/>
                </a:highlight>
                <a:latin typeface="Courier New"/>
                <a:cs typeface="Courier New"/>
              </a:rPr>
              <a:t> </a:t>
            </a:r>
            <a:r>
              <a:rPr lang="en-US" sz="2000" dirty="0" err="1">
                <a:highlight>
                  <a:srgbClr val="FFFFFF"/>
                </a:highlight>
                <a:latin typeface="Courier New"/>
                <a:cs typeface="Courier New"/>
              </a:rPr>
              <a:t>0x06</a:t>
            </a:r>
            <a:r>
              <a:rPr lang="en-US" sz="2000" dirty="0">
                <a:highlight>
                  <a:srgbClr val="FFFFFF"/>
                </a:highlight>
                <a:latin typeface="Courier New"/>
                <a:cs typeface="Courier New"/>
              </a:rPr>
              <a:t> </a:t>
            </a:r>
            <a:r>
              <a:rPr lang="en-US" sz="2000" dirty="0" err="1">
                <a:highlight>
                  <a:srgbClr val="FFFFFF"/>
                </a:highlight>
                <a:latin typeface="Courier New"/>
                <a:cs typeface="Courier New"/>
              </a:rPr>
              <a:t>0x06</a:t>
            </a:r>
            <a:r>
              <a:rPr lang="en-US" sz="2000" dirty="0">
                <a:highlight>
                  <a:srgbClr val="FFFFFF"/>
                </a:highlight>
                <a:latin typeface="Courier New"/>
                <a:cs typeface="Courier New"/>
              </a:rPr>
              <a:t> </a:t>
            </a:r>
            <a:r>
              <a:rPr lang="en-US" sz="2000" dirty="0" err="1">
                <a:highlight>
                  <a:srgbClr val="FFFFFF"/>
                </a:highlight>
                <a:latin typeface="Courier New"/>
                <a:cs typeface="Courier New"/>
              </a:rPr>
              <a:t>0x06</a:t>
            </a:r>
            <a:endParaRPr lang="ru-RU" sz="2000" dirty="0" err="1">
              <a:highlight>
                <a:srgbClr val="FFFFFF"/>
              </a:highlight>
              <a:latin typeface="Courier New"/>
              <a:cs typeface="Courier New"/>
            </a:endParaRPr>
          </a:p>
          <a:p>
            <a:pPr marL="0" indent="0">
              <a:buNone/>
            </a:pPr>
            <a:endParaRPr lang="en-US" sz="2000" dirty="0">
              <a:highlight>
                <a:srgbClr val="FFFFFF"/>
              </a:highlight>
              <a:latin typeface="Times New Roman"/>
              <a:cs typeface="Arial"/>
            </a:endParaRPr>
          </a:p>
          <a:p>
            <a:pPr marL="0" indent="0">
              <a:buNone/>
            </a:pPr>
            <a:r>
              <a:rPr lang="en-US" sz="2000" dirty="0">
                <a:highlight>
                  <a:srgbClr val="FFFFFF"/>
                </a:highlight>
                <a:latin typeface="Times New Roman"/>
                <a:cs typeface="Arial"/>
              </a:rPr>
              <a:t>Upon decryption, the last byte indicates how many padding bytes to remove. The full padding block for aligned messages ensures unambiguous padding removal.</a:t>
            </a:r>
            <a:endParaRPr lang="ru-RU" sz="2000" dirty="0">
              <a:highlight>
                <a:srgbClr val="FFFFFF"/>
              </a:highlight>
              <a:latin typeface="Times New Roman"/>
              <a:cs typeface="Arial"/>
            </a:endParaRPr>
          </a:p>
          <a:p>
            <a:pPr marL="0" indent="0">
              <a:buNone/>
            </a:pPr>
            <a:endParaRPr lang="ru-RU" sz="2000"/>
          </a:p>
        </p:txBody>
      </p:sp>
    </p:spTree>
    <p:extLst>
      <p:ext uri="{BB962C8B-B14F-4D97-AF65-F5344CB8AC3E}">
        <p14:creationId xmlns:p14="http://schemas.microsoft.com/office/powerpoint/2010/main" val="3800661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2F6533D4-9476-D719-5A7E-12E8CC681F96}"/>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3.4 </a:t>
            </a:r>
            <a:r>
              <a:rPr lang="ru-RU" sz="4000" b="1" dirty="0" err="1">
                <a:solidFill>
                  <a:srgbClr val="FFFFFF"/>
                </a:solidFill>
                <a:latin typeface="Times New Roman"/>
                <a:cs typeface="Times New Roman"/>
              </a:rPr>
              <a:t>Padding</a:t>
            </a:r>
            <a:r>
              <a:rPr lang="ru-RU" sz="4000" b="1" dirty="0">
                <a:solidFill>
                  <a:srgbClr val="FFFFFF"/>
                </a:solidFill>
                <a:latin typeface="Times New Roman"/>
                <a:cs typeface="Times New Roman"/>
              </a:rPr>
              <a:t> Oracle </a:t>
            </a:r>
            <a:r>
              <a:rPr lang="ru-RU" sz="4000" b="1" dirty="0" err="1">
                <a:solidFill>
                  <a:srgbClr val="FFFFFF"/>
                </a:solidFill>
                <a:latin typeface="Times New Roman"/>
                <a:cs typeface="Times New Roman"/>
              </a:rPr>
              <a:t>Attack</a:t>
            </a:r>
            <a:endParaRPr lang="ru-RU" sz="4000" b="1" dirty="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D9E2BFF5-FB43-D5CF-2790-A2D1C7CBFF60}"/>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b="1" dirty="0">
                <a:highlight>
                  <a:srgbClr val="FFFFFF"/>
                </a:highlight>
                <a:latin typeface="Times New Roman"/>
                <a:cs typeface="Times New Roman"/>
              </a:rPr>
              <a:t>Definition 3.3 (</a:t>
            </a:r>
            <a:r>
              <a:rPr lang="ru-RU" sz="2000" b="1" dirty="0" err="1">
                <a:highlight>
                  <a:srgbClr val="FFFFFF"/>
                </a:highlight>
                <a:latin typeface="Times New Roman"/>
                <a:cs typeface="Times New Roman"/>
              </a:rPr>
              <a:t>Padding</a:t>
            </a:r>
            <a:r>
              <a:rPr lang="ru-RU" sz="2000" b="1" dirty="0">
                <a:highlight>
                  <a:srgbClr val="FFFFFF"/>
                </a:highlight>
                <a:latin typeface="Times New Roman"/>
                <a:cs typeface="Times New Roman"/>
              </a:rPr>
              <a:t> Oracle): </a:t>
            </a:r>
            <a:r>
              <a:rPr lang="ru-RU" sz="2000" dirty="0">
                <a:highlight>
                  <a:srgbClr val="FFFFFF"/>
                </a:highlight>
                <a:latin typeface="Times New Roman"/>
                <a:cs typeface="Times New Roman"/>
              </a:rPr>
              <a:t>A </a:t>
            </a:r>
            <a:r>
              <a:rPr lang="ru-RU" sz="2000" dirty="0" err="1">
                <a:highlight>
                  <a:srgbClr val="FFFFFF"/>
                </a:highlight>
                <a:latin typeface="Times New Roman"/>
                <a:cs typeface="Times New Roman"/>
              </a:rPr>
              <a:t>padding</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oracle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is</a:t>
            </a:r>
            <a:r>
              <a:rPr lang="ru-RU" sz="2000" dirty="0">
                <a:highlight>
                  <a:srgbClr val="FFFFFF"/>
                </a:highlight>
                <a:latin typeface="Times New Roman"/>
                <a:cs typeface="Times New Roman"/>
              </a:rPr>
              <a:t> a </a:t>
            </a:r>
            <a:r>
              <a:rPr lang="ru-RU" sz="2000" dirty="0" err="1">
                <a:highlight>
                  <a:srgbClr val="FFFFFF"/>
                </a:highlight>
                <a:latin typeface="Times New Roman"/>
                <a:cs typeface="Times New Roman"/>
              </a:rPr>
              <a:t>vulnerability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where</a:t>
            </a:r>
            <a:r>
              <a:rPr lang="ru-RU" sz="2000" dirty="0">
                <a:highlight>
                  <a:srgbClr val="FFFFFF"/>
                </a:highlight>
                <a:latin typeface="Times New Roman"/>
                <a:cs typeface="Times New Roman"/>
              </a:rPr>
              <a:t> a </a:t>
            </a:r>
            <a:r>
              <a:rPr lang="ru-RU" sz="2000" dirty="0" err="1">
                <a:highlight>
                  <a:srgbClr val="FFFFFF"/>
                </a:highlight>
                <a:latin typeface="Times New Roman"/>
                <a:cs typeface="Times New Roman"/>
              </a:rPr>
              <a:t>decryption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system</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reveals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whether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padding</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of</a:t>
            </a:r>
            <a:r>
              <a:rPr lang="ru-RU" sz="2000" dirty="0">
                <a:highlight>
                  <a:srgbClr val="FFFFFF"/>
                </a:highlight>
                <a:latin typeface="Times New Roman"/>
                <a:cs typeface="Times New Roman"/>
              </a:rPr>
              <a:t> a </a:t>
            </a:r>
            <a:r>
              <a:rPr lang="ru-RU" sz="2000" dirty="0" err="1">
                <a:highlight>
                  <a:srgbClr val="FFFFFF"/>
                </a:highlight>
                <a:latin typeface="Times New Roman"/>
                <a:cs typeface="Times New Roman"/>
              </a:rPr>
              <a:t>submitted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ciphertext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valid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invalid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This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information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leakage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enables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complete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ciphertext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decryption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without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key</a:t>
            </a:r>
            <a:r>
              <a:rPr lang="ru-RU" sz="2000" dirty="0">
                <a:highlight>
                  <a:srgbClr val="FFFFFF"/>
                </a:highlight>
                <a:latin typeface="Times New Roman"/>
                <a:cs typeface="Times New Roman"/>
              </a:rPr>
              <a:t>.</a:t>
            </a:r>
            <a:r>
              <a:rPr lang="en-US" sz="2000" dirty="0">
                <a:highlight>
                  <a:srgbClr val="FFFFFF"/>
                </a:highlight>
                <a:latin typeface="Times New Roman"/>
                <a:cs typeface="Times New Roman"/>
              </a:rPr>
              <a:t> </a:t>
            </a:r>
          </a:p>
          <a:p>
            <a:pPr marL="0" indent="0">
              <a:buNone/>
            </a:pPr>
            <a:r>
              <a:rPr lang="ru-RU" dirty="0">
                <a:latin typeface="Times New Roman"/>
                <a:cs typeface="Times New Roman"/>
              </a:rPr>
              <a:t>Определение 3.3 (Оракул заполнения): Оракул заполнения — это уязвимость, при которой система дешифрования показывает, является ли заполнение отправленного зашифрованного текста действительным или недействительным. Эта утечка информации позволяет полностью расшифровать зашифрованный текст без ключа.</a:t>
            </a:r>
          </a:p>
        </p:txBody>
      </p:sp>
    </p:spTree>
    <p:extLst>
      <p:ext uri="{BB962C8B-B14F-4D97-AF65-F5344CB8AC3E}">
        <p14:creationId xmlns:p14="http://schemas.microsoft.com/office/powerpoint/2010/main" val="1417200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FA490950-8906-DF0F-17A7-C5A6633DEDD2}"/>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3.4 </a:t>
            </a:r>
            <a:r>
              <a:rPr lang="ru-RU" sz="4000" b="1" err="1">
                <a:solidFill>
                  <a:srgbClr val="FFFFFF"/>
                </a:solidFill>
                <a:latin typeface="Times New Roman"/>
                <a:cs typeface="Times New Roman"/>
              </a:rPr>
              <a:t>Padding</a:t>
            </a:r>
            <a:r>
              <a:rPr lang="ru-RU" sz="4000" b="1" dirty="0">
                <a:solidFill>
                  <a:srgbClr val="FFFFFF"/>
                </a:solidFill>
                <a:latin typeface="Times New Roman"/>
                <a:cs typeface="Times New Roman"/>
              </a:rPr>
              <a:t> Oracle </a:t>
            </a:r>
            <a:r>
              <a:rPr lang="ru-RU" sz="4000" b="1" err="1">
                <a:solidFill>
                  <a:srgbClr val="FFFFFF"/>
                </a:solidFill>
                <a:latin typeface="Times New Roman"/>
                <a:cs typeface="Times New Roman"/>
              </a:rPr>
              <a:t>Attack</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5E1FF55F-6E1D-E91D-0439-FD8AF3B76427}"/>
              </a:ext>
            </a:extLst>
          </p:cNvPr>
          <p:cNvSpPr>
            <a:spLocks noGrp="1"/>
          </p:cNvSpPr>
          <p:nvPr>
            <p:ph idx="1"/>
          </p:nvPr>
        </p:nvSpPr>
        <p:spPr>
          <a:xfrm>
            <a:off x="316523" y="1732084"/>
            <a:ext cx="11732646" cy="5125915"/>
          </a:xfrm>
        </p:spPr>
        <p:txBody>
          <a:bodyPr vert="horz" lIns="91440" tIns="45720" rIns="91440" bIns="45720" rtlCol="0" anchor="ctr">
            <a:noAutofit/>
          </a:bodyPr>
          <a:lstStyle/>
          <a:p>
            <a:pPr marL="0" indent="0">
              <a:buNone/>
            </a:pPr>
            <a:r>
              <a:rPr lang="ru-RU" sz="1600" dirty="0" err="1">
                <a:highlight>
                  <a:srgbClr val="FFFFFF"/>
                </a:highlight>
                <a:latin typeface="Times New Roman"/>
                <a:cs typeface="Times New Roman"/>
              </a:rPr>
              <a:t>Attack</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Mechanism</a:t>
            </a:r>
            <a:r>
              <a:rPr lang="ru-RU" sz="1600" dirty="0">
                <a:highlight>
                  <a:srgbClr val="FFFFFF"/>
                </a:highlight>
                <a:latin typeface="Times New Roman"/>
                <a:cs typeface="Times New Roman"/>
              </a:rPr>
              <a:t>:</a:t>
            </a:r>
            <a:endParaRPr lang="ru-RU" sz="1600" dirty="0">
              <a:latin typeface="Times New Roman"/>
              <a:cs typeface="Times New Roman"/>
            </a:endParaRPr>
          </a:p>
          <a:p>
            <a:r>
              <a:rPr lang="en-US" sz="1600" dirty="0">
                <a:highlight>
                  <a:srgbClr val="FFFFFF"/>
                </a:highlight>
                <a:latin typeface="Times New Roman"/>
                <a:cs typeface="Times New Roman"/>
              </a:rPr>
              <a:t>Adversary submits modified ciphertext to decryption oracle.</a:t>
            </a:r>
            <a:endParaRPr lang="ru-RU" sz="1600" dirty="0">
              <a:highlight>
                <a:srgbClr val="FFFFFF"/>
              </a:highlight>
              <a:latin typeface="Times New Roman"/>
              <a:cs typeface="Times New Roman"/>
            </a:endParaRPr>
          </a:p>
          <a:p>
            <a:r>
              <a:rPr lang="ru-RU" sz="1600" dirty="0">
                <a:highlight>
                  <a:srgbClr val="FFFFFF"/>
                </a:highlight>
                <a:latin typeface="Times New Roman"/>
                <a:cs typeface="Times New Roman"/>
              </a:rPr>
              <a:t>Oracle </a:t>
            </a:r>
            <a:r>
              <a:rPr lang="ru-RU" sz="1600" dirty="0" err="1">
                <a:highlight>
                  <a:srgbClr val="FFFFFF"/>
                </a:highlight>
                <a:latin typeface="Times New Roman"/>
                <a:cs typeface="Times New Roman"/>
              </a:rPr>
              <a:t>responds</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with</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valid</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padding</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or</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invalid</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padding</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or</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distinguishable</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error</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messages</a:t>
            </a:r>
            <a:r>
              <a:rPr lang="ru-RU" sz="1600" dirty="0">
                <a:highlight>
                  <a:srgbClr val="FFFFFF"/>
                </a:highlight>
                <a:latin typeface="Times New Roman"/>
                <a:cs typeface="Times New Roman"/>
              </a:rPr>
              <a:t>/</a:t>
            </a:r>
            <a:r>
              <a:rPr lang="ru-RU" sz="1600" dirty="0" err="1">
                <a:highlight>
                  <a:srgbClr val="FFFFFF"/>
                </a:highlight>
                <a:latin typeface="Times New Roman"/>
                <a:cs typeface="Times New Roman"/>
              </a:rPr>
              <a:t>timing</a:t>
            </a:r>
            <a:r>
              <a:rPr lang="ru-RU" sz="1600" dirty="0">
                <a:highlight>
                  <a:srgbClr val="FFFFFF"/>
                </a:highlight>
                <a:latin typeface="Times New Roman"/>
                <a:cs typeface="Times New Roman"/>
              </a:rPr>
              <a:t>).</a:t>
            </a:r>
          </a:p>
          <a:p>
            <a:r>
              <a:rPr lang="en-US" sz="1600" dirty="0">
                <a:highlight>
                  <a:srgbClr val="FFFFFF"/>
                </a:highlight>
                <a:latin typeface="Times New Roman"/>
                <a:cs typeface="Times New Roman"/>
              </a:rPr>
              <a:t>By systematically modifying ciphertext bytes and observing padding validity, the adversary deduces plaintext bytes one at a time.</a:t>
            </a:r>
            <a:endParaRPr lang="ru-RU" sz="1600" dirty="0">
              <a:highlight>
                <a:srgbClr val="FFFFFF"/>
              </a:highlight>
              <a:latin typeface="Times New Roman"/>
              <a:cs typeface="Times New Roman"/>
            </a:endParaRPr>
          </a:p>
          <a:p>
            <a:r>
              <a:rPr lang="ru-RU" sz="1600" dirty="0">
                <a:highlight>
                  <a:srgbClr val="FFFFFF"/>
                </a:highlight>
                <a:latin typeface="Times New Roman"/>
                <a:cs typeface="Times New Roman"/>
              </a:rPr>
              <a:t>For </a:t>
            </a:r>
            <a:r>
              <a:rPr lang="ru-RU" sz="1600" dirty="0" err="1">
                <a:highlight>
                  <a:srgbClr val="FFFFFF"/>
                </a:highlight>
                <a:latin typeface="Times New Roman"/>
                <a:cs typeface="Times New Roman"/>
              </a:rPr>
              <a:t>each</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byte</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at</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most</a:t>
            </a:r>
            <a:r>
              <a:rPr lang="ru-RU" sz="1600" dirty="0">
                <a:highlight>
                  <a:srgbClr val="FFFFFF"/>
                </a:highlight>
                <a:latin typeface="Times New Roman"/>
                <a:cs typeface="Times New Roman"/>
              </a:rPr>
              <a:t> 256 </a:t>
            </a:r>
            <a:r>
              <a:rPr lang="ru-RU" sz="1600" dirty="0" err="1">
                <a:highlight>
                  <a:srgbClr val="FFFFFF"/>
                </a:highlight>
                <a:latin typeface="Times New Roman"/>
                <a:cs typeface="Times New Roman"/>
              </a:rPr>
              <a:t>oracle</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queries</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are</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needed</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making</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the</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attack</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highly</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practical</a:t>
            </a:r>
            <a:r>
              <a:rPr lang="ru-RU" sz="1600" dirty="0">
                <a:highlight>
                  <a:srgbClr val="FFFFFF"/>
                </a:highlight>
                <a:latin typeface="Times New Roman"/>
                <a:cs typeface="Times New Roman"/>
              </a:rPr>
              <a:t>.</a:t>
            </a:r>
          </a:p>
          <a:p>
            <a:pPr marL="0" indent="0">
              <a:buNone/>
            </a:pPr>
            <a:r>
              <a:rPr lang="ru-RU" sz="1600" dirty="0" err="1">
                <a:highlight>
                  <a:srgbClr val="FFFFFF"/>
                </a:highlight>
                <a:latin typeface="Times New Roman"/>
                <a:cs typeface="Times New Roman"/>
              </a:rPr>
              <a:t>Mitigation</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Use</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authenticated</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encryption</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modes</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covered</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in</a:t>
            </a:r>
            <a:r>
              <a:rPr lang="ru-RU" sz="1600" dirty="0">
                <a:highlight>
                  <a:srgbClr val="FFFFFF"/>
                </a:highlight>
                <a:latin typeface="Times New Roman"/>
                <a:cs typeface="Times New Roman"/>
              </a:rPr>
              <a:t> Week 4) </a:t>
            </a:r>
            <a:r>
              <a:rPr lang="ru-RU" sz="1600" dirty="0" err="1">
                <a:highlight>
                  <a:srgbClr val="FFFFFF"/>
                </a:highlight>
                <a:latin typeface="Times New Roman"/>
                <a:cs typeface="Times New Roman"/>
              </a:rPr>
              <a:t>that</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detect</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tampering</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before</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decryption</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Never</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reveal</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padding</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validity</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through</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error</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messages</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exceptions</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or</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timing</a:t>
            </a:r>
            <a:r>
              <a:rPr lang="ru-RU" sz="1600" dirty="0">
                <a:highlight>
                  <a:srgbClr val="FFFFFF"/>
                </a:highlight>
                <a:latin typeface="Times New Roman"/>
                <a:cs typeface="Times New Roman"/>
              </a:rPr>
              <a:t> </a:t>
            </a:r>
            <a:r>
              <a:rPr lang="ru-RU" sz="1600" dirty="0" err="1">
                <a:highlight>
                  <a:srgbClr val="FFFFFF"/>
                </a:highlight>
                <a:latin typeface="Times New Roman"/>
                <a:cs typeface="Times New Roman"/>
              </a:rPr>
              <a:t>differences</a:t>
            </a:r>
            <a:r>
              <a:rPr lang="ru-RU" sz="1600" dirty="0">
                <a:highlight>
                  <a:srgbClr val="FFFFFF"/>
                </a:highlight>
                <a:latin typeface="Times New Roman"/>
                <a:cs typeface="Times New Roman"/>
              </a:rPr>
              <a:t>.</a:t>
            </a:r>
            <a:endParaRPr lang="en-US" sz="1600" dirty="0">
              <a:highlight>
                <a:srgbClr val="FFFFFF"/>
              </a:highlight>
              <a:latin typeface="Times New Roman"/>
              <a:cs typeface="Times New Roman"/>
            </a:endParaRPr>
          </a:p>
          <a:p>
            <a:pPr marL="0" indent="0">
              <a:buNone/>
            </a:pPr>
            <a:r>
              <a:rPr lang="ru-RU" sz="1600" dirty="0">
                <a:latin typeface="Times New Roman"/>
                <a:cs typeface="Times New Roman"/>
              </a:rPr>
              <a:t>Механизм </a:t>
            </a:r>
            <a:r>
              <a:rPr lang="ru-RU" sz="1600" dirty="0" err="1">
                <a:latin typeface="Times New Roman"/>
                <a:cs typeface="Times New Roman"/>
              </a:rPr>
              <a:t>атаки:Противник</a:t>
            </a:r>
            <a:r>
              <a:rPr lang="ru-RU" sz="1600" dirty="0">
                <a:latin typeface="Times New Roman"/>
                <a:cs typeface="Times New Roman"/>
              </a:rPr>
              <a:t> передает измененный зашифрованный текст оракулу для дешифрования.</a:t>
            </a:r>
            <a:endParaRPr lang="en-US" sz="1600" dirty="0">
              <a:latin typeface="Times New Roman"/>
              <a:cs typeface="Times New Roman"/>
            </a:endParaRPr>
          </a:p>
          <a:p>
            <a:pPr marL="0" indent="0">
              <a:buNone/>
            </a:pPr>
            <a:r>
              <a:rPr lang="ru-RU" sz="1600" dirty="0">
                <a:latin typeface="Times New Roman"/>
                <a:cs typeface="Times New Roman"/>
              </a:rPr>
              <a:t>Oracle отвечает «действительным заполнением» или «недопустимым заполнением» (или различимыми сообщениями об ошибках/временем).</a:t>
            </a:r>
            <a:endParaRPr lang="en-US" sz="1600" dirty="0">
              <a:latin typeface="Times New Roman"/>
              <a:cs typeface="Times New Roman"/>
            </a:endParaRPr>
          </a:p>
          <a:p>
            <a:pPr marL="0" indent="0">
              <a:buNone/>
            </a:pPr>
            <a:r>
              <a:rPr lang="ru-RU" sz="1600" dirty="0">
                <a:latin typeface="Times New Roman"/>
                <a:cs typeface="Times New Roman"/>
              </a:rPr>
              <a:t>Систематически изменяя байты зашифрованного текста и соблюдая действительность заполнения, злоумышленник выводит байты открытого текста по одному.</a:t>
            </a:r>
            <a:endParaRPr lang="en-US" sz="1600" dirty="0">
              <a:latin typeface="Times New Roman"/>
              <a:cs typeface="Times New Roman"/>
            </a:endParaRPr>
          </a:p>
          <a:p>
            <a:pPr marL="0" indent="0">
              <a:buNone/>
            </a:pPr>
            <a:r>
              <a:rPr lang="ru-RU" sz="1600" dirty="0">
                <a:latin typeface="Times New Roman"/>
                <a:cs typeface="Times New Roman"/>
              </a:rPr>
              <a:t>Для каждого байта требуется не более 256 запросов оракула, что делает атаку весьма практичной.</a:t>
            </a:r>
            <a:endParaRPr lang="en-US" sz="1600" dirty="0">
              <a:latin typeface="Times New Roman"/>
              <a:cs typeface="Times New Roman"/>
            </a:endParaRPr>
          </a:p>
          <a:p>
            <a:pPr marL="0" indent="0">
              <a:buNone/>
            </a:pPr>
            <a:r>
              <a:rPr lang="ru-RU" sz="1600" dirty="0">
                <a:latin typeface="Times New Roman"/>
                <a:cs typeface="Times New Roman"/>
              </a:rPr>
              <a:t>Смягчение: используйте режимы шифрования с аутентификацией (описанные на неделе 4), которые обнаруживают несанкционированное вмешательство перед расшифровкой. Никогда не раскрывайте допустимость заполнения через сообщения об ошибках, исключения или разницу во времени.</a:t>
            </a:r>
          </a:p>
          <a:p>
            <a:endParaRPr lang="ru-RU" sz="1600" dirty="0">
              <a:latin typeface="Times New Roman"/>
              <a:cs typeface="Times New Roman"/>
            </a:endParaRPr>
          </a:p>
        </p:txBody>
      </p:sp>
    </p:spTree>
    <p:extLst>
      <p:ext uri="{BB962C8B-B14F-4D97-AF65-F5344CB8AC3E}">
        <p14:creationId xmlns:p14="http://schemas.microsoft.com/office/powerpoint/2010/main" val="9208752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3EBA4FE6-26EE-55D3-92BA-7701B8D3B3A8}"/>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3.5 CBC Properties </a:t>
            </a:r>
            <a:r>
              <a:rPr lang="ru-RU" sz="4000" b="1" err="1">
                <a:solidFill>
                  <a:srgbClr val="FFFFFF"/>
                </a:solidFill>
                <a:latin typeface="Times New Roman"/>
                <a:cs typeface="Times New Roman"/>
              </a:rPr>
              <a:t>Summary</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C2C74370-3F27-6648-06A0-45B79A142684}"/>
              </a:ext>
            </a:extLst>
          </p:cNvPr>
          <p:cNvSpPr>
            <a:spLocks noGrp="1"/>
          </p:cNvSpPr>
          <p:nvPr>
            <p:ph idx="1"/>
          </p:nvPr>
        </p:nvSpPr>
        <p:spPr>
          <a:xfrm>
            <a:off x="147636" y="2419350"/>
            <a:ext cx="11896724" cy="3693912"/>
          </a:xfrm>
        </p:spPr>
        <p:txBody>
          <a:bodyPr vert="horz" lIns="91440" tIns="45720" rIns="91440" bIns="45720" rtlCol="0" anchor="ctr">
            <a:noAutofit/>
          </a:bodyPr>
          <a:lstStyle/>
          <a:p>
            <a:pPr marL="0" indent="0">
              <a:buNone/>
            </a:pPr>
            <a:r>
              <a:rPr lang="ru-RU" sz="1400" dirty="0" err="1">
                <a:highlight>
                  <a:srgbClr val="FFFFFF"/>
                </a:highlight>
                <a:latin typeface="Times New Roman"/>
                <a:cs typeface="Times New Roman"/>
              </a:rPr>
              <a:t>Advantages</a:t>
            </a:r>
            <a:r>
              <a:rPr lang="ru-RU" sz="1400" dirty="0">
                <a:highlight>
                  <a:srgbClr val="FFFFFF"/>
                </a:highlight>
                <a:latin typeface="Times New Roman"/>
                <a:cs typeface="Times New Roman"/>
              </a:rPr>
              <a:t>:</a:t>
            </a:r>
            <a:endParaRPr lang="ru-RU" sz="1400" dirty="0">
              <a:latin typeface="Times New Roman"/>
              <a:cs typeface="Times New Roman"/>
            </a:endParaRPr>
          </a:p>
          <a:p>
            <a:r>
              <a:rPr lang="ru-RU" sz="1400" dirty="0">
                <a:highlight>
                  <a:srgbClr val="FFFFFF"/>
                </a:highlight>
                <a:latin typeface="Times New Roman"/>
                <a:cs typeface="Times New Roman"/>
              </a:rPr>
              <a:t>IND-CPA Security: With </a:t>
            </a:r>
            <a:r>
              <a:rPr lang="ru-RU" sz="1400" dirty="0" err="1">
                <a:highlight>
                  <a:srgbClr val="FFFFFF"/>
                </a:highlight>
                <a:latin typeface="Times New Roman"/>
                <a:cs typeface="Times New Roman"/>
              </a:rPr>
              <a:t>proper</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random</a:t>
            </a:r>
            <a:r>
              <a:rPr lang="ru-RU" sz="1400" dirty="0">
                <a:highlight>
                  <a:srgbClr val="FFFFFF"/>
                </a:highlight>
                <a:latin typeface="Times New Roman"/>
                <a:cs typeface="Times New Roman"/>
              </a:rPr>
              <a:t> IV, CBC </a:t>
            </a:r>
            <a:r>
              <a:rPr lang="ru-RU" sz="1400" dirty="0" err="1">
                <a:highlight>
                  <a:srgbClr val="FFFFFF"/>
                </a:highlight>
                <a:latin typeface="Times New Roman"/>
                <a:cs typeface="Times New Roman"/>
              </a:rPr>
              <a:t>provides</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semantic</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security</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against</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chosen-plaintext</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attacks</a:t>
            </a:r>
            <a:r>
              <a:rPr lang="ru-RU" sz="1400" dirty="0">
                <a:highlight>
                  <a:srgbClr val="FFFFFF"/>
                </a:highlight>
                <a:latin typeface="Times New Roman"/>
                <a:cs typeface="Times New Roman"/>
              </a:rPr>
              <a:t>.</a:t>
            </a:r>
          </a:p>
          <a:p>
            <a:r>
              <a:rPr lang="en-US" sz="1400" dirty="0">
                <a:highlight>
                  <a:srgbClr val="FFFFFF"/>
                </a:highlight>
                <a:latin typeface="Times New Roman"/>
                <a:cs typeface="Times New Roman"/>
              </a:rPr>
              <a:t>No Pattern Leakage: Identical plaintext blocks produce different ciphertext blocks, eliminating ECB's structural revelation.</a:t>
            </a:r>
            <a:endParaRPr lang="ru-RU" sz="1400" dirty="0">
              <a:highlight>
                <a:srgbClr val="FFFFFF"/>
              </a:highlight>
              <a:latin typeface="Times New Roman"/>
              <a:cs typeface="Times New Roman"/>
            </a:endParaRPr>
          </a:p>
          <a:p>
            <a:r>
              <a:rPr lang="ru-RU" sz="1400" dirty="0" err="1">
                <a:highlight>
                  <a:srgbClr val="FFFFFF"/>
                </a:highlight>
                <a:latin typeface="Times New Roman"/>
                <a:cs typeface="Times New Roman"/>
              </a:rPr>
              <a:t>Widespread</a:t>
            </a:r>
            <a:r>
              <a:rPr lang="ru-RU" sz="1400" dirty="0">
                <a:highlight>
                  <a:srgbClr val="FFFFFF"/>
                </a:highlight>
                <a:latin typeface="Times New Roman"/>
                <a:cs typeface="Times New Roman"/>
              </a:rPr>
              <a:t> Support: </a:t>
            </a:r>
            <a:r>
              <a:rPr lang="ru-RU" sz="1400" dirty="0" err="1">
                <a:highlight>
                  <a:srgbClr val="FFFFFF"/>
                </a:highlight>
                <a:latin typeface="Times New Roman"/>
                <a:cs typeface="Times New Roman"/>
              </a:rPr>
              <a:t>Implemented</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in</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most</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cryptographic</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libraries</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and</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protocols</a:t>
            </a:r>
            <a:r>
              <a:rPr lang="ru-RU" sz="1400" dirty="0">
                <a:highlight>
                  <a:srgbClr val="FFFFFF"/>
                </a:highlight>
                <a:latin typeface="Times New Roman"/>
                <a:cs typeface="Times New Roman"/>
              </a:rPr>
              <a:t>.</a:t>
            </a:r>
          </a:p>
          <a:p>
            <a:pPr marL="0" indent="0">
              <a:buNone/>
            </a:pPr>
            <a:r>
              <a:rPr lang="ru-RU" sz="1400" dirty="0" err="1">
                <a:highlight>
                  <a:srgbClr val="FFFFFF"/>
                </a:highlight>
                <a:latin typeface="Times New Roman"/>
                <a:cs typeface="Times New Roman"/>
              </a:rPr>
              <a:t>Disadvantages</a:t>
            </a:r>
            <a:r>
              <a:rPr lang="ru-RU" sz="1400" dirty="0">
                <a:highlight>
                  <a:srgbClr val="FFFFFF"/>
                </a:highlight>
                <a:latin typeface="Times New Roman"/>
                <a:cs typeface="Times New Roman"/>
              </a:rPr>
              <a:t>:</a:t>
            </a:r>
            <a:endParaRPr lang="ru-RU" sz="1400" dirty="0"/>
          </a:p>
          <a:p>
            <a:r>
              <a:rPr lang="en-US" sz="1400" dirty="0">
                <a:highlight>
                  <a:srgbClr val="FFFFFF"/>
                </a:highlight>
                <a:latin typeface="Times New Roman"/>
                <a:cs typeface="Times New Roman"/>
              </a:rPr>
              <a:t>Sequential: Encryption cannot be parallelized (each block depends on the previous ciphertext). Decryption can be partially parallelized.</a:t>
            </a:r>
            <a:endParaRPr lang="ru-RU" sz="1400" dirty="0">
              <a:highlight>
                <a:srgbClr val="FFFFFF"/>
              </a:highlight>
              <a:latin typeface="Times New Roman"/>
              <a:cs typeface="Times New Roman"/>
            </a:endParaRPr>
          </a:p>
          <a:p>
            <a:r>
              <a:rPr lang="ru-RU" sz="1400" dirty="0" err="1">
                <a:highlight>
                  <a:srgbClr val="FFFFFF"/>
                </a:highlight>
                <a:latin typeface="Times New Roman"/>
                <a:cs typeface="Times New Roman"/>
              </a:rPr>
              <a:t>Padding</a:t>
            </a:r>
            <a:r>
              <a:rPr lang="ru-RU" sz="1400" dirty="0">
                <a:highlight>
                  <a:srgbClr val="FFFFFF"/>
                </a:highlight>
                <a:latin typeface="Times New Roman"/>
                <a:cs typeface="Times New Roman"/>
              </a:rPr>
              <a:t> Oracle </a:t>
            </a:r>
            <a:r>
              <a:rPr lang="ru-RU" sz="1400" dirty="0" err="1">
                <a:highlight>
                  <a:srgbClr val="FFFFFF"/>
                </a:highlight>
                <a:latin typeface="Times New Roman"/>
                <a:cs typeface="Times New Roman"/>
              </a:rPr>
              <a:t>Vulnerability</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Requires</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careful</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implementation</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to</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avoid</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timing</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or</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error</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leakage</a:t>
            </a:r>
            <a:r>
              <a:rPr lang="ru-RU" sz="1400" dirty="0">
                <a:highlight>
                  <a:srgbClr val="FFFFFF"/>
                </a:highlight>
                <a:latin typeface="Times New Roman"/>
                <a:cs typeface="Times New Roman"/>
              </a:rPr>
              <a:t>.</a:t>
            </a:r>
          </a:p>
          <a:p>
            <a:r>
              <a:rPr lang="ru-RU" sz="1400" dirty="0">
                <a:highlight>
                  <a:srgbClr val="FFFFFF"/>
                </a:highlight>
                <a:latin typeface="Times New Roman"/>
                <a:cs typeface="Times New Roman"/>
              </a:rPr>
              <a:t>IV Management: </a:t>
            </a:r>
            <a:r>
              <a:rPr lang="ru-RU" sz="1400" dirty="0" err="1">
                <a:highlight>
                  <a:srgbClr val="FFFFFF"/>
                </a:highlight>
                <a:latin typeface="Times New Roman"/>
                <a:cs typeface="Times New Roman"/>
              </a:rPr>
              <a:t>Requires</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cryptographically</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secure</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random</a:t>
            </a:r>
            <a:r>
              <a:rPr lang="ru-RU" sz="1400" dirty="0">
                <a:highlight>
                  <a:srgbClr val="FFFFFF"/>
                </a:highlight>
                <a:latin typeface="Times New Roman"/>
                <a:cs typeface="Times New Roman"/>
              </a:rPr>
              <a:t> IV </a:t>
            </a:r>
            <a:r>
              <a:rPr lang="ru-RU" sz="1400" dirty="0" err="1">
                <a:highlight>
                  <a:srgbClr val="FFFFFF"/>
                </a:highlight>
                <a:latin typeface="Times New Roman"/>
                <a:cs typeface="Times New Roman"/>
              </a:rPr>
              <a:t>generation</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for</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every</a:t>
            </a:r>
            <a:r>
              <a:rPr lang="ru-RU" sz="1400" dirty="0">
                <a:highlight>
                  <a:srgbClr val="FFFFFF"/>
                </a:highlight>
                <a:latin typeface="Times New Roman"/>
                <a:cs typeface="Times New Roman"/>
              </a:rPr>
              <a:t> </a:t>
            </a:r>
            <a:r>
              <a:rPr lang="ru-RU" sz="1400" dirty="0" err="1">
                <a:highlight>
                  <a:srgbClr val="FFFFFF"/>
                </a:highlight>
                <a:latin typeface="Times New Roman"/>
                <a:cs typeface="Times New Roman"/>
              </a:rPr>
              <a:t>message</a:t>
            </a:r>
            <a:r>
              <a:rPr lang="ru-RU" sz="1400" dirty="0">
                <a:highlight>
                  <a:srgbClr val="FFFFFF"/>
                </a:highlight>
                <a:latin typeface="Times New Roman"/>
                <a:cs typeface="Times New Roman"/>
              </a:rPr>
              <a:t>.</a:t>
            </a:r>
          </a:p>
          <a:p>
            <a:r>
              <a:rPr lang="en-US" sz="1400" dirty="0">
                <a:highlight>
                  <a:srgbClr val="FFFFFF"/>
                </a:highlight>
                <a:latin typeface="Times New Roman"/>
                <a:cs typeface="Times New Roman"/>
              </a:rPr>
              <a:t>No Integrity: CBC provides only confidentiality, not authentication. An adversary can flip ciphertext bits to modify plaintext predictably.</a:t>
            </a:r>
            <a:endParaRPr lang="ru-RU" sz="1400" dirty="0">
              <a:highlight>
                <a:srgbClr val="FFFFFF"/>
              </a:highlight>
              <a:latin typeface="Times New Roman"/>
              <a:cs typeface="Times New Roman"/>
            </a:endParaRPr>
          </a:p>
          <a:p>
            <a:pPr marL="0" indent="0">
              <a:buNone/>
            </a:pPr>
            <a:r>
              <a:rPr lang="ru-RU" sz="1400" dirty="0">
                <a:latin typeface="Times New Roman"/>
                <a:cs typeface="Times New Roman"/>
              </a:rPr>
              <a:t>Преимущества:</a:t>
            </a:r>
          </a:p>
          <a:p>
            <a:pPr marL="0" indent="0">
              <a:buNone/>
            </a:pPr>
            <a:r>
              <a:rPr lang="ru-RU" sz="1400" dirty="0">
                <a:latin typeface="Times New Roman"/>
                <a:cs typeface="Times New Roman"/>
              </a:rPr>
              <a:t>Безопасность IND-CPA: при правильном случайном IV CBC обеспечивает семантическую безопасность от атак с использованием выбранного открытого текста.</a:t>
            </a:r>
          </a:p>
          <a:p>
            <a:pPr marL="0" indent="0">
              <a:buNone/>
            </a:pPr>
            <a:r>
              <a:rPr lang="ru-RU" sz="1400" dirty="0">
                <a:latin typeface="Times New Roman"/>
                <a:cs typeface="Times New Roman"/>
              </a:rPr>
              <a:t>Отсутствие утечки шаблонов: идентичные блоки открытого текста создают разные блоки зашифрованного текста, устраняя структурное раскрытие ЕЦБ.</a:t>
            </a:r>
          </a:p>
          <a:p>
            <a:pPr marL="0" indent="0">
              <a:buNone/>
            </a:pPr>
            <a:r>
              <a:rPr lang="ru-RU" sz="1400" dirty="0">
                <a:latin typeface="Times New Roman"/>
                <a:cs typeface="Times New Roman"/>
              </a:rPr>
              <a:t>Широкая поддержка: реализована в большинстве криптографических библиотек и протоколов.</a:t>
            </a:r>
          </a:p>
          <a:p>
            <a:pPr marL="0" indent="0">
              <a:buNone/>
            </a:pPr>
            <a:r>
              <a:rPr lang="ru-RU" sz="1400" dirty="0">
                <a:latin typeface="Times New Roman"/>
                <a:cs typeface="Times New Roman"/>
              </a:rPr>
              <a:t>Недостатки:</a:t>
            </a:r>
          </a:p>
          <a:p>
            <a:pPr marL="0" indent="0">
              <a:buNone/>
            </a:pPr>
            <a:r>
              <a:rPr lang="ru-RU" sz="1400" dirty="0">
                <a:latin typeface="Times New Roman"/>
                <a:cs typeface="Times New Roman"/>
              </a:rPr>
              <a:t>Последовательное: шифрование не может быть распараллелено (каждый блок зависит от предыдущего зашифрованного текста). Расшифровка может быть частично распараллелена.</a:t>
            </a:r>
          </a:p>
          <a:p>
            <a:pPr marL="0" indent="0">
              <a:buNone/>
            </a:pPr>
            <a:r>
              <a:rPr lang="ru-RU" sz="1400" dirty="0">
                <a:latin typeface="Times New Roman"/>
                <a:cs typeface="Times New Roman"/>
              </a:rPr>
              <a:t>Заполнение уязвимости Oracle: требует тщательной реализации, чтобы избежать утечки времени или ошибок.</a:t>
            </a:r>
          </a:p>
          <a:p>
            <a:pPr marL="0" indent="0">
              <a:buNone/>
            </a:pPr>
            <a:r>
              <a:rPr lang="ru-RU" sz="1400" dirty="0">
                <a:latin typeface="Times New Roman"/>
                <a:cs typeface="Times New Roman"/>
              </a:rPr>
              <a:t>Управление IV: требуется криптографически безопасное случайное генерирование IV для каждого сообщения.</a:t>
            </a:r>
          </a:p>
          <a:p>
            <a:pPr marL="0" indent="0">
              <a:buNone/>
            </a:pPr>
            <a:r>
              <a:rPr lang="ru-RU" sz="1400" dirty="0">
                <a:latin typeface="Times New Roman"/>
                <a:cs typeface="Times New Roman"/>
              </a:rPr>
              <a:t>Нет целостности: CBC обеспечивает только конфиденциальность, а не аутентификацию. Злоумышленник может перевернуть биты зашифрованного текста, чтобы предсказуемо изменить открытый текст.</a:t>
            </a:r>
          </a:p>
        </p:txBody>
      </p:sp>
    </p:spTree>
    <p:extLst>
      <p:ext uri="{BB962C8B-B14F-4D97-AF65-F5344CB8AC3E}">
        <p14:creationId xmlns:p14="http://schemas.microsoft.com/office/powerpoint/2010/main" val="285601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3CD418-D8A7-55A6-B611-A9A94FA031BC}"/>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98D9592-EEE6-A30A-55CE-54D1718A3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DFF8F18-1AD1-8878-1B07-2C8F0EDFD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CD2A8C7-CBF0-2E16-DA65-D8D560427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FD1A41E-8D4E-07C0-9D76-FB27CDD05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65C35329-0C51-97CE-8D5D-F5741F8CB1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F846FF07-8139-5746-5574-1845E5992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a:extLst>
              <a:ext uri="{FF2B5EF4-FFF2-40B4-BE49-F238E27FC236}">
                <a16:creationId xmlns:a16="http://schemas.microsoft.com/office/drawing/2014/main" id="{11E03448-BC8D-6FA6-F300-70100AFBA757}"/>
              </a:ext>
            </a:extLst>
          </p:cNvPr>
          <p:cNvSpPr>
            <a:spLocks noGrp="1"/>
          </p:cNvSpPr>
          <p:nvPr>
            <p:ph type="title"/>
          </p:nvPr>
        </p:nvSpPr>
        <p:spPr>
          <a:xfrm>
            <a:off x="826396" y="586855"/>
            <a:ext cx="4230100" cy="3387497"/>
          </a:xfrm>
        </p:spPr>
        <p:txBody>
          <a:bodyPr anchor="b">
            <a:normAutofit/>
          </a:bodyPr>
          <a:lstStyle/>
          <a:p>
            <a:pPr algn="r"/>
            <a:r>
              <a:rPr lang="ru-RU" sz="4000" b="1" dirty="0">
                <a:solidFill>
                  <a:schemeClr val="bg1"/>
                </a:solidFill>
                <a:latin typeface="Times New Roman"/>
                <a:cs typeface="Times New Roman"/>
              </a:rPr>
              <a:t>4.Counter (CTR) Mode</a:t>
            </a:r>
          </a:p>
        </p:txBody>
      </p:sp>
      <p:sp>
        <p:nvSpPr>
          <p:cNvPr id="17" name="Объект 2">
            <a:extLst>
              <a:ext uri="{FF2B5EF4-FFF2-40B4-BE49-F238E27FC236}">
                <a16:creationId xmlns:a16="http://schemas.microsoft.com/office/drawing/2014/main" id="{7D95B3DE-41DE-2ED7-569E-D86C94D2F709}"/>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b="1" dirty="0">
                <a:latin typeface="Times New Roman"/>
                <a:cs typeface="Times New Roman"/>
              </a:rPr>
              <a:t>4.1 CTR </a:t>
            </a:r>
            <a:r>
              <a:rPr lang="ru-RU" sz="2000" b="1" dirty="0" err="1">
                <a:latin typeface="Times New Roman"/>
                <a:cs typeface="Times New Roman"/>
              </a:rPr>
              <a:t>Encryption</a:t>
            </a:r>
            <a:r>
              <a:rPr lang="ru-RU" sz="2000" b="1" dirty="0">
                <a:latin typeface="Times New Roman"/>
                <a:cs typeface="Times New Roman"/>
              </a:rPr>
              <a:t> </a:t>
            </a:r>
            <a:r>
              <a:rPr lang="ru-RU" sz="2000" b="1" dirty="0" err="1">
                <a:latin typeface="Times New Roman"/>
                <a:cs typeface="Times New Roman"/>
              </a:rPr>
              <a:t>and</a:t>
            </a:r>
            <a:r>
              <a:rPr lang="ru-RU" sz="2000" b="1" dirty="0">
                <a:latin typeface="Times New Roman"/>
                <a:cs typeface="Times New Roman"/>
              </a:rPr>
              <a:t> </a:t>
            </a:r>
            <a:r>
              <a:rPr lang="ru-RU" sz="2000" b="1" dirty="0" err="1">
                <a:latin typeface="Times New Roman"/>
                <a:cs typeface="Times New Roman"/>
              </a:rPr>
              <a:t>Decryption</a:t>
            </a:r>
            <a:endParaRPr lang="ru-RU" sz="2000" b="1" dirty="0">
              <a:latin typeface="Times New Roman"/>
              <a:cs typeface="Times New Roman"/>
            </a:endParaRPr>
          </a:p>
          <a:p>
            <a:r>
              <a:rPr lang="ru-RU" sz="2000" b="1" dirty="0">
                <a:highlight>
                  <a:srgbClr val="FFFFFF"/>
                </a:highlight>
                <a:latin typeface="Times New Roman"/>
                <a:cs typeface="Times New Roman"/>
              </a:rPr>
              <a:t>4.2 </a:t>
            </a:r>
            <a:r>
              <a:rPr lang="ru-RU" sz="2000" b="1" dirty="0" err="1">
                <a:highlight>
                  <a:srgbClr val="FFFFFF"/>
                </a:highlight>
                <a:latin typeface="Times New Roman"/>
                <a:cs typeface="Times New Roman"/>
              </a:rPr>
              <a:t>Nonce</a:t>
            </a:r>
            <a:r>
              <a:rPr lang="ru-RU" sz="2000" b="1" dirty="0">
                <a:highlight>
                  <a:srgbClr val="FFFFFF"/>
                </a:highlight>
                <a:latin typeface="Times New Roman"/>
                <a:cs typeface="Times New Roman"/>
              </a:rPr>
              <a:t> </a:t>
            </a:r>
            <a:r>
              <a:rPr lang="ru-RU" sz="2000" b="1" dirty="0" err="1">
                <a:highlight>
                  <a:srgbClr val="FFFFFF"/>
                </a:highlight>
                <a:latin typeface="Times New Roman"/>
                <a:cs typeface="Times New Roman"/>
              </a:rPr>
              <a:t>Requirements</a:t>
            </a:r>
            <a:r>
              <a:rPr lang="ru-RU" sz="2000" b="1" dirty="0">
                <a:highlight>
                  <a:srgbClr val="FFFFFF"/>
                </a:highlight>
                <a:latin typeface="Times New Roman"/>
                <a:cs typeface="Times New Roman"/>
              </a:rPr>
              <a:t> </a:t>
            </a:r>
            <a:r>
              <a:rPr lang="ru-RU" sz="2000" b="1" dirty="0" err="1">
                <a:highlight>
                  <a:srgbClr val="FFFFFF"/>
                </a:highlight>
                <a:latin typeface="Times New Roman"/>
                <a:cs typeface="Times New Roman"/>
              </a:rPr>
              <a:t>and</a:t>
            </a:r>
            <a:r>
              <a:rPr lang="ru-RU" sz="2000" b="1" dirty="0">
                <a:highlight>
                  <a:srgbClr val="FFFFFF"/>
                </a:highlight>
                <a:latin typeface="Times New Roman"/>
                <a:cs typeface="Times New Roman"/>
              </a:rPr>
              <a:t> Security</a:t>
            </a:r>
          </a:p>
          <a:p>
            <a:r>
              <a:rPr lang="ru-RU" sz="2000" b="1" dirty="0">
                <a:highlight>
                  <a:srgbClr val="FFFFFF"/>
                </a:highlight>
                <a:latin typeface="Times New Roman"/>
                <a:cs typeface="Times New Roman"/>
              </a:rPr>
              <a:t>4.3 </a:t>
            </a:r>
            <a:r>
              <a:rPr lang="ru-RU" sz="2000" b="1" dirty="0" err="1">
                <a:highlight>
                  <a:srgbClr val="FFFFFF"/>
                </a:highlight>
                <a:latin typeface="Times New Roman"/>
                <a:cs typeface="Times New Roman"/>
              </a:rPr>
              <a:t>Advantages</a:t>
            </a:r>
            <a:r>
              <a:rPr lang="ru-RU" sz="2000" b="1" dirty="0">
                <a:highlight>
                  <a:srgbClr val="FFFFFF"/>
                </a:highlight>
                <a:latin typeface="Times New Roman"/>
                <a:cs typeface="Times New Roman"/>
              </a:rPr>
              <a:t> </a:t>
            </a:r>
            <a:r>
              <a:rPr lang="ru-RU" sz="2000" b="1" dirty="0" err="1">
                <a:highlight>
                  <a:srgbClr val="FFFFFF"/>
                </a:highlight>
                <a:latin typeface="Times New Roman"/>
                <a:cs typeface="Times New Roman"/>
              </a:rPr>
              <a:t>of</a:t>
            </a:r>
            <a:r>
              <a:rPr lang="ru-RU" sz="2000" b="1" dirty="0">
                <a:highlight>
                  <a:srgbClr val="FFFFFF"/>
                </a:highlight>
                <a:latin typeface="Times New Roman"/>
                <a:cs typeface="Times New Roman"/>
              </a:rPr>
              <a:t> CTR Mode</a:t>
            </a:r>
          </a:p>
          <a:p>
            <a:r>
              <a:rPr lang="ru-RU" sz="2000" b="1" dirty="0">
                <a:highlight>
                  <a:srgbClr val="FFFFFF"/>
                </a:highlight>
                <a:latin typeface="Times New Roman"/>
                <a:cs typeface="Times New Roman"/>
              </a:rPr>
              <a:t>4.4 </a:t>
            </a:r>
            <a:r>
              <a:rPr lang="ru-RU" sz="2000" b="1" dirty="0" err="1">
                <a:highlight>
                  <a:srgbClr val="FFFFFF"/>
                </a:highlight>
                <a:latin typeface="Times New Roman"/>
                <a:cs typeface="Times New Roman"/>
              </a:rPr>
              <a:t>Disadvantages</a:t>
            </a:r>
            <a:r>
              <a:rPr lang="ru-RU" sz="2000" b="1" dirty="0">
                <a:highlight>
                  <a:srgbClr val="FFFFFF"/>
                </a:highlight>
                <a:latin typeface="Times New Roman"/>
                <a:cs typeface="Times New Roman"/>
              </a:rPr>
              <a:t> </a:t>
            </a:r>
            <a:r>
              <a:rPr lang="ru-RU" sz="2000" b="1" dirty="0" err="1">
                <a:highlight>
                  <a:srgbClr val="FFFFFF"/>
                </a:highlight>
                <a:latin typeface="Times New Roman"/>
                <a:cs typeface="Times New Roman"/>
              </a:rPr>
              <a:t>and</a:t>
            </a:r>
            <a:r>
              <a:rPr lang="ru-RU" sz="2000" b="1" dirty="0">
                <a:highlight>
                  <a:srgbClr val="FFFFFF"/>
                </a:highlight>
                <a:latin typeface="Times New Roman"/>
                <a:cs typeface="Times New Roman"/>
              </a:rPr>
              <a:t> </a:t>
            </a:r>
            <a:r>
              <a:rPr lang="ru-RU" sz="2000" b="1" dirty="0" err="1">
                <a:highlight>
                  <a:srgbClr val="FFFFFF"/>
                </a:highlight>
                <a:latin typeface="Times New Roman"/>
                <a:cs typeface="Times New Roman"/>
              </a:rPr>
              <a:t>Caveats</a:t>
            </a:r>
            <a:endParaRPr lang="ru-RU" sz="2000" b="1" dirty="0">
              <a:highlight>
                <a:srgbClr val="FFFFFF"/>
              </a:highlight>
              <a:latin typeface="Times New Roman"/>
              <a:cs typeface="Times New Roman"/>
            </a:endParaRPr>
          </a:p>
        </p:txBody>
      </p:sp>
    </p:spTree>
    <p:extLst>
      <p:ext uri="{BB962C8B-B14F-4D97-AF65-F5344CB8AC3E}">
        <p14:creationId xmlns:p14="http://schemas.microsoft.com/office/powerpoint/2010/main" val="5526503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2D43B34F-E552-D7CE-61D1-A9C3AD096E03}"/>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4. Counter (CTR) Mode</a:t>
            </a:r>
          </a:p>
        </p:txBody>
      </p:sp>
      <p:sp>
        <p:nvSpPr>
          <p:cNvPr id="3" name="Объект 2">
            <a:extLst>
              <a:ext uri="{FF2B5EF4-FFF2-40B4-BE49-F238E27FC236}">
                <a16:creationId xmlns:a16="http://schemas.microsoft.com/office/drawing/2014/main" id="{86D20254-372F-43E0-E7DA-31D4ACE1AD27}"/>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dirty="0">
                <a:highlight>
                  <a:srgbClr val="FFFFFF"/>
                </a:highlight>
                <a:latin typeface="Times New Roman"/>
                <a:cs typeface="Times New Roman"/>
              </a:rPr>
              <a:t>Counter (CTR) </a:t>
            </a:r>
            <a:r>
              <a:rPr lang="ru-RU" sz="2000" dirty="0" err="1">
                <a:highlight>
                  <a:srgbClr val="FFFFFF"/>
                </a:highlight>
                <a:latin typeface="Times New Roman"/>
                <a:cs typeface="Times New Roman"/>
              </a:rPr>
              <a:t>mode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transforms</a:t>
            </a:r>
            <a:r>
              <a:rPr lang="ru-RU" sz="2000" dirty="0">
                <a:highlight>
                  <a:srgbClr val="FFFFFF"/>
                </a:highlight>
                <a:latin typeface="Times New Roman"/>
                <a:cs typeface="Times New Roman"/>
              </a:rPr>
              <a:t> a </a:t>
            </a:r>
            <a:r>
              <a:rPr lang="ru-RU" sz="2000" dirty="0" err="1">
                <a:highlight>
                  <a:srgbClr val="FFFFFF"/>
                </a:highlight>
                <a:latin typeface="Times New Roman"/>
                <a:cs typeface="Times New Roman"/>
              </a:rPr>
              <a:t>block</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cipher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into</a:t>
            </a:r>
            <a:r>
              <a:rPr lang="ru-RU" sz="2000" dirty="0">
                <a:highlight>
                  <a:srgbClr val="FFFFFF"/>
                </a:highlight>
                <a:latin typeface="Times New Roman"/>
                <a:cs typeface="Times New Roman"/>
              </a:rPr>
              <a:t> a </a:t>
            </a:r>
            <a:r>
              <a:rPr lang="ru-RU" sz="2000" dirty="0" err="1">
                <a:highlight>
                  <a:srgbClr val="FFFFFF"/>
                </a:highlight>
                <a:latin typeface="Times New Roman"/>
                <a:cs typeface="Times New Roman"/>
              </a:rPr>
              <a:t>stream</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cipher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enabling</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parallelizable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encryption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with</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strong</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security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guarantees</a:t>
            </a:r>
            <a:r>
              <a:rPr lang="ru-RU" sz="2000" dirty="0">
                <a:highlight>
                  <a:srgbClr val="FFFFFF"/>
                </a:highlight>
                <a:latin typeface="Times New Roman"/>
                <a:cs typeface="Times New Roman"/>
              </a:rPr>
              <a:t>. CTR </a:t>
            </a:r>
            <a:r>
              <a:rPr lang="ru-RU" sz="2000" dirty="0" err="1">
                <a:highlight>
                  <a:srgbClr val="FFFFFF"/>
                </a:highlight>
                <a:latin typeface="Times New Roman"/>
                <a:cs typeface="Times New Roman"/>
              </a:rPr>
              <a:t>has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become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preferred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mode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for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high-performance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applications</a:t>
            </a:r>
            <a:r>
              <a:rPr lang="ru-RU" sz="2000" dirty="0">
                <a:highlight>
                  <a:srgbClr val="FFFFFF"/>
                </a:highlight>
                <a:latin typeface="Times New Roman"/>
                <a:cs typeface="Times New Roman"/>
              </a:rPr>
              <a:t>.</a:t>
            </a:r>
            <a:endParaRPr lang="ru-RU" dirty="0">
              <a:latin typeface="Times New Roman"/>
              <a:cs typeface="Times New Roman"/>
            </a:endParaRPr>
          </a:p>
        </p:txBody>
      </p:sp>
    </p:spTree>
    <p:extLst>
      <p:ext uri="{BB962C8B-B14F-4D97-AF65-F5344CB8AC3E}">
        <p14:creationId xmlns:p14="http://schemas.microsoft.com/office/powerpoint/2010/main" val="13627896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53C316A1-003E-2C1B-A40F-15178B44F42E}"/>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Arial"/>
              </a:rPr>
              <a:t>4.1 CTR </a:t>
            </a:r>
            <a:r>
              <a:rPr lang="ru-RU" sz="4000" b="1" err="1">
                <a:solidFill>
                  <a:srgbClr val="FFFFFF"/>
                </a:solidFill>
                <a:latin typeface="Times New Roman"/>
                <a:cs typeface="Arial"/>
              </a:rPr>
              <a:t>Encryption</a:t>
            </a:r>
            <a:r>
              <a:rPr lang="ru-RU" sz="4000" b="1" dirty="0">
                <a:solidFill>
                  <a:srgbClr val="FFFFFF"/>
                </a:solidFill>
                <a:latin typeface="Times New Roman"/>
                <a:cs typeface="Arial"/>
              </a:rPr>
              <a:t> </a:t>
            </a:r>
            <a:r>
              <a:rPr lang="ru-RU" sz="4000" b="1" err="1">
                <a:solidFill>
                  <a:srgbClr val="FFFFFF"/>
                </a:solidFill>
                <a:latin typeface="Times New Roman"/>
                <a:cs typeface="Arial"/>
              </a:rPr>
              <a:t>and</a:t>
            </a:r>
            <a:r>
              <a:rPr lang="ru-RU" sz="4000" b="1" dirty="0">
                <a:solidFill>
                  <a:srgbClr val="FFFFFF"/>
                </a:solidFill>
                <a:latin typeface="Times New Roman"/>
                <a:cs typeface="Arial"/>
              </a:rPr>
              <a:t> </a:t>
            </a:r>
            <a:r>
              <a:rPr lang="ru-RU" sz="4000" b="1" err="1">
                <a:solidFill>
                  <a:srgbClr val="FFFFFF"/>
                </a:solidFill>
                <a:latin typeface="Times New Roman"/>
                <a:cs typeface="Arial"/>
              </a:rPr>
              <a:t>Decryption</a:t>
            </a:r>
            <a:endParaRPr lang="ru-RU" sz="4000" b="1">
              <a:solidFill>
                <a:srgbClr val="FFFFFF"/>
              </a:solidFill>
              <a:latin typeface="Times New Roman"/>
              <a:cs typeface="Arial"/>
            </a:endParaRPr>
          </a:p>
        </p:txBody>
      </p:sp>
      <p:sp>
        <p:nvSpPr>
          <p:cNvPr id="3" name="Объект 2">
            <a:extLst>
              <a:ext uri="{FF2B5EF4-FFF2-40B4-BE49-F238E27FC236}">
                <a16:creationId xmlns:a16="http://schemas.microsoft.com/office/drawing/2014/main" id="{8AB7324F-E865-0E62-1258-A27D336B44F1}"/>
              </a:ext>
            </a:extLst>
          </p:cNvPr>
          <p:cNvSpPr>
            <a:spLocks noGrp="1"/>
          </p:cNvSpPr>
          <p:nvPr>
            <p:ph idx="1"/>
          </p:nvPr>
        </p:nvSpPr>
        <p:spPr>
          <a:xfrm>
            <a:off x="1371599" y="2318197"/>
            <a:ext cx="9724031" cy="3683358"/>
          </a:xfrm>
        </p:spPr>
        <p:txBody>
          <a:bodyPr vert="horz" lIns="91440" tIns="45720" rIns="91440" bIns="45720" rtlCol="0" anchor="ctr">
            <a:noAutofit/>
          </a:bodyPr>
          <a:lstStyle/>
          <a:p>
            <a:pPr marL="0" indent="0">
              <a:buNone/>
            </a:pPr>
            <a:r>
              <a:rPr lang="ru-RU" sz="2000" b="1" dirty="0">
                <a:highlight>
                  <a:srgbClr val="FFFFFF"/>
                </a:highlight>
                <a:latin typeface="Times New Roman"/>
                <a:cs typeface="Arial"/>
              </a:rPr>
              <a:t>Definition 4.1 (CTR Mode): </a:t>
            </a:r>
            <a:r>
              <a:rPr lang="ru-RU" sz="2000" dirty="0">
                <a:highlight>
                  <a:srgbClr val="FFFFFF"/>
                </a:highlight>
                <a:latin typeface="Times New Roman"/>
                <a:cs typeface="Arial"/>
              </a:rPr>
              <a:t>CTR </a:t>
            </a:r>
            <a:r>
              <a:rPr lang="ru-RU" sz="2000" dirty="0" err="1">
                <a:highlight>
                  <a:srgbClr val="FFFFFF"/>
                </a:highlight>
                <a:latin typeface="Times New Roman"/>
                <a:cs typeface="Arial"/>
              </a:rPr>
              <a:t>mode</a:t>
            </a:r>
            <a:r>
              <a:rPr lang="ru-RU" sz="2000" dirty="0">
                <a:highlight>
                  <a:srgbClr val="FFFFFF"/>
                </a:highlight>
                <a:latin typeface="Times New Roman"/>
                <a:cs typeface="Arial"/>
              </a:rPr>
              <a:t> </a:t>
            </a:r>
            <a:r>
              <a:rPr lang="ru-RU" sz="2000" dirty="0" err="1">
                <a:highlight>
                  <a:srgbClr val="FFFFFF"/>
                </a:highlight>
                <a:latin typeface="Times New Roman"/>
                <a:cs typeface="Arial"/>
              </a:rPr>
              <a:t>generates</a:t>
            </a:r>
            <a:r>
              <a:rPr lang="ru-RU" sz="2000" dirty="0">
                <a:highlight>
                  <a:srgbClr val="FFFFFF"/>
                </a:highlight>
                <a:latin typeface="Times New Roman"/>
                <a:cs typeface="Arial"/>
              </a:rPr>
              <a:t> a </a:t>
            </a:r>
            <a:r>
              <a:rPr lang="ru-RU" sz="2000" dirty="0" err="1">
                <a:highlight>
                  <a:srgbClr val="FFFFFF"/>
                </a:highlight>
                <a:latin typeface="Times New Roman"/>
                <a:cs typeface="Arial"/>
              </a:rPr>
              <a:t>keystream</a:t>
            </a:r>
            <a:r>
              <a:rPr lang="ru-RU" sz="2000" dirty="0">
                <a:highlight>
                  <a:srgbClr val="FFFFFF"/>
                </a:highlight>
                <a:latin typeface="Times New Roman"/>
                <a:cs typeface="Arial"/>
              </a:rPr>
              <a:t> </a:t>
            </a:r>
            <a:r>
              <a:rPr lang="ru-RU" sz="2000" dirty="0" err="1">
                <a:highlight>
                  <a:srgbClr val="FFFFFF"/>
                </a:highlight>
                <a:latin typeface="Times New Roman"/>
                <a:cs typeface="Arial"/>
              </a:rPr>
              <a:t>by</a:t>
            </a:r>
            <a:r>
              <a:rPr lang="ru-RU" sz="2000" dirty="0">
                <a:highlight>
                  <a:srgbClr val="FFFFFF"/>
                </a:highlight>
                <a:latin typeface="Times New Roman"/>
                <a:cs typeface="Arial"/>
              </a:rPr>
              <a:t> </a:t>
            </a:r>
            <a:r>
              <a:rPr lang="ru-RU" sz="2000" dirty="0" err="1">
                <a:highlight>
                  <a:srgbClr val="FFFFFF"/>
                </a:highlight>
                <a:latin typeface="Times New Roman"/>
                <a:cs typeface="Arial"/>
              </a:rPr>
              <a:t>encrypting</a:t>
            </a:r>
            <a:r>
              <a:rPr lang="ru-RU" sz="2000" dirty="0">
                <a:highlight>
                  <a:srgbClr val="FFFFFF"/>
                </a:highlight>
                <a:latin typeface="Times New Roman"/>
                <a:cs typeface="Arial"/>
              </a:rPr>
              <a:t> </a:t>
            </a:r>
            <a:r>
              <a:rPr lang="ru-RU" sz="2000" dirty="0" err="1">
                <a:highlight>
                  <a:srgbClr val="FFFFFF"/>
                </a:highlight>
                <a:latin typeface="Times New Roman"/>
                <a:cs typeface="Arial"/>
              </a:rPr>
              <a:t>successive</a:t>
            </a:r>
            <a:r>
              <a:rPr lang="ru-RU" sz="2000" dirty="0">
                <a:highlight>
                  <a:srgbClr val="FFFFFF"/>
                </a:highlight>
                <a:latin typeface="Times New Roman"/>
                <a:cs typeface="Arial"/>
              </a:rPr>
              <a:t> </a:t>
            </a:r>
            <a:r>
              <a:rPr lang="ru-RU" sz="2000" dirty="0" err="1">
                <a:highlight>
                  <a:srgbClr val="FFFFFF"/>
                </a:highlight>
                <a:latin typeface="Times New Roman"/>
                <a:cs typeface="Arial"/>
              </a:rPr>
              <a:t>counter</a:t>
            </a:r>
            <a:r>
              <a:rPr lang="ru-RU" sz="2000" dirty="0">
                <a:highlight>
                  <a:srgbClr val="FFFFFF"/>
                </a:highlight>
                <a:latin typeface="Times New Roman"/>
                <a:cs typeface="Arial"/>
              </a:rPr>
              <a:t> </a:t>
            </a:r>
            <a:r>
              <a:rPr lang="ru-RU" sz="2000" dirty="0" err="1">
                <a:highlight>
                  <a:srgbClr val="FFFFFF"/>
                </a:highlight>
                <a:latin typeface="Times New Roman"/>
                <a:cs typeface="Arial"/>
              </a:rPr>
              <a:t>values</a:t>
            </a:r>
            <a:r>
              <a:rPr lang="ru-RU" sz="2000" dirty="0">
                <a:highlight>
                  <a:srgbClr val="FFFFFF"/>
                </a:highlight>
                <a:latin typeface="Times New Roman"/>
                <a:cs typeface="Arial"/>
              </a:rPr>
              <a:t>, </a:t>
            </a:r>
            <a:r>
              <a:rPr lang="ru-RU" sz="2000" dirty="0" err="1">
                <a:highlight>
                  <a:srgbClr val="FFFFFF"/>
                </a:highlight>
                <a:latin typeface="Times New Roman"/>
                <a:cs typeface="Arial"/>
              </a:rPr>
              <a:t>then</a:t>
            </a:r>
            <a:r>
              <a:rPr lang="ru-RU" sz="2000" dirty="0">
                <a:highlight>
                  <a:srgbClr val="FFFFFF"/>
                </a:highlight>
                <a:latin typeface="Times New Roman"/>
                <a:cs typeface="Arial"/>
              </a:rPr>
              <a:t> </a:t>
            </a:r>
            <a:r>
              <a:rPr lang="ru-RU" sz="2000" dirty="0" err="1">
                <a:highlight>
                  <a:srgbClr val="FFFFFF"/>
                </a:highlight>
                <a:latin typeface="Times New Roman"/>
                <a:cs typeface="Arial"/>
              </a:rPr>
              <a:t>XORs</a:t>
            </a:r>
            <a:r>
              <a:rPr lang="ru-RU" sz="2000" dirty="0">
                <a:highlight>
                  <a:srgbClr val="FFFFFF"/>
                </a:highlight>
                <a:latin typeface="Times New Roman"/>
                <a:cs typeface="Arial"/>
              </a:rPr>
              <a:t> </a:t>
            </a:r>
            <a:r>
              <a:rPr lang="ru-RU" sz="2000" dirty="0" err="1">
                <a:highlight>
                  <a:srgbClr val="FFFFFF"/>
                </a:highlight>
                <a:latin typeface="Times New Roman"/>
                <a:cs typeface="Arial"/>
              </a:rPr>
              <a:t>the</a:t>
            </a:r>
            <a:r>
              <a:rPr lang="ru-RU" sz="2000" dirty="0">
                <a:highlight>
                  <a:srgbClr val="FFFFFF"/>
                </a:highlight>
                <a:latin typeface="Times New Roman"/>
                <a:cs typeface="Arial"/>
              </a:rPr>
              <a:t> </a:t>
            </a:r>
            <a:r>
              <a:rPr lang="ru-RU" sz="2000" dirty="0" err="1">
                <a:highlight>
                  <a:srgbClr val="FFFFFF"/>
                </a:highlight>
                <a:latin typeface="Times New Roman"/>
                <a:cs typeface="Arial"/>
              </a:rPr>
              <a:t>keystream</a:t>
            </a:r>
            <a:r>
              <a:rPr lang="ru-RU" sz="2000" dirty="0">
                <a:highlight>
                  <a:srgbClr val="FFFFFF"/>
                </a:highlight>
                <a:latin typeface="Times New Roman"/>
                <a:cs typeface="Arial"/>
              </a:rPr>
              <a:t> </a:t>
            </a:r>
            <a:r>
              <a:rPr lang="ru-RU" sz="2000" dirty="0" err="1">
                <a:highlight>
                  <a:srgbClr val="FFFFFF"/>
                </a:highlight>
                <a:latin typeface="Times New Roman"/>
                <a:cs typeface="Arial"/>
              </a:rPr>
              <a:t>with</a:t>
            </a:r>
            <a:r>
              <a:rPr lang="ru-RU" sz="2000" dirty="0">
                <a:highlight>
                  <a:srgbClr val="FFFFFF"/>
                </a:highlight>
                <a:latin typeface="Times New Roman"/>
                <a:cs typeface="Arial"/>
              </a:rPr>
              <a:t> </a:t>
            </a:r>
            <a:r>
              <a:rPr lang="ru-RU" sz="2000" dirty="0" err="1">
                <a:highlight>
                  <a:srgbClr val="FFFFFF"/>
                </a:highlight>
                <a:latin typeface="Times New Roman"/>
                <a:cs typeface="Arial"/>
              </a:rPr>
              <a:t>the</a:t>
            </a:r>
            <a:r>
              <a:rPr lang="ru-RU" sz="2000" dirty="0">
                <a:highlight>
                  <a:srgbClr val="FFFFFF"/>
                </a:highlight>
                <a:latin typeface="Times New Roman"/>
                <a:cs typeface="Arial"/>
              </a:rPr>
              <a:t> </a:t>
            </a:r>
            <a:r>
              <a:rPr lang="ru-RU" sz="2000" dirty="0" err="1">
                <a:highlight>
                  <a:srgbClr val="FFFFFF"/>
                </a:highlight>
                <a:latin typeface="Times New Roman"/>
                <a:cs typeface="Arial"/>
              </a:rPr>
              <a:t>plaintext</a:t>
            </a:r>
            <a:r>
              <a:rPr lang="ru-RU" sz="2000" dirty="0">
                <a:highlight>
                  <a:srgbClr val="FFFFFF"/>
                </a:highlight>
                <a:latin typeface="Times New Roman"/>
                <a:cs typeface="Arial"/>
              </a:rPr>
              <a:t>:</a:t>
            </a:r>
            <a:endParaRPr lang="ru-RU" sz="2000" dirty="0">
              <a:latin typeface="Times New Roman"/>
              <a:cs typeface="Times New Roman"/>
            </a:endParaRPr>
          </a:p>
          <a:p>
            <a:pPr marL="0" indent="0">
              <a:buNone/>
            </a:pPr>
            <a:endParaRPr lang="en-US" sz="2000" dirty="0">
              <a:highlight>
                <a:srgbClr val="FFFFFF"/>
              </a:highlight>
              <a:latin typeface="Courier New"/>
              <a:cs typeface="Courier New"/>
            </a:endParaRPr>
          </a:p>
          <a:p>
            <a:pPr marL="0" indent="0">
              <a:buNone/>
            </a:pPr>
            <a:r>
              <a:rPr lang="en-US" sz="2000" dirty="0">
                <a:highlight>
                  <a:srgbClr val="FFFFFF"/>
                </a:highlight>
                <a:latin typeface="Courier New"/>
                <a:cs typeface="Courier New"/>
              </a:rPr>
              <a:t>Encryption: Cᵢ = Pᵢ ⊕ Eₖ(nonce || ctrᵢ) for </a:t>
            </a:r>
            <a:r>
              <a:rPr lang="en-US" sz="2000" dirty="0" err="1">
                <a:highlight>
                  <a:srgbClr val="FFFFFF"/>
                </a:highlight>
                <a:latin typeface="Courier New"/>
                <a:cs typeface="Courier New"/>
              </a:rPr>
              <a:t>i</a:t>
            </a:r>
            <a:r>
              <a:rPr lang="en-US" sz="2000" dirty="0">
                <a:highlight>
                  <a:srgbClr val="FFFFFF"/>
                </a:highlight>
                <a:latin typeface="Courier New"/>
                <a:cs typeface="Courier New"/>
              </a:rPr>
              <a:t> = 1, 2, ..., m</a:t>
            </a:r>
            <a:endParaRPr lang="ru-RU" sz="2000" dirty="0">
              <a:highlight>
                <a:srgbClr val="FFFFFF"/>
              </a:highlight>
              <a:latin typeface="Courier New"/>
              <a:cs typeface="Courier New"/>
            </a:endParaRPr>
          </a:p>
          <a:p>
            <a:pPr marL="0" indent="0">
              <a:buNone/>
            </a:pPr>
            <a:r>
              <a:rPr lang="en-US" sz="2000" dirty="0">
                <a:highlight>
                  <a:srgbClr val="FFFFFF"/>
                </a:highlight>
                <a:latin typeface="Courier New"/>
                <a:cs typeface="Courier New"/>
              </a:rPr>
              <a:t>Decryption: Pᵢ = Cᵢ ⊕ Eₖ(nonce || ctrᵢ) for </a:t>
            </a:r>
            <a:r>
              <a:rPr lang="en-US" sz="2000" dirty="0" err="1">
                <a:highlight>
                  <a:srgbClr val="FFFFFF"/>
                </a:highlight>
                <a:latin typeface="Courier New"/>
                <a:cs typeface="Courier New"/>
              </a:rPr>
              <a:t>i</a:t>
            </a:r>
            <a:r>
              <a:rPr lang="en-US" sz="2000" dirty="0">
                <a:highlight>
                  <a:srgbClr val="FFFFFF"/>
                </a:highlight>
                <a:latin typeface="Courier New"/>
                <a:cs typeface="Courier New"/>
              </a:rPr>
              <a:t> = 1, 2, ..., m</a:t>
            </a:r>
            <a:endParaRPr lang="ru-RU" sz="2000" dirty="0">
              <a:highlight>
                <a:srgbClr val="FFFFFF"/>
              </a:highlight>
              <a:latin typeface="Courier New"/>
              <a:cs typeface="Courier New"/>
            </a:endParaRPr>
          </a:p>
          <a:p>
            <a:pPr marL="0" indent="0">
              <a:buNone/>
            </a:pPr>
            <a:endParaRPr lang="ru-RU" sz="2000" dirty="0">
              <a:highlight>
                <a:srgbClr val="FFFFFF"/>
              </a:highlight>
              <a:latin typeface="Times New Roman"/>
              <a:cs typeface="Arial"/>
            </a:endParaRPr>
          </a:p>
          <a:p>
            <a:pPr marL="0" indent="0">
              <a:buNone/>
            </a:pPr>
            <a:r>
              <a:rPr lang="ru-RU" sz="2000" dirty="0" err="1">
                <a:highlight>
                  <a:srgbClr val="FFFFFF"/>
                </a:highlight>
                <a:latin typeface="Times New Roman"/>
                <a:cs typeface="Arial"/>
              </a:rPr>
              <a:t>Where</a:t>
            </a:r>
            <a:r>
              <a:rPr lang="ru-RU" sz="2000" dirty="0">
                <a:highlight>
                  <a:srgbClr val="FFFFFF"/>
                </a:highlight>
                <a:latin typeface="Times New Roman"/>
                <a:cs typeface="Arial"/>
              </a:rPr>
              <a:t>:</a:t>
            </a:r>
          </a:p>
          <a:p>
            <a:r>
              <a:rPr lang="ru-RU" sz="2000" dirty="0" err="1">
                <a:highlight>
                  <a:srgbClr val="FFFFFF"/>
                </a:highlight>
                <a:latin typeface="Times New Roman"/>
                <a:cs typeface="Arial"/>
              </a:rPr>
              <a:t>nonce</a:t>
            </a:r>
            <a:r>
              <a:rPr lang="ru-RU" sz="2000" dirty="0">
                <a:highlight>
                  <a:srgbClr val="FFFFFF"/>
                </a:highlight>
                <a:latin typeface="Times New Roman"/>
                <a:cs typeface="Arial"/>
              </a:rPr>
              <a:t>: A </a:t>
            </a:r>
            <a:r>
              <a:rPr lang="ru-RU" sz="2000" dirty="0" err="1">
                <a:highlight>
                  <a:srgbClr val="FFFFFF"/>
                </a:highlight>
                <a:latin typeface="Times New Roman"/>
                <a:cs typeface="Arial"/>
              </a:rPr>
              <a:t>unique</a:t>
            </a:r>
            <a:r>
              <a:rPr lang="ru-RU" sz="2000" dirty="0">
                <a:highlight>
                  <a:srgbClr val="FFFFFF"/>
                </a:highlight>
                <a:latin typeface="Times New Roman"/>
                <a:cs typeface="Arial"/>
              </a:rPr>
              <a:t> </a:t>
            </a:r>
            <a:r>
              <a:rPr lang="ru-RU" sz="2000" dirty="0" err="1">
                <a:highlight>
                  <a:srgbClr val="FFFFFF"/>
                </a:highlight>
                <a:latin typeface="Times New Roman"/>
                <a:cs typeface="Arial"/>
              </a:rPr>
              <a:t>value</a:t>
            </a:r>
            <a:r>
              <a:rPr lang="ru-RU" sz="2000" dirty="0">
                <a:highlight>
                  <a:srgbClr val="FFFFFF"/>
                </a:highlight>
                <a:latin typeface="Times New Roman"/>
                <a:cs typeface="Arial"/>
              </a:rPr>
              <a:t> (</a:t>
            </a:r>
            <a:r>
              <a:rPr lang="ru-RU" sz="2000" dirty="0" err="1">
                <a:highlight>
                  <a:srgbClr val="FFFFFF"/>
                </a:highlight>
                <a:latin typeface="Times New Roman"/>
                <a:cs typeface="Arial"/>
              </a:rPr>
              <a:t>per</a:t>
            </a:r>
            <a:r>
              <a:rPr lang="ru-RU" sz="2000" dirty="0">
                <a:highlight>
                  <a:srgbClr val="FFFFFF"/>
                </a:highlight>
                <a:latin typeface="Times New Roman"/>
                <a:cs typeface="Arial"/>
              </a:rPr>
              <a:t> </a:t>
            </a:r>
            <a:r>
              <a:rPr lang="ru-RU" sz="2000" dirty="0" err="1">
                <a:highlight>
                  <a:srgbClr val="FFFFFF"/>
                </a:highlight>
                <a:latin typeface="Times New Roman"/>
                <a:cs typeface="Arial"/>
              </a:rPr>
              <a:t>message</a:t>
            </a:r>
            <a:r>
              <a:rPr lang="ru-RU" sz="2000" dirty="0">
                <a:highlight>
                  <a:srgbClr val="FFFFFF"/>
                </a:highlight>
                <a:latin typeface="Times New Roman"/>
                <a:cs typeface="Arial"/>
              </a:rPr>
              <a:t>) </a:t>
            </a:r>
            <a:r>
              <a:rPr lang="ru-RU" sz="2000" dirty="0" err="1">
                <a:highlight>
                  <a:srgbClr val="FFFFFF"/>
                </a:highlight>
                <a:latin typeface="Times New Roman"/>
                <a:cs typeface="Arial"/>
              </a:rPr>
              <a:t>that</a:t>
            </a:r>
            <a:r>
              <a:rPr lang="ru-RU" sz="2000" dirty="0">
                <a:highlight>
                  <a:srgbClr val="FFFFFF"/>
                </a:highlight>
                <a:latin typeface="Times New Roman"/>
                <a:cs typeface="Arial"/>
              </a:rPr>
              <a:t> </a:t>
            </a:r>
            <a:r>
              <a:rPr lang="ru-RU" sz="2000" dirty="0" err="1">
                <a:highlight>
                  <a:srgbClr val="FFFFFF"/>
                </a:highlight>
                <a:latin typeface="Times New Roman"/>
                <a:cs typeface="Arial"/>
              </a:rPr>
              <a:t>initializes</a:t>
            </a:r>
            <a:r>
              <a:rPr lang="ru-RU" sz="2000" dirty="0">
                <a:highlight>
                  <a:srgbClr val="FFFFFF"/>
                </a:highlight>
                <a:latin typeface="Times New Roman"/>
                <a:cs typeface="Arial"/>
              </a:rPr>
              <a:t> </a:t>
            </a:r>
            <a:r>
              <a:rPr lang="ru-RU" sz="2000" dirty="0" err="1">
                <a:highlight>
                  <a:srgbClr val="FFFFFF"/>
                </a:highlight>
                <a:latin typeface="Times New Roman"/>
                <a:cs typeface="Arial"/>
              </a:rPr>
              <a:t>the</a:t>
            </a:r>
            <a:r>
              <a:rPr lang="ru-RU" sz="2000" dirty="0">
                <a:highlight>
                  <a:srgbClr val="FFFFFF"/>
                </a:highlight>
                <a:latin typeface="Times New Roman"/>
                <a:cs typeface="Arial"/>
              </a:rPr>
              <a:t> </a:t>
            </a:r>
            <a:r>
              <a:rPr lang="ru-RU" sz="2000" dirty="0" err="1">
                <a:highlight>
                  <a:srgbClr val="FFFFFF"/>
                </a:highlight>
                <a:latin typeface="Times New Roman"/>
                <a:cs typeface="Arial"/>
              </a:rPr>
              <a:t>counter</a:t>
            </a:r>
            <a:r>
              <a:rPr lang="ru-RU" sz="2000" dirty="0">
                <a:highlight>
                  <a:srgbClr val="FFFFFF"/>
                </a:highlight>
                <a:latin typeface="Times New Roman"/>
                <a:cs typeface="Arial"/>
              </a:rPr>
              <a:t>.</a:t>
            </a:r>
          </a:p>
          <a:p>
            <a:r>
              <a:rPr lang="en-US" sz="2000" dirty="0">
                <a:highlight>
                  <a:srgbClr val="FFFFFF"/>
                </a:highlight>
                <a:latin typeface="Times New Roman"/>
                <a:cs typeface="Arial"/>
              </a:rPr>
              <a:t>ctrᵢ: Counter value for block </a:t>
            </a:r>
            <a:r>
              <a:rPr lang="en-US" sz="2000" dirty="0" err="1">
                <a:highlight>
                  <a:srgbClr val="FFFFFF"/>
                </a:highlight>
                <a:latin typeface="Times New Roman"/>
                <a:cs typeface="Arial"/>
              </a:rPr>
              <a:t>i</a:t>
            </a:r>
            <a:r>
              <a:rPr lang="en-US" sz="2000" dirty="0">
                <a:highlight>
                  <a:srgbClr val="FFFFFF"/>
                </a:highlight>
                <a:latin typeface="Times New Roman"/>
                <a:cs typeface="Arial"/>
              </a:rPr>
              <a:t>, typically ctrᵢ = ctr₀ + </a:t>
            </a:r>
            <a:r>
              <a:rPr lang="en-US" sz="2000" dirty="0" err="1">
                <a:highlight>
                  <a:srgbClr val="FFFFFF"/>
                </a:highlight>
                <a:latin typeface="Times New Roman"/>
                <a:cs typeface="Arial"/>
              </a:rPr>
              <a:t>i</a:t>
            </a:r>
            <a:r>
              <a:rPr lang="en-US" sz="2000" dirty="0">
                <a:highlight>
                  <a:srgbClr val="FFFFFF"/>
                </a:highlight>
                <a:latin typeface="Times New Roman"/>
                <a:cs typeface="Arial"/>
              </a:rPr>
              <a:t> - 1.</a:t>
            </a:r>
            <a:endParaRPr lang="ru-RU" sz="2000" dirty="0">
              <a:highlight>
                <a:srgbClr val="FFFFFF"/>
              </a:highlight>
              <a:latin typeface="Times New Roman"/>
              <a:cs typeface="Arial"/>
            </a:endParaRPr>
          </a:p>
          <a:p>
            <a:r>
              <a:rPr lang="ru-RU" sz="2000" dirty="0">
                <a:highlight>
                  <a:srgbClr val="FFFFFF"/>
                </a:highlight>
                <a:latin typeface="Times New Roman"/>
                <a:cs typeface="Arial"/>
              </a:rPr>
              <a:t>Eₖ: Block </a:t>
            </a:r>
            <a:r>
              <a:rPr lang="ru-RU" sz="2000" dirty="0" err="1">
                <a:highlight>
                  <a:srgbClr val="FFFFFF"/>
                </a:highlight>
                <a:latin typeface="Times New Roman"/>
                <a:cs typeface="Arial"/>
              </a:rPr>
              <a:t>cipher</a:t>
            </a:r>
            <a:r>
              <a:rPr lang="ru-RU" sz="2000" dirty="0">
                <a:highlight>
                  <a:srgbClr val="FFFFFF"/>
                </a:highlight>
                <a:latin typeface="Times New Roman"/>
                <a:cs typeface="Arial"/>
              </a:rPr>
              <a:t> </a:t>
            </a:r>
            <a:r>
              <a:rPr lang="ru-RU" sz="2000" dirty="0" err="1">
                <a:highlight>
                  <a:srgbClr val="FFFFFF"/>
                </a:highlight>
                <a:latin typeface="Times New Roman"/>
                <a:cs typeface="Arial"/>
              </a:rPr>
              <a:t>encryption</a:t>
            </a:r>
            <a:r>
              <a:rPr lang="ru-RU" sz="2000" dirty="0">
                <a:highlight>
                  <a:srgbClr val="FFFFFF"/>
                </a:highlight>
                <a:latin typeface="Times New Roman"/>
                <a:cs typeface="Arial"/>
              </a:rPr>
              <a:t> (</a:t>
            </a:r>
            <a:r>
              <a:rPr lang="ru-RU" sz="2000" dirty="0" err="1">
                <a:highlight>
                  <a:srgbClr val="FFFFFF"/>
                </a:highlight>
                <a:latin typeface="Times New Roman"/>
                <a:cs typeface="Arial"/>
              </a:rPr>
              <a:t>never</a:t>
            </a:r>
            <a:r>
              <a:rPr lang="ru-RU" sz="2000" dirty="0">
                <a:highlight>
                  <a:srgbClr val="FFFFFF"/>
                </a:highlight>
                <a:latin typeface="Times New Roman"/>
                <a:cs typeface="Arial"/>
              </a:rPr>
              <a:t> </a:t>
            </a:r>
            <a:r>
              <a:rPr lang="ru-RU" sz="2000" dirty="0" err="1">
                <a:highlight>
                  <a:srgbClr val="FFFFFF"/>
                </a:highlight>
                <a:latin typeface="Times New Roman"/>
                <a:cs typeface="Arial"/>
              </a:rPr>
              <a:t>decryption</a:t>
            </a:r>
            <a:r>
              <a:rPr lang="ru-RU" sz="2000" dirty="0">
                <a:highlight>
                  <a:srgbClr val="FFFFFF"/>
                </a:highlight>
                <a:latin typeface="Times New Roman"/>
                <a:cs typeface="Arial"/>
              </a:rPr>
              <a:t>, </a:t>
            </a:r>
            <a:r>
              <a:rPr lang="ru-RU" sz="2000" dirty="0" err="1">
                <a:highlight>
                  <a:srgbClr val="FFFFFF"/>
                </a:highlight>
                <a:latin typeface="Times New Roman"/>
                <a:cs typeface="Arial"/>
              </a:rPr>
              <a:t>even</a:t>
            </a:r>
            <a:r>
              <a:rPr lang="ru-RU" sz="2000" dirty="0">
                <a:highlight>
                  <a:srgbClr val="FFFFFF"/>
                </a:highlight>
                <a:latin typeface="Times New Roman"/>
                <a:cs typeface="Arial"/>
              </a:rPr>
              <a:t> </a:t>
            </a:r>
            <a:r>
              <a:rPr lang="ru-RU" sz="2000" dirty="0" err="1">
                <a:highlight>
                  <a:srgbClr val="FFFFFF"/>
                </a:highlight>
                <a:latin typeface="Times New Roman"/>
                <a:cs typeface="Arial"/>
              </a:rPr>
              <a:t>for</a:t>
            </a:r>
            <a:r>
              <a:rPr lang="ru-RU" sz="2000" dirty="0">
                <a:highlight>
                  <a:srgbClr val="FFFFFF"/>
                </a:highlight>
                <a:latin typeface="Times New Roman"/>
                <a:cs typeface="Arial"/>
              </a:rPr>
              <a:t> </a:t>
            </a:r>
            <a:r>
              <a:rPr lang="ru-RU" sz="2000" dirty="0" err="1">
                <a:highlight>
                  <a:srgbClr val="FFFFFF"/>
                </a:highlight>
                <a:latin typeface="Times New Roman"/>
                <a:cs typeface="Arial"/>
              </a:rPr>
              <a:t>decrypting</a:t>
            </a:r>
            <a:r>
              <a:rPr lang="ru-RU" sz="2000" dirty="0">
                <a:highlight>
                  <a:srgbClr val="FFFFFF"/>
                </a:highlight>
                <a:latin typeface="Times New Roman"/>
                <a:cs typeface="Arial"/>
              </a:rPr>
              <a:t> </a:t>
            </a:r>
            <a:r>
              <a:rPr lang="ru-RU" sz="2000" dirty="0" err="1">
                <a:highlight>
                  <a:srgbClr val="FFFFFF"/>
                </a:highlight>
                <a:latin typeface="Times New Roman"/>
                <a:cs typeface="Arial"/>
              </a:rPr>
              <a:t>messages</a:t>
            </a:r>
            <a:r>
              <a:rPr lang="ru-RU" sz="2000" dirty="0">
                <a:highlight>
                  <a:srgbClr val="FFFFFF"/>
                </a:highlight>
                <a:latin typeface="Times New Roman"/>
                <a:cs typeface="Arial"/>
              </a:rPr>
              <a:t>).</a:t>
            </a:r>
          </a:p>
          <a:p>
            <a:pPr marL="0" indent="0">
              <a:buNone/>
            </a:pPr>
            <a:r>
              <a:rPr lang="ru-RU" sz="2000" dirty="0">
                <a:highlight>
                  <a:srgbClr val="FFFFFF"/>
                </a:highlight>
                <a:latin typeface="Times New Roman"/>
                <a:cs typeface="Arial"/>
              </a:rPr>
              <a:t>The </a:t>
            </a:r>
            <a:r>
              <a:rPr lang="ru-RU" sz="2000" dirty="0" err="1">
                <a:highlight>
                  <a:srgbClr val="FFFFFF"/>
                </a:highlight>
                <a:latin typeface="Times New Roman"/>
                <a:cs typeface="Arial"/>
              </a:rPr>
              <a:t>nonce</a:t>
            </a:r>
            <a:r>
              <a:rPr lang="ru-RU" sz="2000" dirty="0">
                <a:highlight>
                  <a:srgbClr val="FFFFFF"/>
                </a:highlight>
                <a:latin typeface="Times New Roman"/>
                <a:cs typeface="Arial"/>
              </a:rPr>
              <a:t> </a:t>
            </a:r>
            <a:r>
              <a:rPr lang="ru-RU" sz="2000" dirty="0" err="1">
                <a:highlight>
                  <a:srgbClr val="FFFFFF"/>
                </a:highlight>
                <a:latin typeface="Times New Roman"/>
                <a:cs typeface="Arial"/>
              </a:rPr>
              <a:t>and</a:t>
            </a:r>
            <a:r>
              <a:rPr lang="ru-RU" sz="2000" dirty="0">
                <a:highlight>
                  <a:srgbClr val="FFFFFF"/>
                </a:highlight>
                <a:latin typeface="Times New Roman"/>
                <a:cs typeface="Arial"/>
              </a:rPr>
              <a:t> </a:t>
            </a:r>
            <a:r>
              <a:rPr lang="ru-RU" sz="2000" dirty="0" err="1">
                <a:highlight>
                  <a:srgbClr val="FFFFFF"/>
                </a:highlight>
                <a:latin typeface="Times New Roman"/>
                <a:cs typeface="Arial"/>
              </a:rPr>
              <a:t>initial</a:t>
            </a:r>
            <a:r>
              <a:rPr lang="ru-RU" sz="2000" dirty="0">
                <a:highlight>
                  <a:srgbClr val="FFFFFF"/>
                </a:highlight>
                <a:latin typeface="Times New Roman"/>
                <a:cs typeface="Arial"/>
              </a:rPr>
              <a:t> </a:t>
            </a:r>
            <a:r>
              <a:rPr lang="ru-RU" sz="2000" dirty="0" err="1">
                <a:highlight>
                  <a:srgbClr val="FFFFFF"/>
                </a:highlight>
                <a:latin typeface="Times New Roman"/>
                <a:cs typeface="Arial"/>
              </a:rPr>
              <a:t>counter</a:t>
            </a:r>
            <a:r>
              <a:rPr lang="ru-RU" sz="2000" dirty="0">
                <a:highlight>
                  <a:srgbClr val="FFFFFF"/>
                </a:highlight>
                <a:latin typeface="Times New Roman"/>
                <a:cs typeface="Arial"/>
              </a:rPr>
              <a:t> </a:t>
            </a:r>
            <a:r>
              <a:rPr lang="ru-RU" sz="2000" dirty="0" err="1">
                <a:highlight>
                  <a:srgbClr val="FFFFFF"/>
                </a:highlight>
                <a:latin typeface="Times New Roman"/>
                <a:cs typeface="Arial"/>
              </a:rPr>
              <a:t>value</a:t>
            </a:r>
            <a:r>
              <a:rPr lang="ru-RU" sz="2000" dirty="0">
                <a:highlight>
                  <a:srgbClr val="FFFFFF"/>
                </a:highlight>
                <a:latin typeface="Times New Roman"/>
                <a:cs typeface="Arial"/>
              </a:rPr>
              <a:t> </a:t>
            </a:r>
            <a:r>
              <a:rPr lang="ru-RU" sz="2000" dirty="0" err="1">
                <a:highlight>
                  <a:srgbClr val="FFFFFF"/>
                </a:highlight>
                <a:latin typeface="Times New Roman"/>
                <a:cs typeface="Arial"/>
              </a:rPr>
              <a:t>are</a:t>
            </a:r>
            <a:r>
              <a:rPr lang="ru-RU" sz="2000" dirty="0">
                <a:highlight>
                  <a:srgbClr val="FFFFFF"/>
                </a:highlight>
                <a:latin typeface="Times New Roman"/>
                <a:cs typeface="Arial"/>
              </a:rPr>
              <a:t> </a:t>
            </a:r>
            <a:r>
              <a:rPr lang="ru-RU" sz="2000" dirty="0" err="1">
                <a:highlight>
                  <a:srgbClr val="FFFFFF"/>
                </a:highlight>
                <a:latin typeface="Times New Roman"/>
                <a:cs typeface="Arial"/>
              </a:rPr>
              <a:t>transmitted</a:t>
            </a:r>
            <a:r>
              <a:rPr lang="ru-RU" sz="2000" dirty="0">
                <a:highlight>
                  <a:srgbClr val="FFFFFF"/>
                </a:highlight>
                <a:latin typeface="Times New Roman"/>
                <a:cs typeface="Arial"/>
              </a:rPr>
              <a:t> </a:t>
            </a:r>
            <a:r>
              <a:rPr lang="ru-RU" sz="2000" dirty="0" err="1">
                <a:highlight>
                  <a:srgbClr val="FFFFFF"/>
                </a:highlight>
                <a:latin typeface="Times New Roman"/>
                <a:cs typeface="Arial"/>
              </a:rPr>
              <a:t>with</a:t>
            </a:r>
            <a:r>
              <a:rPr lang="ru-RU" sz="2000" dirty="0">
                <a:highlight>
                  <a:srgbClr val="FFFFFF"/>
                </a:highlight>
                <a:latin typeface="Times New Roman"/>
                <a:cs typeface="Arial"/>
              </a:rPr>
              <a:t> </a:t>
            </a:r>
            <a:r>
              <a:rPr lang="ru-RU" sz="2000" dirty="0" err="1">
                <a:highlight>
                  <a:srgbClr val="FFFFFF"/>
                </a:highlight>
                <a:latin typeface="Times New Roman"/>
                <a:cs typeface="Arial"/>
              </a:rPr>
              <a:t>the</a:t>
            </a:r>
            <a:r>
              <a:rPr lang="ru-RU" sz="2000" dirty="0">
                <a:highlight>
                  <a:srgbClr val="FFFFFF"/>
                </a:highlight>
                <a:latin typeface="Times New Roman"/>
                <a:cs typeface="Arial"/>
              </a:rPr>
              <a:t> </a:t>
            </a:r>
            <a:r>
              <a:rPr lang="ru-RU" sz="2000" dirty="0" err="1">
                <a:highlight>
                  <a:srgbClr val="FFFFFF"/>
                </a:highlight>
                <a:latin typeface="Times New Roman"/>
                <a:cs typeface="Arial"/>
              </a:rPr>
              <a:t>ciphertext</a:t>
            </a:r>
            <a:r>
              <a:rPr lang="ru-RU" sz="2000" dirty="0">
                <a:highlight>
                  <a:srgbClr val="FFFFFF"/>
                </a:highlight>
                <a:latin typeface="Times New Roman"/>
                <a:cs typeface="Arial"/>
              </a:rPr>
              <a:t>. CTR </a:t>
            </a:r>
            <a:r>
              <a:rPr lang="ru-RU" sz="2000" dirty="0" err="1">
                <a:highlight>
                  <a:srgbClr val="FFFFFF"/>
                </a:highlight>
                <a:latin typeface="Times New Roman"/>
                <a:cs typeface="Arial"/>
              </a:rPr>
              <a:t>mode</a:t>
            </a:r>
            <a:r>
              <a:rPr lang="ru-RU" sz="2000" dirty="0">
                <a:highlight>
                  <a:srgbClr val="FFFFFF"/>
                </a:highlight>
                <a:latin typeface="Times New Roman"/>
                <a:cs typeface="Arial"/>
              </a:rPr>
              <a:t> </a:t>
            </a:r>
            <a:r>
              <a:rPr lang="ru-RU" sz="2000" dirty="0" err="1">
                <a:highlight>
                  <a:srgbClr val="FFFFFF"/>
                </a:highlight>
                <a:latin typeface="Times New Roman"/>
                <a:cs typeface="Arial"/>
              </a:rPr>
              <a:t>is</a:t>
            </a:r>
            <a:r>
              <a:rPr lang="ru-RU" sz="2000" dirty="0">
                <a:highlight>
                  <a:srgbClr val="FFFFFF"/>
                </a:highlight>
                <a:latin typeface="Times New Roman"/>
                <a:cs typeface="Arial"/>
              </a:rPr>
              <a:t> </a:t>
            </a:r>
            <a:r>
              <a:rPr lang="ru-RU" sz="2000" dirty="0" err="1">
                <a:highlight>
                  <a:srgbClr val="FFFFFF"/>
                </a:highlight>
                <a:latin typeface="Times New Roman"/>
                <a:cs typeface="Arial"/>
              </a:rPr>
              <a:t>unique</a:t>
            </a:r>
            <a:r>
              <a:rPr lang="ru-RU" sz="2000" dirty="0">
                <a:highlight>
                  <a:srgbClr val="FFFFFF"/>
                </a:highlight>
                <a:latin typeface="Times New Roman"/>
                <a:cs typeface="Arial"/>
              </a:rPr>
              <a:t> </a:t>
            </a:r>
            <a:r>
              <a:rPr lang="ru-RU" sz="2000" dirty="0" err="1">
                <a:highlight>
                  <a:srgbClr val="FFFFFF"/>
                </a:highlight>
                <a:latin typeface="Times New Roman"/>
                <a:cs typeface="Arial"/>
              </a:rPr>
              <a:t>in</a:t>
            </a:r>
            <a:r>
              <a:rPr lang="ru-RU" sz="2000" dirty="0">
                <a:highlight>
                  <a:srgbClr val="FFFFFF"/>
                </a:highlight>
                <a:latin typeface="Times New Roman"/>
                <a:cs typeface="Arial"/>
              </a:rPr>
              <a:t> </a:t>
            </a:r>
            <a:r>
              <a:rPr lang="ru-RU" sz="2000" dirty="0" err="1">
                <a:highlight>
                  <a:srgbClr val="FFFFFF"/>
                </a:highlight>
                <a:latin typeface="Times New Roman"/>
                <a:cs typeface="Arial"/>
              </a:rPr>
              <a:t>that</a:t>
            </a:r>
            <a:r>
              <a:rPr lang="ru-RU" sz="2000" dirty="0">
                <a:highlight>
                  <a:srgbClr val="FFFFFF"/>
                </a:highlight>
                <a:latin typeface="Times New Roman"/>
                <a:cs typeface="Arial"/>
              </a:rPr>
              <a:t> </a:t>
            </a:r>
            <a:r>
              <a:rPr lang="ru-RU" sz="2000" dirty="0" err="1">
                <a:highlight>
                  <a:srgbClr val="FFFFFF"/>
                </a:highlight>
                <a:latin typeface="Times New Roman"/>
                <a:cs typeface="Arial"/>
              </a:rPr>
              <a:t>encryption</a:t>
            </a:r>
            <a:r>
              <a:rPr lang="ru-RU" sz="2000" dirty="0">
                <a:highlight>
                  <a:srgbClr val="FFFFFF"/>
                </a:highlight>
                <a:latin typeface="Times New Roman"/>
                <a:cs typeface="Arial"/>
              </a:rPr>
              <a:t> </a:t>
            </a:r>
            <a:r>
              <a:rPr lang="ru-RU" sz="2000" dirty="0" err="1">
                <a:highlight>
                  <a:srgbClr val="FFFFFF"/>
                </a:highlight>
                <a:latin typeface="Times New Roman"/>
                <a:cs typeface="Arial"/>
              </a:rPr>
              <a:t>and</a:t>
            </a:r>
            <a:r>
              <a:rPr lang="ru-RU" sz="2000" dirty="0">
                <a:highlight>
                  <a:srgbClr val="FFFFFF"/>
                </a:highlight>
                <a:latin typeface="Times New Roman"/>
                <a:cs typeface="Arial"/>
              </a:rPr>
              <a:t> </a:t>
            </a:r>
            <a:r>
              <a:rPr lang="ru-RU" sz="2000" dirty="0" err="1">
                <a:highlight>
                  <a:srgbClr val="FFFFFF"/>
                </a:highlight>
                <a:latin typeface="Times New Roman"/>
                <a:cs typeface="Arial"/>
              </a:rPr>
              <a:t>decryption</a:t>
            </a:r>
            <a:r>
              <a:rPr lang="ru-RU" sz="2000" dirty="0">
                <a:highlight>
                  <a:srgbClr val="FFFFFF"/>
                </a:highlight>
                <a:latin typeface="Times New Roman"/>
                <a:cs typeface="Arial"/>
              </a:rPr>
              <a:t> </a:t>
            </a:r>
            <a:r>
              <a:rPr lang="ru-RU" sz="2000" dirty="0" err="1">
                <a:highlight>
                  <a:srgbClr val="FFFFFF"/>
                </a:highlight>
                <a:latin typeface="Times New Roman"/>
                <a:cs typeface="Arial"/>
              </a:rPr>
              <a:t>use</a:t>
            </a:r>
            <a:r>
              <a:rPr lang="ru-RU" sz="2000" dirty="0">
                <a:highlight>
                  <a:srgbClr val="FFFFFF"/>
                </a:highlight>
                <a:latin typeface="Times New Roman"/>
                <a:cs typeface="Arial"/>
              </a:rPr>
              <a:t> </a:t>
            </a:r>
            <a:r>
              <a:rPr lang="ru-RU" sz="2000" dirty="0" err="1">
                <a:highlight>
                  <a:srgbClr val="FFFFFF"/>
                </a:highlight>
                <a:latin typeface="Times New Roman"/>
                <a:cs typeface="Arial"/>
              </a:rPr>
              <a:t>the</a:t>
            </a:r>
            <a:r>
              <a:rPr lang="ru-RU" sz="2000" dirty="0">
                <a:highlight>
                  <a:srgbClr val="FFFFFF"/>
                </a:highlight>
                <a:latin typeface="Times New Roman"/>
                <a:cs typeface="Arial"/>
              </a:rPr>
              <a:t> </a:t>
            </a:r>
            <a:r>
              <a:rPr lang="ru-RU" sz="2000" dirty="0" err="1">
                <a:highlight>
                  <a:srgbClr val="FFFFFF"/>
                </a:highlight>
                <a:latin typeface="Times New Roman"/>
                <a:cs typeface="Arial"/>
              </a:rPr>
              <a:t>same</a:t>
            </a:r>
            <a:r>
              <a:rPr lang="ru-RU" sz="2000" dirty="0">
                <a:highlight>
                  <a:srgbClr val="FFFFFF"/>
                </a:highlight>
                <a:latin typeface="Times New Roman"/>
                <a:cs typeface="Arial"/>
              </a:rPr>
              <a:t> </a:t>
            </a:r>
            <a:r>
              <a:rPr lang="ru-RU" sz="2000" dirty="0" err="1">
                <a:highlight>
                  <a:srgbClr val="FFFFFF"/>
                </a:highlight>
                <a:latin typeface="Times New Roman"/>
                <a:cs typeface="Arial"/>
              </a:rPr>
              <a:t>operation</a:t>
            </a:r>
            <a:r>
              <a:rPr lang="ru-RU" sz="2000" dirty="0">
                <a:highlight>
                  <a:srgbClr val="FFFFFF"/>
                </a:highlight>
                <a:latin typeface="Times New Roman"/>
                <a:cs typeface="Arial"/>
              </a:rPr>
              <a:t> (XOR </a:t>
            </a:r>
            <a:r>
              <a:rPr lang="ru-RU" sz="2000" dirty="0" err="1">
                <a:highlight>
                  <a:srgbClr val="FFFFFF"/>
                </a:highlight>
                <a:latin typeface="Times New Roman"/>
                <a:cs typeface="Arial"/>
              </a:rPr>
              <a:t>with</a:t>
            </a:r>
            <a:r>
              <a:rPr lang="ru-RU" sz="2000" dirty="0">
                <a:highlight>
                  <a:srgbClr val="FFFFFF"/>
                </a:highlight>
                <a:latin typeface="Times New Roman"/>
                <a:cs typeface="Arial"/>
              </a:rPr>
              <a:t> </a:t>
            </a:r>
            <a:r>
              <a:rPr lang="ru-RU" sz="2000" dirty="0" err="1">
                <a:highlight>
                  <a:srgbClr val="FFFFFF"/>
                </a:highlight>
                <a:latin typeface="Times New Roman"/>
                <a:cs typeface="Arial"/>
              </a:rPr>
              <a:t>keystream</a:t>
            </a:r>
            <a:r>
              <a:rPr lang="ru-RU" sz="2000" dirty="0">
                <a:highlight>
                  <a:srgbClr val="FFFFFF"/>
                </a:highlight>
                <a:latin typeface="Times New Roman"/>
                <a:cs typeface="Arial"/>
              </a:rPr>
              <a:t>).</a:t>
            </a:r>
          </a:p>
          <a:p>
            <a:endParaRPr lang="ru-RU" sz="2000" dirty="0"/>
          </a:p>
        </p:txBody>
      </p:sp>
    </p:spTree>
    <p:extLst>
      <p:ext uri="{BB962C8B-B14F-4D97-AF65-F5344CB8AC3E}">
        <p14:creationId xmlns:p14="http://schemas.microsoft.com/office/powerpoint/2010/main" val="3559214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A10AFBF2-80D9-65B0-0C6A-5AA8F30DFCC8}"/>
              </a:ext>
            </a:extLst>
          </p:cNvPr>
          <p:cNvSpPr>
            <a:spLocks noGrp="1"/>
          </p:cNvSpPr>
          <p:nvPr>
            <p:ph type="title"/>
          </p:nvPr>
        </p:nvSpPr>
        <p:spPr>
          <a:xfrm>
            <a:off x="1371599" y="294538"/>
            <a:ext cx="9895951" cy="1033669"/>
          </a:xfrm>
        </p:spPr>
        <p:txBody>
          <a:bodyPr>
            <a:normAutofit/>
          </a:bodyPr>
          <a:lstStyle/>
          <a:p>
            <a:r>
              <a:rPr lang="ru-RU" sz="4000" b="1" dirty="0" err="1">
                <a:solidFill>
                  <a:srgbClr val="FFFFFF"/>
                </a:solidFill>
                <a:latin typeface="Times New Roman"/>
                <a:cs typeface="Arial"/>
              </a:rPr>
              <a:t>Example</a:t>
            </a:r>
            <a:r>
              <a:rPr lang="ru-RU" sz="4000" b="1" dirty="0">
                <a:solidFill>
                  <a:srgbClr val="FFFFFF"/>
                </a:solidFill>
                <a:latin typeface="Times New Roman"/>
                <a:cs typeface="Arial"/>
              </a:rPr>
              <a:t> 4.1: CTR Mode </a:t>
            </a:r>
            <a:r>
              <a:rPr lang="ru-RU" sz="4000" b="1" dirty="0" err="1">
                <a:solidFill>
                  <a:srgbClr val="FFFFFF"/>
                </a:solidFill>
                <a:latin typeface="Times New Roman"/>
                <a:cs typeface="Arial"/>
              </a:rPr>
              <a:t>Encryption</a:t>
            </a:r>
            <a:endParaRPr lang="ru-RU" sz="4000" b="1" dirty="0">
              <a:solidFill>
                <a:srgbClr val="FFFFFF"/>
              </a:solidFill>
              <a:latin typeface="Times New Roman"/>
              <a:cs typeface="Arial"/>
            </a:endParaRPr>
          </a:p>
        </p:txBody>
      </p:sp>
      <p:sp>
        <p:nvSpPr>
          <p:cNvPr id="3" name="Объект 2">
            <a:extLst>
              <a:ext uri="{FF2B5EF4-FFF2-40B4-BE49-F238E27FC236}">
                <a16:creationId xmlns:a16="http://schemas.microsoft.com/office/drawing/2014/main" id="{A7DFA446-467B-A330-9757-164045D012CD}"/>
              </a:ext>
            </a:extLst>
          </p:cNvPr>
          <p:cNvSpPr>
            <a:spLocks noGrp="1"/>
          </p:cNvSpPr>
          <p:nvPr>
            <p:ph idx="1"/>
          </p:nvPr>
        </p:nvSpPr>
        <p:spPr>
          <a:xfrm>
            <a:off x="1371599" y="2318197"/>
            <a:ext cx="9724031" cy="3683358"/>
          </a:xfrm>
        </p:spPr>
        <p:txBody>
          <a:bodyPr vert="horz" lIns="91440" tIns="45720" rIns="91440" bIns="45720" rtlCol="0" anchor="ctr">
            <a:normAutofit fontScale="77500" lnSpcReduction="20000"/>
          </a:bodyPr>
          <a:lstStyle/>
          <a:p>
            <a:pPr marL="0" indent="0">
              <a:buNone/>
            </a:pPr>
            <a:r>
              <a:rPr lang="ru-RU" sz="2000" dirty="0">
                <a:highlight>
                  <a:srgbClr val="FFFFFF"/>
                </a:highlight>
                <a:latin typeface="Courier New"/>
                <a:cs typeface="Courier New"/>
              </a:rPr>
              <a:t>Message: P₁ = 'HELLO___', P₂ = 'WORLD___', P₃ = 'MESSAGE_'</a:t>
            </a:r>
            <a:endParaRPr lang="ru-RU" sz="2000"/>
          </a:p>
          <a:p>
            <a:pPr marL="0" indent="0">
              <a:buNone/>
            </a:pPr>
            <a:r>
              <a:rPr lang="ru-RU" sz="2000" err="1">
                <a:highlight>
                  <a:srgbClr val="FFFFFF"/>
                </a:highlight>
                <a:latin typeface="Courier New"/>
                <a:cs typeface="Courier New"/>
              </a:rPr>
              <a:t>Nonce</a:t>
            </a:r>
            <a:r>
              <a:rPr lang="ru-RU" sz="2000" dirty="0">
                <a:highlight>
                  <a:srgbClr val="FFFFFF"/>
                </a:highlight>
                <a:latin typeface="Courier New"/>
                <a:cs typeface="Courier New"/>
              </a:rPr>
              <a:t>: 0x123456789ABCDEF0</a:t>
            </a:r>
            <a:endParaRPr lang="ru-RU" sz="2000">
              <a:highlight>
                <a:srgbClr val="FFFFFF"/>
              </a:highlight>
              <a:latin typeface="Courier New"/>
              <a:cs typeface="Courier New"/>
            </a:endParaRPr>
          </a:p>
          <a:p>
            <a:pPr marL="0" indent="0">
              <a:buNone/>
            </a:pPr>
            <a:r>
              <a:rPr lang="ru-RU" sz="2000" err="1">
                <a:highlight>
                  <a:srgbClr val="FFFFFF"/>
                </a:highlight>
                <a:latin typeface="Courier New"/>
                <a:cs typeface="Courier New"/>
              </a:rPr>
              <a:t>Initial</a:t>
            </a:r>
            <a:r>
              <a:rPr lang="ru-RU" sz="2000" dirty="0">
                <a:highlight>
                  <a:srgbClr val="FFFFFF"/>
                </a:highlight>
                <a:latin typeface="Courier New"/>
                <a:cs typeface="Courier New"/>
              </a:rPr>
              <a:t> </a:t>
            </a:r>
            <a:r>
              <a:rPr lang="ru-RU" sz="2000" err="1">
                <a:highlight>
                  <a:srgbClr val="FFFFFF"/>
                </a:highlight>
                <a:latin typeface="Courier New"/>
                <a:cs typeface="Courier New"/>
              </a:rPr>
              <a:t>counter</a:t>
            </a:r>
            <a:r>
              <a:rPr lang="ru-RU" sz="2000" dirty="0">
                <a:highlight>
                  <a:srgbClr val="FFFFFF"/>
                </a:highlight>
                <a:latin typeface="Courier New"/>
                <a:cs typeface="Courier New"/>
              </a:rPr>
              <a:t>: </a:t>
            </a:r>
            <a:r>
              <a:rPr lang="ru-RU" sz="2000" err="1">
                <a:highlight>
                  <a:srgbClr val="FFFFFF"/>
                </a:highlight>
                <a:latin typeface="Courier New"/>
                <a:cs typeface="Courier New"/>
              </a:rPr>
              <a:t>ctr</a:t>
            </a:r>
            <a:r>
              <a:rPr lang="ru-RU" sz="2000" dirty="0">
                <a:highlight>
                  <a:srgbClr val="FFFFFF"/>
                </a:highlight>
                <a:latin typeface="Courier New"/>
                <a:cs typeface="Courier New"/>
              </a:rPr>
              <a:t>₀ = 0</a:t>
            </a:r>
            <a:endParaRPr lang="ru-RU" sz="2000">
              <a:highlight>
                <a:srgbClr val="FFFFFF"/>
              </a:highlight>
              <a:latin typeface="Courier New"/>
              <a:cs typeface="Courier New"/>
            </a:endParaRPr>
          </a:p>
          <a:p>
            <a:pPr marL="0" indent="0">
              <a:buNone/>
            </a:pPr>
            <a:endParaRPr lang="en-US" sz="2000" dirty="0">
              <a:highlight>
                <a:srgbClr val="FFFFFF"/>
              </a:highlight>
              <a:latin typeface="Courier New"/>
              <a:cs typeface="Courier New"/>
            </a:endParaRPr>
          </a:p>
          <a:p>
            <a:pPr marL="0" indent="0">
              <a:buNone/>
            </a:pPr>
            <a:r>
              <a:rPr lang="en-US" sz="2000" dirty="0">
                <a:highlight>
                  <a:srgbClr val="FFFFFF"/>
                </a:highlight>
                <a:latin typeface="Courier New"/>
                <a:cs typeface="Courier New"/>
              </a:rPr>
              <a:t>Block 1: C₁ = P₁ ⊕ Eₖ(nonce || 0) = 'HELLO___' ⊕ Eₖ(0x123456789ABCDEF0...00)</a:t>
            </a:r>
            <a:endParaRPr lang="ru-RU" sz="2000" dirty="0">
              <a:highlight>
                <a:srgbClr val="FFFFFF"/>
              </a:highlight>
              <a:latin typeface="Courier New"/>
              <a:cs typeface="Courier New"/>
            </a:endParaRPr>
          </a:p>
          <a:p>
            <a:pPr marL="0" indent="0">
              <a:buNone/>
            </a:pPr>
            <a:endParaRPr lang="en-US" sz="2000" dirty="0">
              <a:highlight>
                <a:srgbClr val="FFFFFF"/>
              </a:highlight>
              <a:latin typeface="Courier New"/>
              <a:cs typeface="Courier New"/>
            </a:endParaRPr>
          </a:p>
          <a:p>
            <a:pPr marL="0" indent="0">
              <a:buNone/>
            </a:pPr>
            <a:r>
              <a:rPr lang="en-US" sz="2000" dirty="0">
                <a:highlight>
                  <a:srgbClr val="FFFFFF"/>
                </a:highlight>
                <a:latin typeface="Courier New"/>
                <a:cs typeface="Courier New"/>
              </a:rPr>
              <a:t>Block 2: C₂ = P₂ ⊕ Eₖ(nonce || 1) = 'WORLD___' ⊕ Eₖ(0x123456789ABCDEF0...01)</a:t>
            </a:r>
            <a:endParaRPr lang="ru-RU" sz="2000">
              <a:highlight>
                <a:srgbClr val="FFFFFF"/>
              </a:highlight>
              <a:latin typeface="Courier New"/>
              <a:cs typeface="Courier New"/>
            </a:endParaRPr>
          </a:p>
          <a:p>
            <a:pPr marL="0" indent="0">
              <a:buNone/>
            </a:pPr>
            <a:endParaRPr lang="en-US" sz="2000" dirty="0">
              <a:highlight>
                <a:srgbClr val="FFFFFF"/>
              </a:highlight>
              <a:latin typeface="Courier New"/>
              <a:cs typeface="Courier New"/>
            </a:endParaRPr>
          </a:p>
          <a:p>
            <a:pPr marL="0" indent="0">
              <a:buNone/>
            </a:pPr>
            <a:r>
              <a:rPr lang="en-US" sz="2000" dirty="0">
                <a:highlight>
                  <a:srgbClr val="FFFFFF"/>
                </a:highlight>
                <a:latin typeface="Courier New"/>
                <a:cs typeface="Courier New"/>
              </a:rPr>
              <a:t>Block 3: C₃ = P₃ ⊕ Eₖ(nonce || 2) = 'MESSAGE_' ⊕ Eₖ(0x123456789ABCDEF0...02)</a:t>
            </a:r>
            <a:endParaRPr lang="ru-RU" sz="2000">
              <a:highlight>
                <a:srgbClr val="FFFFFF"/>
              </a:highlight>
              <a:latin typeface="Courier New"/>
              <a:cs typeface="Courier New"/>
            </a:endParaRPr>
          </a:p>
          <a:p>
            <a:pPr marL="0" indent="0">
              <a:buNone/>
            </a:pPr>
            <a:endParaRPr lang="en-US" sz="2000" dirty="0">
              <a:highlight>
                <a:srgbClr val="FFFFFF"/>
              </a:highlight>
              <a:latin typeface="Courier New"/>
              <a:cs typeface="Courier New"/>
            </a:endParaRPr>
          </a:p>
          <a:p>
            <a:pPr marL="0" indent="0">
              <a:buNone/>
            </a:pPr>
            <a:r>
              <a:rPr lang="en-US" sz="2000">
                <a:highlight>
                  <a:srgbClr val="FFFFFF"/>
                </a:highlight>
                <a:latin typeface="Times New Roman"/>
                <a:cs typeface="Arial"/>
              </a:rPr>
              <a:t>Each block's keystream is generated independently by encrypting the counter value. The same operation decrypts: simply XOR ciphertext with the keystream.</a:t>
            </a:r>
          </a:p>
          <a:p>
            <a:endParaRPr lang="ru-RU" sz="2000"/>
          </a:p>
        </p:txBody>
      </p:sp>
    </p:spTree>
    <p:extLst>
      <p:ext uri="{BB962C8B-B14F-4D97-AF65-F5344CB8AC3E}">
        <p14:creationId xmlns:p14="http://schemas.microsoft.com/office/powerpoint/2010/main" val="5209204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D1C2E451-6390-16AD-A638-F6D470BD67C6}"/>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Arial"/>
              </a:rPr>
              <a:t>4.2 </a:t>
            </a:r>
            <a:r>
              <a:rPr lang="ru-RU" sz="4000" b="1" err="1">
                <a:solidFill>
                  <a:srgbClr val="FFFFFF"/>
                </a:solidFill>
                <a:latin typeface="Times New Roman"/>
                <a:cs typeface="Arial"/>
              </a:rPr>
              <a:t>Nonce</a:t>
            </a:r>
            <a:r>
              <a:rPr lang="ru-RU" sz="4000" b="1" dirty="0">
                <a:solidFill>
                  <a:srgbClr val="FFFFFF"/>
                </a:solidFill>
                <a:latin typeface="Times New Roman"/>
                <a:cs typeface="Arial"/>
              </a:rPr>
              <a:t> </a:t>
            </a:r>
            <a:r>
              <a:rPr lang="ru-RU" sz="4000" b="1" err="1">
                <a:solidFill>
                  <a:srgbClr val="FFFFFF"/>
                </a:solidFill>
                <a:latin typeface="Times New Roman"/>
                <a:cs typeface="Arial"/>
              </a:rPr>
              <a:t>Requirements</a:t>
            </a:r>
            <a:r>
              <a:rPr lang="ru-RU" sz="4000" b="1" dirty="0">
                <a:solidFill>
                  <a:srgbClr val="FFFFFF"/>
                </a:solidFill>
                <a:latin typeface="Times New Roman"/>
                <a:cs typeface="Arial"/>
              </a:rPr>
              <a:t> </a:t>
            </a:r>
            <a:r>
              <a:rPr lang="ru-RU" sz="4000" b="1" err="1">
                <a:solidFill>
                  <a:srgbClr val="FFFFFF"/>
                </a:solidFill>
                <a:latin typeface="Times New Roman"/>
                <a:cs typeface="Arial"/>
              </a:rPr>
              <a:t>and</a:t>
            </a:r>
            <a:r>
              <a:rPr lang="ru-RU" sz="4000" b="1" dirty="0">
                <a:solidFill>
                  <a:srgbClr val="FFFFFF"/>
                </a:solidFill>
                <a:latin typeface="Times New Roman"/>
                <a:cs typeface="Arial"/>
              </a:rPr>
              <a:t> Security</a:t>
            </a:r>
          </a:p>
        </p:txBody>
      </p:sp>
      <p:sp>
        <p:nvSpPr>
          <p:cNvPr id="3" name="Объект 2">
            <a:extLst>
              <a:ext uri="{FF2B5EF4-FFF2-40B4-BE49-F238E27FC236}">
                <a16:creationId xmlns:a16="http://schemas.microsoft.com/office/drawing/2014/main" id="{DA9B36F8-5339-B5FC-30C3-11038D6C65B4}"/>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b="1" dirty="0">
                <a:highlight>
                  <a:srgbClr val="FFFFFF"/>
                </a:highlight>
                <a:latin typeface="Times New Roman"/>
                <a:cs typeface="Arial"/>
              </a:rPr>
              <a:t>Theorem 4.1 (CTR Security Requirement): </a:t>
            </a:r>
            <a:r>
              <a:rPr lang="en-US" sz="2000" dirty="0">
                <a:highlight>
                  <a:srgbClr val="FFFFFF"/>
                </a:highlight>
                <a:latin typeface="Times New Roman"/>
                <a:cs typeface="Arial"/>
              </a:rPr>
              <a:t>CTR mode is IND-CPA secure if and only if the (nonce, counter) pair never repeats for the same key. Unlike CBC, the nonce need not be unpredictable—uniqueness suffices.</a:t>
            </a:r>
            <a:endParaRPr lang="ru-RU" sz="2000" dirty="0">
              <a:highlight>
                <a:srgbClr val="FFFFFF"/>
              </a:highlight>
              <a:latin typeface="Times New Roman"/>
              <a:cs typeface="Arial"/>
            </a:endParaRPr>
          </a:p>
          <a:p>
            <a:pPr marL="0" indent="0">
              <a:buNone/>
            </a:pPr>
            <a:r>
              <a:rPr lang="ru-RU" sz="2000" dirty="0" err="1">
                <a:highlight>
                  <a:srgbClr val="FFFFFF"/>
                </a:highlight>
                <a:latin typeface="Times New Roman"/>
                <a:cs typeface="Arial"/>
              </a:rPr>
              <a:t>Nonce</a:t>
            </a:r>
            <a:r>
              <a:rPr lang="ru-RU" sz="2000" dirty="0">
                <a:highlight>
                  <a:srgbClr val="FFFFFF"/>
                </a:highlight>
                <a:latin typeface="Times New Roman"/>
                <a:cs typeface="Arial"/>
              </a:rPr>
              <a:t> Properties:</a:t>
            </a:r>
          </a:p>
          <a:p>
            <a:r>
              <a:rPr lang="ru-RU" sz="2000" dirty="0" err="1">
                <a:highlight>
                  <a:srgbClr val="FFFFFF"/>
                </a:highlight>
                <a:latin typeface="Times New Roman"/>
                <a:cs typeface="Arial"/>
              </a:rPr>
              <a:t>Uniqueness</a:t>
            </a:r>
            <a:r>
              <a:rPr lang="ru-RU" sz="2000" dirty="0">
                <a:highlight>
                  <a:srgbClr val="FFFFFF"/>
                </a:highlight>
                <a:latin typeface="Times New Roman"/>
                <a:cs typeface="Arial"/>
              </a:rPr>
              <a:t>: </a:t>
            </a:r>
            <a:r>
              <a:rPr lang="ru-RU" sz="2000" dirty="0" err="1">
                <a:highlight>
                  <a:srgbClr val="FFFFFF"/>
                </a:highlight>
                <a:latin typeface="Times New Roman"/>
                <a:cs typeface="Arial"/>
              </a:rPr>
              <a:t>Each</a:t>
            </a:r>
            <a:r>
              <a:rPr lang="ru-RU" sz="2000" dirty="0">
                <a:highlight>
                  <a:srgbClr val="FFFFFF"/>
                </a:highlight>
                <a:latin typeface="Times New Roman"/>
                <a:cs typeface="Arial"/>
              </a:rPr>
              <a:t> </a:t>
            </a:r>
            <a:r>
              <a:rPr lang="ru-RU" sz="2000" dirty="0" err="1">
                <a:highlight>
                  <a:srgbClr val="FFFFFF"/>
                </a:highlight>
                <a:latin typeface="Times New Roman"/>
                <a:cs typeface="Arial"/>
              </a:rPr>
              <a:t>nonce</a:t>
            </a:r>
            <a:r>
              <a:rPr lang="ru-RU" sz="2000" dirty="0">
                <a:highlight>
                  <a:srgbClr val="FFFFFF"/>
                </a:highlight>
                <a:latin typeface="Times New Roman"/>
                <a:cs typeface="Arial"/>
              </a:rPr>
              <a:t> </a:t>
            </a:r>
            <a:r>
              <a:rPr lang="ru-RU" sz="2000" dirty="0" err="1">
                <a:highlight>
                  <a:srgbClr val="FFFFFF"/>
                </a:highlight>
                <a:latin typeface="Times New Roman"/>
                <a:cs typeface="Arial"/>
              </a:rPr>
              <a:t>must</a:t>
            </a:r>
            <a:r>
              <a:rPr lang="ru-RU" sz="2000" dirty="0">
                <a:highlight>
                  <a:srgbClr val="FFFFFF"/>
                </a:highlight>
                <a:latin typeface="Times New Roman"/>
                <a:cs typeface="Arial"/>
              </a:rPr>
              <a:t> </a:t>
            </a:r>
            <a:r>
              <a:rPr lang="ru-RU" sz="2000" dirty="0" err="1">
                <a:highlight>
                  <a:srgbClr val="FFFFFF"/>
                </a:highlight>
                <a:latin typeface="Times New Roman"/>
                <a:cs typeface="Arial"/>
              </a:rPr>
              <a:t>be</a:t>
            </a:r>
            <a:r>
              <a:rPr lang="ru-RU" sz="2000" dirty="0">
                <a:highlight>
                  <a:srgbClr val="FFFFFF"/>
                </a:highlight>
                <a:latin typeface="Times New Roman"/>
                <a:cs typeface="Arial"/>
              </a:rPr>
              <a:t> </a:t>
            </a:r>
            <a:r>
              <a:rPr lang="ru-RU" sz="2000" dirty="0" err="1">
                <a:highlight>
                  <a:srgbClr val="FFFFFF"/>
                </a:highlight>
                <a:latin typeface="Times New Roman"/>
                <a:cs typeface="Arial"/>
              </a:rPr>
              <a:t>used</a:t>
            </a:r>
            <a:r>
              <a:rPr lang="ru-RU" sz="2000" dirty="0">
                <a:highlight>
                  <a:srgbClr val="FFFFFF"/>
                </a:highlight>
                <a:latin typeface="Times New Roman"/>
                <a:cs typeface="Arial"/>
              </a:rPr>
              <a:t> </a:t>
            </a:r>
            <a:r>
              <a:rPr lang="ru-RU" sz="2000" dirty="0" err="1">
                <a:highlight>
                  <a:srgbClr val="FFFFFF"/>
                </a:highlight>
                <a:latin typeface="Times New Roman"/>
                <a:cs typeface="Arial"/>
              </a:rPr>
              <a:t>only</a:t>
            </a:r>
            <a:r>
              <a:rPr lang="ru-RU" sz="2000" dirty="0">
                <a:highlight>
                  <a:srgbClr val="FFFFFF"/>
                </a:highlight>
                <a:latin typeface="Times New Roman"/>
                <a:cs typeface="Arial"/>
              </a:rPr>
              <a:t> </a:t>
            </a:r>
            <a:r>
              <a:rPr lang="ru-RU" sz="2000" dirty="0" err="1">
                <a:highlight>
                  <a:srgbClr val="FFFFFF"/>
                </a:highlight>
                <a:latin typeface="Times New Roman"/>
                <a:cs typeface="Arial"/>
              </a:rPr>
              <a:t>once</a:t>
            </a:r>
            <a:r>
              <a:rPr lang="ru-RU" sz="2000" dirty="0">
                <a:highlight>
                  <a:srgbClr val="FFFFFF"/>
                </a:highlight>
                <a:latin typeface="Times New Roman"/>
                <a:cs typeface="Arial"/>
              </a:rPr>
              <a:t> </a:t>
            </a:r>
            <a:r>
              <a:rPr lang="ru-RU" sz="2000" dirty="0" err="1">
                <a:highlight>
                  <a:srgbClr val="FFFFFF"/>
                </a:highlight>
                <a:latin typeface="Times New Roman"/>
                <a:cs typeface="Arial"/>
              </a:rPr>
              <a:t>per</a:t>
            </a:r>
            <a:r>
              <a:rPr lang="ru-RU" sz="2000" dirty="0">
                <a:highlight>
                  <a:srgbClr val="FFFFFF"/>
                </a:highlight>
                <a:latin typeface="Times New Roman"/>
                <a:cs typeface="Arial"/>
              </a:rPr>
              <a:t> </a:t>
            </a:r>
            <a:r>
              <a:rPr lang="ru-RU" sz="2000" dirty="0" err="1">
                <a:highlight>
                  <a:srgbClr val="FFFFFF"/>
                </a:highlight>
                <a:latin typeface="Times New Roman"/>
                <a:cs typeface="Arial"/>
              </a:rPr>
              <a:t>key</a:t>
            </a:r>
            <a:r>
              <a:rPr lang="ru-RU" sz="2000" dirty="0">
                <a:highlight>
                  <a:srgbClr val="FFFFFF"/>
                </a:highlight>
                <a:latin typeface="Times New Roman"/>
                <a:cs typeface="Arial"/>
              </a:rPr>
              <a:t>. </a:t>
            </a:r>
            <a:r>
              <a:rPr lang="ru-RU" sz="2000" dirty="0" err="1">
                <a:highlight>
                  <a:srgbClr val="FFFFFF"/>
                </a:highlight>
                <a:latin typeface="Times New Roman"/>
                <a:cs typeface="Arial"/>
              </a:rPr>
              <a:t>Nonce</a:t>
            </a:r>
            <a:r>
              <a:rPr lang="ru-RU" sz="2000" dirty="0">
                <a:highlight>
                  <a:srgbClr val="FFFFFF"/>
                </a:highlight>
                <a:latin typeface="Times New Roman"/>
                <a:cs typeface="Arial"/>
              </a:rPr>
              <a:t> </a:t>
            </a:r>
            <a:r>
              <a:rPr lang="ru-RU" sz="2000" dirty="0" err="1">
                <a:highlight>
                  <a:srgbClr val="FFFFFF"/>
                </a:highlight>
                <a:latin typeface="Times New Roman"/>
                <a:cs typeface="Arial"/>
              </a:rPr>
              <a:t>reuse</a:t>
            </a:r>
            <a:r>
              <a:rPr lang="ru-RU" sz="2000" dirty="0">
                <a:highlight>
                  <a:srgbClr val="FFFFFF"/>
                </a:highlight>
                <a:latin typeface="Times New Roman"/>
                <a:cs typeface="Arial"/>
              </a:rPr>
              <a:t> </a:t>
            </a:r>
            <a:r>
              <a:rPr lang="ru-RU" sz="2000" dirty="0" err="1">
                <a:highlight>
                  <a:srgbClr val="FFFFFF"/>
                </a:highlight>
                <a:latin typeface="Times New Roman"/>
                <a:cs typeface="Arial"/>
              </a:rPr>
              <a:t>is</a:t>
            </a:r>
            <a:r>
              <a:rPr lang="ru-RU" sz="2000" dirty="0">
                <a:highlight>
                  <a:srgbClr val="FFFFFF"/>
                </a:highlight>
                <a:latin typeface="Times New Roman"/>
                <a:cs typeface="Arial"/>
              </a:rPr>
              <a:t> </a:t>
            </a:r>
            <a:r>
              <a:rPr lang="ru-RU" sz="2000" dirty="0" err="1">
                <a:highlight>
                  <a:srgbClr val="FFFFFF"/>
                </a:highlight>
                <a:latin typeface="Times New Roman"/>
                <a:cs typeface="Arial"/>
              </a:rPr>
              <a:t>catastrophic</a:t>
            </a:r>
            <a:r>
              <a:rPr lang="ru-RU" sz="2000" dirty="0">
                <a:highlight>
                  <a:srgbClr val="FFFFFF"/>
                </a:highlight>
                <a:latin typeface="Times New Roman"/>
                <a:cs typeface="Arial"/>
              </a:rPr>
              <a:t>.</a:t>
            </a:r>
          </a:p>
          <a:p>
            <a:r>
              <a:rPr lang="ru-RU" sz="2000" dirty="0" err="1">
                <a:highlight>
                  <a:srgbClr val="FFFFFF"/>
                </a:highlight>
                <a:latin typeface="Times New Roman"/>
                <a:cs typeface="Arial"/>
              </a:rPr>
              <a:t>Predictability</a:t>
            </a:r>
            <a:r>
              <a:rPr lang="ru-RU" sz="2000" dirty="0">
                <a:highlight>
                  <a:srgbClr val="FFFFFF"/>
                </a:highlight>
                <a:latin typeface="Times New Roman"/>
                <a:cs typeface="Arial"/>
              </a:rPr>
              <a:t> </a:t>
            </a:r>
            <a:r>
              <a:rPr lang="ru-RU" sz="2000" dirty="0" err="1">
                <a:highlight>
                  <a:srgbClr val="FFFFFF"/>
                </a:highlight>
                <a:latin typeface="Times New Roman"/>
                <a:cs typeface="Arial"/>
              </a:rPr>
              <a:t>Allowed</a:t>
            </a:r>
            <a:r>
              <a:rPr lang="ru-RU" sz="2000" dirty="0">
                <a:highlight>
                  <a:srgbClr val="FFFFFF"/>
                </a:highlight>
                <a:latin typeface="Times New Roman"/>
                <a:cs typeface="Arial"/>
              </a:rPr>
              <a:t>: </a:t>
            </a:r>
            <a:r>
              <a:rPr lang="ru-RU" sz="2000" dirty="0" err="1">
                <a:highlight>
                  <a:srgbClr val="FFFFFF"/>
                </a:highlight>
                <a:latin typeface="Times New Roman"/>
                <a:cs typeface="Arial"/>
              </a:rPr>
              <a:t>Unlike</a:t>
            </a:r>
            <a:r>
              <a:rPr lang="ru-RU" sz="2000" dirty="0">
                <a:highlight>
                  <a:srgbClr val="FFFFFF"/>
                </a:highlight>
                <a:latin typeface="Times New Roman"/>
                <a:cs typeface="Arial"/>
              </a:rPr>
              <a:t> CBC </a:t>
            </a:r>
            <a:r>
              <a:rPr lang="ru-RU" sz="2000" dirty="0" err="1">
                <a:highlight>
                  <a:srgbClr val="FFFFFF"/>
                </a:highlight>
                <a:latin typeface="Times New Roman"/>
                <a:cs typeface="Arial"/>
              </a:rPr>
              <a:t>IVs</a:t>
            </a:r>
            <a:r>
              <a:rPr lang="ru-RU" sz="2000" dirty="0">
                <a:highlight>
                  <a:srgbClr val="FFFFFF"/>
                </a:highlight>
                <a:latin typeface="Times New Roman"/>
                <a:cs typeface="Arial"/>
              </a:rPr>
              <a:t>, CTR </a:t>
            </a:r>
            <a:r>
              <a:rPr lang="ru-RU" sz="2000" dirty="0" err="1">
                <a:highlight>
                  <a:srgbClr val="FFFFFF"/>
                </a:highlight>
                <a:latin typeface="Times New Roman"/>
                <a:cs typeface="Arial"/>
              </a:rPr>
              <a:t>nonces</a:t>
            </a:r>
            <a:r>
              <a:rPr lang="ru-RU" sz="2000" dirty="0">
                <a:highlight>
                  <a:srgbClr val="FFFFFF"/>
                </a:highlight>
                <a:latin typeface="Times New Roman"/>
                <a:cs typeface="Arial"/>
              </a:rPr>
              <a:t> </a:t>
            </a:r>
            <a:r>
              <a:rPr lang="ru-RU" sz="2000" dirty="0" err="1">
                <a:highlight>
                  <a:srgbClr val="FFFFFF"/>
                </a:highlight>
                <a:latin typeface="Times New Roman"/>
                <a:cs typeface="Arial"/>
              </a:rPr>
              <a:t>can</a:t>
            </a:r>
            <a:r>
              <a:rPr lang="ru-RU" sz="2000" dirty="0">
                <a:highlight>
                  <a:srgbClr val="FFFFFF"/>
                </a:highlight>
                <a:latin typeface="Times New Roman"/>
                <a:cs typeface="Arial"/>
              </a:rPr>
              <a:t> </a:t>
            </a:r>
            <a:r>
              <a:rPr lang="ru-RU" sz="2000" dirty="0" err="1">
                <a:highlight>
                  <a:srgbClr val="FFFFFF"/>
                </a:highlight>
                <a:latin typeface="Times New Roman"/>
                <a:cs typeface="Arial"/>
              </a:rPr>
              <a:t>be</a:t>
            </a:r>
            <a:r>
              <a:rPr lang="ru-RU" sz="2000" dirty="0">
                <a:highlight>
                  <a:srgbClr val="FFFFFF"/>
                </a:highlight>
                <a:latin typeface="Times New Roman"/>
                <a:cs typeface="Arial"/>
              </a:rPr>
              <a:t> </a:t>
            </a:r>
            <a:r>
              <a:rPr lang="ru-RU" sz="2000" dirty="0" err="1">
                <a:highlight>
                  <a:srgbClr val="FFFFFF"/>
                </a:highlight>
                <a:latin typeface="Times New Roman"/>
                <a:cs typeface="Arial"/>
              </a:rPr>
              <a:t>sequential</a:t>
            </a:r>
            <a:r>
              <a:rPr lang="ru-RU" sz="2000" dirty="0">
                <a:highlight>
                  <a:srgbClr val="FFFFFF"/>
                </a:highlight>
                <a:latin typeface="Times New Roman"/>
                <a:cs typeface="Arial"/>
              </a:rPr>
              <a:t> </a:t>
            </a:r>
            <a:r>
              <a:rPr lang="ru-RU" sz="2000" dirty="0" err="1">
                <a:highlight>
                  <a:srgbClr val="FFFFFF"/>
                </a:highlight>
                <a:latin typeface="Times New Roman"/>
                <a:cs typeface="Arial"/>
              </a:rPr>
              <a:t>counters</a:t>
            </a:r>
            <a:r>
              <a:rPr lang="ru-RU" sz="2000" dirty="0">
                <a:highlight>
                  <a:srgbClr val="FFFFFF"/>
                </a:highlight>
                <a:latin typeface="Times New Roman"/>
                <a:cs typeface="Arial"/>
              </a:rPr>
              <a:t>, </a:t>
            </a:r>
            <a:r>
              <a:rPr lang="ru-RU" sz="2000" dirty="0" err="1">
                <a:highlight>
                  <a:srgbClr val="FFFFFF"/>
                </a:highlight>
                <a:latin typeface="Times New Roman"/>
                <a:cs typeface="Arial"/>
              </a:rPr>
              <a:t>timestamps</a:t>
            </a:r>
            <a:r>
              <a:rPr lang="ru-RU" sz="2000" dirty="0">
                <a:highlight>
                  <a:srgbClr val="FFFFFF"/>
                </a:highlight>
                <a:latin typeface="Times New Roman"/>
                <a:cs typeface="Arial"/>
              </a:rPr>
              <a:t>, </a:t>
            </a:r>
            <a:r>
              <a:rPr lang="ru-RU" sz="2000" dirty="0" err="1">
                <a:highlight>
                  <a:srgbClr val="FFFFFF"/>
                </a:highlight>
                <a:latin typeface="Times New Roman"/>
                <a:cs typeface="Arial"/>
              </a:rPr>
              <a:t>or</a:t>
            </a:r>
            <a:r>
              <a:rPr lang="ru-RU" sz="2000" dirty="0">
                <a:highlight>
                  <a:srgbClr val="FFFFFF"/>
                </a:highlight>
                <a:latin typeface="Times New Roman"/>
                <a:cs typeface="Arial"/>
              </a:rPr>
              <a:t> </a:t>
            </a:r>
            <a:r>
              <a:rPr lang="ru-RU" sz="2000" dirty="0" err="1">
                <a:highlight>
                  <a:srgbClr val="FFFFFF"/>
                </a:highlight>
                <a:latin typeface="Times New Roman"/>
                <a:cs typeface="Arial"/>
              </a:rPr>
              <a:t>derived</a:t>
            </a:r>
            <a:r>
              <a:rPr lang="ru-RU" sz="2000" dirty="0">
                <a:highlight>
                  <a:srgbClr val="FFFFFF"/>
                </a:highlight>
                <a:latin typeface="Times New Roman"/>
                <a:cs typeface="Arial"/>
              </a:rPr>
              <a:t> </a:t>
            </a:r>
            <a:r>
              <a:rPr lang="ru-RU" sz="2000" dirty="0" err="1">
                <a:highlight>
                  <a:srgbClr val="FFFFFF"/>
                </a:highlight>
                <a:latin typeface="Times New Roman"/>
                <a:cs typeface="Arial"/>
              </a:rPr>
              <a:t>deterministically</a:t>
            </a:r>
            <a:r>
              <a:rPr lang="ru-RU" sz="2000" dirty="0">
                <a:highlight>
                  <a:srgbClr val="FFFFFF"/>
                </a:highlight>
                <a:latin typeface="Times New Roman"/>
                <a:cs typeface="Arial"/>
              </a:rPr>
              <a:t>. </a:t>
            </a:r>
            <a:r>
              <a:rPr lang="ru-RU" sz="2000" dirty="0" err="1">
                <a:highlight>
                  <a:srgbClr val="FFFFFF"/>
                </a:highlight>
                <a:latin typeface="Times New Roman"/>
                <a:cs typeface="Arial"/>
              </a:rPr>
              <a:t>This</a:t>
            </a:r>
            <a:r>
              <a:rPr lang="ru-RU" sz="2000" dirty="0">
                <a:highlight>
                  <a:srgbClr val="FFFFFF"/>
                </a:highlight>
                <a:latin typeface="Times New Roman"/>
                <a:cs typeface="Arial"/>
              </a:rPr>
              <a:t> </a:t>
            </a:r>
            <a:r>
              <a:rPr lang="ru-RU" sz="2000" dirty="0" err="1">
                <a:highlight>
                  <a:srgbClr val="FFFFFF"/>
                </a:highlight>
                <a:latin typeface="Times New Roman"/>
                <a:cs typeface="Arial"/>
              </a:rPr>
              <a:t>simplifies</a:t>
            </a:r>
            <a:r>
              <a:rPr lang="ru-RU" sz="2000" dirty="0">
                <a:highlight>
                  <a:srgbClr val="FFFFFF"/>
                </a:highlight>
                <a:latin typeface="Times New Roman"/>
                <a:cs typeface="Arial"/>
              </a:rPr>
              <a:t> </a:t>
            </a:r>
            <a:r>
              <a:rPr lang="ru-RU" sz="2000" dirty="0" err="1">
                <a:highlight>
                  <a:srgbClr val="FFFFFF"/>
                </a:highlight>
                <a:latin typeface="Times New Roman"/>
                <a:cs typeface="Arial"/>
              </a:rPr>
              <a:t>implementation</a:t>
            </a:r>
            <a:r>
              <a:rPr lang="ru-RU" sz="2000" dirty="0">
                <a:highlight>
                  <a:srgbClr val="FFFFFF"/>
                </a:highlight>
                <a:latin typeface="Times New Roman"/>
                <a:cs typeface="Arial"/>
              </a:rPr>
              <a:t>.</a:t>
            </a:r>
          </a:p>
          <a:p>
            <a:r>
              <a:rPr lang="en-US" sz="2000" dirty="0">
                <a:highlight>
                  <a:srgbClr val="FFFFFF"/>
                </a:highlight>
                <a:latin typeface="Times New Roman"/>
                <a:cs typeface="Arial"/>
              </a:rPr>
              <a:t>Length: Typically 96 bits, allowing the remaining 32 bits for the counter (enabling 2³² blocks per nonce).</a:t>
            </a:r>
            <a:endParaRPr lang="ru-RU" sz="2000" dirty="0">
              <a:highlight>
                <a:srgbClr val="FFFFFF"/>
              </a:highlight>
              <a:latin typeface="Times New Roman"/>
              <a:cs typeface="Arial"/>
            </a:endParaRPr>
          </a:p>
          <a:p>
            <a:pPr marL="0" indent="0">
              <a:buNone/>
            </a:pPr>
            <a:endParaRPr lang="ru-RU" sz="2000" dirty="0">
              <a:latin typeface="Times New Roman"/>
              <a:cs typeface="Times New Roman"/>
            </a:endParaRPr>
          </a:p>
        </p:txBody>
      </p:sp>
    </p:spTree>
    <p:extLst>
      <p:ext uri="{BB962C8B-B14F-4D97-AF65-F5344CB8AC3E}">
        <p14:creationId xmlns:p14="http://schemas.microsoft.com/office/powerpoint/2010/main" val="23312859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0D53CCC2-7E89-882C-D1C4-D31D5F6C3486}"/>
              </a:ext>
            </a:extLst>
          </p:cNvPr>
          <p:cNvSpPr>
            <a:spLocks noGrp="1"/>
          </p:cNvSpPr>
          <p:nvPr>
            <p:ph type="title"/>
          </p:nvPr>
        </p:nvSpPr>
        <p:spPr>
          <a:xfrm>
            <a:off x="1371599" y="294538"/>
            <a:ext cx="9895951" cy="1033669"/>
          </a:xfrm>
        </p:spPr>
        <p:txBody>
          <a:bodyPr>
            <a:normAutofit/>
          </a:bodyPr>
          <a:lstStyle/>
          <a:p>
            <a:r>
              <a:rPr lang="ru-RU" sz="3700" b="1" err="1">
                <a:solidFill>
                  <a:srgbClr val="FFFFFF"/>
                </a:solidFill>
                <a:latin typeface="Times New Roman"/>
                <a:cs typeface="Arial"/>
              </a:rPr>
              <a:t>Example</a:t>
            </a:r>
            <a:r>
              <a:rPr lang="ru-RU" sz="3700" b="1" dirty="0">
                <a:solidFill>
                  <a:srgbClr val="FFFFFF"/>
                </a:solidFill>
                <a:latin typeface="Times New Roman"/>
                <a:cs typeface="Arial"/>
              </a:rPr>
              <a:t> 4.2: </a:t>
            </a:r>
            <a:r>
              <a:rPr lang="ru-RU" sz="3700" b="1" err="1">
                <a:solidFill>
                  <a:srgbClr val="FFFFFF"/>
                </a:solidFill>
                <a:latin typeface="Times New Roman"/>
                <a:cs typeface="Arial"/>
              </a:rPr>
              <a:t>Nonce</a:t>
            </a:r>
            <a:r>
              <a:rPr lang="ru-RU" sz="3700" b="1" dirty="0">
                <a:solidFill>
                  <a:srgbClr val="FFFFFF"/>
                </a:solidFill>
                <a:latin typeface="Times New Roman"/>
                <a:cs typeface="Arial"/>
              </a:rPr>
              <a:t> </a:t>
            </a:r>
            <a:r>
              <a:rPr lang="ru-RU" sz="3700" b="1" err="1">
                <a:solidFill>
                  <a:srgbClr val="FFFFFF"/>
                </a:solidFill>
                <a:latin typeface="Times New Roman"/>
                <a:cs typeface="Arial"/>
              </a:rPr>
              <a:t>Reuse</a:t>
            </a:r>
            <a:r>
              <a:rPr lang="ru-RU" sz="3700" b="1" dirty="0">
                <a:solidFill>
                  <a:srgbClr val="FFFFFF"/>
                </a:solidFill>
                <a:latin typeface="Times New Roman"/>
                <a:cs typeface="Arial"/>
              </a:rPr>
              <a:t> </a:t>
            </a:r>
            <a:r>
              <a:rPr lang="ru-RU" sz="3700" b="1" err="1">
                <a:solidFill>
                  <a:srgbClr val="FFFFFF"/>
                </a:solidFill>
                <a:latin typeface="Times New Roman"/>
                <a:cs typeface="Arial"/>
              </a:rPr>
              <a:t>Attack</a:t>
            </a:r>
            <a:r>
              <a:rPr lang="ru-RU" sz="3700" b="1" dirty="0">
                <a:solidFill>
                  <a:srgbClr val="FFFFFF"/>
                </a:solidFill>
                <a:latin typeface="Times New Roman"/>
                <a:cs typeface="Arial"/>
              </a:rPr>
              <a:t> </a:t>
            </a:r>
            <a:r>
              <a:rPr lang="ru-RU" sz="3700" b="1" err="1">
                <a:solidFill>
                  <a:srgbClr val="FFFFFF"/>
                </a:solidFill>
                <a:latin typeface="Times New Roman"/>
                <a:cs typeface="Arial"/>
              </a:rPr>
              <a:t>in</a:t>
            </a:r>
            <a:r>
              <a:rPr lang="ru-RU" sz="3700" b="1" dirty="0">
                <a:solidFill>
                  <a:srgbClr val="FFFFFF"/>
                </a:solidFill>
                <a:latin typeface="Times New Roman"/>
                <a:cs typeface="Arial"/>
              </a:rPr>
              <a:t> CTR</a:t>
            </a:r>
          </a:p>
        </p:txBody>
      </p:sp>
      <p:sp>
        <p:nvSpPr>
          <p:cNvPr id="3" name="Объект 2">
            <a:extLst>
              <a:ext uri="{FF2B5EF4-FFF2-40B4-BE49-F238E27FC236}">
                <a16:creationId xmlns:a16="http://schemas.microsoft.com/office/drawing/2014/main" id="{1FED0858-475C-6D72-9F6C-F9D5A3D4CA3D}"/>
              </a:ext>
            </a:extLst>
          </p:cNvPr>
          <p:cNvSpPr>
            <a:spLocks noGrp="1"/>
          </p:cNvSpPr>
          <p:nvPr>
            <p:ph idx="1"/>
          </p:nvPr>
        </p:nvSpPr>
        <p:spPr>
          <a:xfrm>
            <a:off x="1371599" y="2318197"/>
            <a:ext cx="9724031" cy="3683358"/>
          </a:xfrm>
        </p:spPr>
        <p:txBody>
          <a:bodyPr vert="horz" lIns="91440" tIns="45720" rIns="91440" bIns="45720" rtlCol="0" anchor="ctr">
            <a:noAutofit/>
          </a:bodyPr>
          <a:lstStyle/>
          <a:p>
            <a:pPr marL="0" indent="0">
              <a:buNone/>
            </a:pPr>
            <a:r>
              <a:rPr lang="ru-RU" sz="2000" dirty="0" err="1">
                <a:highlight>
                  <a:srgbClr val="FFFFFF"/>
                </a:highlight>
                <a:latin typeface="Times New Roman"/>
                <a:cs typeface="Arial"/>
              </a:rPr>
              <a:t>Suppose</a:t>
            </a:r>
            <a:r>
              <a:rPr lang="ru-RU" sz="2000" dirty="0">
                <a:highlight>
                  <a:srgbClr val="FFFFFF"/>
                </a:highlight>
                <a:latin typeface="Times New Roman"/>
                <a:cs typeface="Arial"/>
              </a:rPr>
              <a:t> </a:t>
            </a:r>
            <a:r>
              <a:rPr lang="ru-RU" sz="2000" dirty="0" err="1">
                <a:highlight>
                  <a:srgbClr val="FFFFFF"/>
                </a:highlight>
                <a:latin typeface="Times New Roman"/>
                <a:cs typeface="Arial"/>
              </a:rPr>
              <a:t>two</a:t>
            </a:r>
            <a:r>
              <a:rPr lang="ru-RU" sz="2000" dirty="0">
                <a:highlight>
                  <a:srgbClr val="FFFFFF"/>
                </a:highlight>
                <a:latin typeface="Times New Roman"/>
                <a:cs typeface="Arial"/>
              </a:rPr>
              <a:t> </a:t>
            </a:r>
            <a:r>
              <a:rPr lang="ru-RU" sz="2000" dirty="0" err="1">
                <a:highlight>
                  <a:srgbClr val="FFFFFF"/>
                </a:highlight>
                <a:latin typeface="Times New Roman"/>
                <a:cs typeface="Arial"/>
              </a:rPr>
              <a:t>messages</a:t>
            </a:r>
            <a:r>
              <a:rPr lang="ru-RU" sz="2000" dirty="0">
                <a:highlight>
                  <a:srgbClr val="FFFFFF"/>
                </a:highlight>
                <a:latin typeface="Times New Roman"/>
                <a:cs typeface="Arial"/>
              </a:rPr>
              <a:t> M₁ </a:t>
            </a:r>
            <a:r>
              <a:rPr lang="ru-RU" sz="2000" dirty="0" err="1">
                <a:highlight>
                  <a:srgbClr val="FFFFFF"/>
                </a:highlight>
                <a:latin typeface="Times New Roman"/>
                <a:cs typeface="Arial"/>
              </a:rPr>
              <a:t>and</a:t>
            </a:r>
            <a:r>
              <a:rPr lang="ru-RU" sz="2000" dirty="0">
                <a:highlight>
                  <a:srgbClr val="FFFFFF"/>
                </a:highlight>
                <a:latin typeface="Times New Roman"/>
                <a:cs typeface="Arial"/>
              </a:rPr>
              <a:t> M₂ </a:t>
            </a:r>
            <a:r>
              <a:rPr lang="ru-RU" sz="2000" dirty="0" err="1">
                <a:highlight>
                  <a:srgbClr val="FFFFFF"/>
                </a:highlight>
                <a:latin typeface="Times New Roman"/>
                <a:cs typeface="Arial"/>
              </a:rPr>
              <a:t>are</a:t>
            </a:r>
            <a:r>
              <a:rPr lang="ru-RU" sz="2000" dirty="0">
                <a:highlight>
                  <a:srgbClr val="FFFFFF"/>
                </a:highlight>
                <a:latin typeface="Times New Roman"/>
                <a:cs typeface="Arial"/>
              </a:rPr>
              <a:t> </a:t>
            </a:r>
            <a:r>
              <a:rPr lang="ru-RU" sz="2000" dirty="0" err="1">
                <a:highlight>
                  <a:srgbClr val="FFFFFF"/>
                </a:highlight>
                <a:latin typeface="Times New Roman"/>
                <a:cs typeface="Arial"/>
              </a:rPr>
              <a:t>encrypted</a:t>
            </a:r>
            <a:r>
              <a:rPr lang="ru-RU" sz="2000" dirty="0">
                <a:highlight>
                  <a:srgbClr val="FFFFFF"/>
                </a:highlight>
                <a:latin typeface="Times New Roman"/>
                <a:cs typeface="Arial"/>
              </a:rPr>
              <a:t> </a:t>
            </a:r>
            <a:r>
              <a:rPr lang="ru-RU" sz="2000" dirty="0" err="1">
                <a:highlight>
                  <a:srgbClr val="FFFFFF"/>
                </a:highlight>
                <a:latin typeface="Times New Roman"/>
                <a:cs typeface="Arial"/>
              </a:rPr>
              <a:t>with</a:t>
            </a:r>
            <a:r>
              <a:rPr lang="ru-RU" sz="2000" dirty="0">
                <a:highlight>
                  <a:srgbClr val="FFFFFF"/>
                </a:highlight>
                <a:latin typeface="Times New Roman"/>
                <a:cs typeface="Arial"/>
              </a:rPr>
              <a:t> </a:t>
            </a:r>
            <a:r>
              <a:rPr lang="ru-RU" sz="2000" dirty="0" err="1">
                <a:highlight>
                  <a:srgbClr val="FFFFFF"/>
                </a:highlight>
                <a:latin typeface="Times New Roman"/>
                <a:cs typeface="Arial"/>
              </a:rPr>
              <a:t>the</a:t>
            </a:r>
            <a:r>
              <a:rPr lang="ru-RU" sz="2000" dirty="0">
                <a:highlight>
                  <a:srgbClr val="FFFFFF"/>
                </a:highlight>
                <a:latin typeface="Times New Roman"/>
                <a:cs typeface="Arial"/>
              </a:rPr>
              <a:t> </a:t>
            </a:r>
            <a:r>
              <a:rPr lang="ru-RU" sz="2000" dirty="0" err="1">
                <a:highlight>
                  <a:srgbClr val="FFFFFF"/>
                </a:highlight>
                <a:latin typeface="Times New Roman"/>
                <a:cs typeface="Arial"/>
              </a:rPr>
              <a:t>same</a:t>
            </a:r>
            <a:r>
              <a:rPr lang="ru-RU" sz="2000" dirty="0">
                <a:highlight>
                  <a:srgbClr val="FFFFFF"/>
                </a:highlight>
                <a:latin typeface="Times New Roman"/>
                <a:cs typeface="Arial"/>
              </a:rPr>
              <a:t> </a:t>
            </a:r>
            <a:r>
              <a:rPr lang="ru-RU" sz="2000" dirty="0" err="1">
                <a:highlight>
                  <a:srgbClr val="FFFFFF"/>
                </a:highlight>
                <a:latin typeface="Times New Roman"/>
                <a:cs typeface="Arial"/>
              </a:rPr>
              <a:t>nonce</a:t>
            </a:r>
            <a:r>
              <a:rPr lang="ru-RU" sz="2000" dirty="0">
                <a:highlight>
                  <a:srgbClr val="FFFFFF"/>
                </a:highlight>
                <a:latin typeface="Times New Roman"/>
                <a:cs typeface="Arial"/>
              </a:rPr>
              <a:t> </a:t>
            </a:r>
            <a:r>
              <a:rPr lang="ru-RU" sz="2000" dirty="0" err="1">
                <a:highlight>
                  <a:srgbClr val="FFFFFF"/>
                </a:highlight>
                <a:latin typeface="Times New Roman"/>
                <a:cs typeface="Arial"/>
              </a:rPr>
              <a:t>and</a:t>
            </a:r>
            <a:r>
              <a:rPr lang="ru-RU" sz="2000" dirty="0">
                <a:highlight>
                  <a:srgbClr val="FFFFFF"/>
                </a:highlight>
                <a:latin typeface="Times New Roman"/>
                <a:cs typeface="Arial"/>
              </a:rPr>
              <a:t> </a:t>
            </a:r>
            <a:r>
              <a:rPr lang="ru-RU" sz="2000" dirty="0" err="1">
                <a:highlight>
                  <a:srgbClr val="FFFFFF"/>
                </a:highlight>
                <a:latin typeface="Times New Roman"/>
                <a:cs typeface="Arial"/>
              </a:rPr>
              <a:t>key</a:t>
            </a:r>
            <a:r>
              <a:rPr lang="ru-RU" sz="2000" dirty="0">
                <a:highlight>
                  <a:srgbClr val="FFFFFF"/>
                </a:highlight>
                <a:latin typeface="Times New Roman"/>
                <a:cs typeface="Arial"/>
              </a:rPr>
              <a:t>:</a:t>
            </a:r>
            <a:endParaRPr lang="ru-RU" sz="2000" dirty="0">
              <a:latin typeface="Times New Roman"/>
              <a:cs typeface="Times New Roman"/>
            </a:endParaRPr>
          </a:p>
          <a:p>
            <a:pPr marL="0" indent="0">
              <a:buNone/>
            </a:pPr>
            <a:r>
              <a:rPr lang="en-US" sz="2000" dirty="0">
                <a:highlight>
                  <a:srgbClr val="FFFFFF"/>
                </a:highlight>
                <a:latin typeface="Courier New"/>
                <a:cs typeface="Courier New"/>
              </a:rPr>
              <a:t>C₁ = P₁ ⊕ Eₖ(nonce || ctr₀)</a:t>
            </a:r>
            <a:endParaRPr lang="ru-RU" sz="2000" dirty="0">
              <a:highlight>
                <a:srgbClr val="FFFFFF"/>
              </a:highlight>
              <a:latin typeface="Courier New"/>
              <a:cs typeface="Courier New"/>
            </a:endParaRPr>
          </a:p>
          <a:p>
            <a:pPr marL="0" indent="0">
              <a:buNone/>
            </a:pPr>
            <a:r>
              <a:rPr lang="en-US" sz="2000" dirty="0">
                <a:highlight>
                  <a:srgbClr val="FFFFFF"/>
                </a:highlight>
                <a:latin typeface="Courier New"/>
                <a:cs typeface="Courier New"/>
              </a:rPr>
              <a:t>C₂ = P₂ ⊕ Eₖ(nonce || ctr₀) (same keystream!)</a:t>
            </a:r>
            <a:endParaRPr lang="ru-RU" sz="2000" dirty="0">
              <a:highlight>
                <a:srgbClr val="FFFFFF"/>
              </a:highlight>
              <a:latin typeface="Courier New"/>
              <a:cs typeface="Courier New"/>
            </a:endParaRPr>
          </a:p>
          <a:p>
            <a:pPr marL="0" indent="0">
              <a:buNone/>
            </a:pPr>
            <a:r>
              <a:rPr lang="en-US" sz="2000" dirty="0">
                <a:highlight>
                  <a:srgbClr val="FFFFFF"/>
                </a:highlight>
                <a:latin typeface="Times New Roman"/>
                <a:cs typeface="Arial"/>
              </a:rPr>
              <a:t>The adversary computes C₁ ⊕ C₂ = P₁ ⊕ P₂, completely eliminating the keystream. This XOR of plaintexts can be cryptanalyzed:</a:t>
            </a:r>
            <a:endParaRPr lang="ru-RU" sz="2000" dirty="0">
              <a:highlight>
                <a:srgbClr val="FFFFFF"/>
              </a:highlight>
              <a:latin typeface="Times New Roman"/>
              <a:cs typeface="Arial"/>
            </a:endParaRPr>
          </a:p>
          <a:p>
            <a:r>
              <a:rPr lang="en-US" sz="2000" dirty="0">
                <a:highlight>
                  <a:srgbClr val="FFFFFF"/>
                </a:highlight>
                <a:latin typeface="Times New Roman"/>
                <a:cs typeface="Arial"/>
              </a:rPr>
              <a:t>If P₁ or P₂ is known, the other is immediately revealed.</a:t>
            </a:r>
            <a:endParaRPr lang="ru-RU" sz="2000" dirty="0">
              <a:highlight>
                <a:srgbClr val="FFFFFF"/>
              </a:highlight>
              <a:latin typeface="Times New Roman"/>
              <a:cs typeface="Arial"/>
            </a:endParaRPr>
          </a:p>
          <a:p>
            <a:r>
              <a:rPr lang="ru-RU" sz="2000" dirty="0" err="1">
                <a:highlight>
                  <a:srgbClr val="FFFFFF"/>
                </a:highlight>
                <a:latin typeface="Times New Roman"/>
                <a:cs typeface="Arial"/>
              </a:rPr>
              <a:t>Statistical</a:t>
            </a:r>
            <a:r>
              <a:rPr lang="ru-RU" sz="2000" dirty="0">
                <a:highlight>
                  <a:srgbClr val="FFFFFF"/>
                </a:highlight>
                <a:latin typeface="Times New Roman"/>
                <a:cs typeface="Arial"/>
              </a:rPr>
              <a:t> </a:t>
            </a:r>
            <a:r>
              <a:rPr lang="ru-RU" sz="2000" dirty="0" err="1">
                <a:highlight>
                  <a:srgbClr val="FFFFFF"/>
                </a:highlight>
                <a:latin typeface="Times New Roman"/>
                <a:cs typeface="Arial"/>
              </a:rPr>
              <a:t>analysis</a:t>
            </a:r>
            <a:r>
              <a:rPr lang="ru-RU" sz="2000" dirty="0">
                <a:highlight>
                  <a:srgbClr val="FFFFFF"/>
                </a:highlight>
                <a:latin typeface="Times New Roman"/>
                <a:cs typeface="Arial"/>
              </a:rPr>
              <a:t> </a:t>
            </a:r>
            <a:r>
              <a:rPr lang="ru-RU" sz="2000" dirty="0" err="1">
                <a:highlight>
                  <a:srgbClr val="FFFFFF"/>
                </a:highlight>
                <a:latin typeface="Times New Roman"/>
                <a:cs typeface="Arial"/>
              </a:rPr>
              <a:t>of</a:t>
            </a:r>
            <a:r>
              <a:rPr lang="ru-RU" sz="2000" dirty="0">
                <a:highlight>
                  <a:srgbClr val="FFFFFF"/>
                </a:highlight>
                <a:latin typeface="Times New Roman"/>
                <a:cs typeface="Arial"/>
              </a:rPr>
              <a:t> P₁ ⊕ P₂ </a:t>
            </a:r>
            <a:r>
              <a:rPr lang="ru-RU" sz="2000" dirty="0" err="1">
                <a:highlight>
                  <a:srgbClr val="FFFFFF"/>
                </a:highlight>
                <a:latin typeface="Times New Roman"/>
                <a:cs typeface="Arial"/>
              </a:rPr>
              <a:t>can</a:t>
            </a:r>
            <a:r>
              <a:rPr lang="ru-RU" sz="2000" dirty="0">
                <a:highlight>
                  <a:srgbClr val="FFFFFF"/>
                </a:highlight>
                <a:latin typeface="Times New Roman"/>
                <a:cs typeface="Arial"/>
              </a:rPr>
              <a:t> </a:t>
            </a:r>
            <a:r>
              <a:rPr lang="ru-RU" sz="2000" dirty="0" err="1">
                <a:highlight>
                  <a:srgbClr val="FFFFFF"/>
                </a:highlight>
                <a:latin typeface="Times New Roman"/>
                <a:cs typeface="Arial"/>
              </a:rPr>
              <a:t>recover</a:t>
            </a:r>
            <a:r>
              <a:rPr lang="ru-RU" sz="2000" dirty="0">
                <a:highlight>
                  <a:srgbClr val="FFFFFF"/>
                </a:highlight>
                <a:latin typeface="Times New Roman"/>
                <a:cs typeface="Arial"/>
              </a:rPr>
              <a:t> </a:t>
            </a:r>
            <a:r>
              <a:rPr lang="ru-RU" sz="2000" dirty="0" err="1">
                <a:highlight>
                  <a:srgbClr val="FFFFFF"/>
                </a:highlight>
                <a:latin typeface="Times New Roman"/>
                <a:cs typeface="Arial"/>
              </a:rPr>
              <a:t>both</a:t>
            </a:r>
            <a:r>
              <a:rPr lang="ru-RU" sz="2000" dirty="0">
                <a:highlight>
                  <a:srgbClr val="FFFFFF"/>
                </a:highlight>
                <a:latin typeface="Times New Roman"/>
                <a:cs typeface="Arial"/>
              </a:rPr>
              <a:t> </a:t>
            </a:r>
            <a:r>
              <a:rPr lang="ru-RU" sz="2000" dirty="0" err="1">
                <a:highlight>
                  <a:srgbClr val="FFFFFF"/>
                </a:highlight>
                <a:latin typeface="Times New Roman"/>
                <a:cs typeface="Arial"/>
              </a:rPr>
              <a:t>plaintexts</a:t>
            </a:r>
            <a:r>
              <a:rPr lang="ru-RU" sz="2000" dirty="0">
                <a:highlight>
                  <a:srgbClr val="FFFFFF"/>
                </a:highlight>
                <a:latin typeface="Times New Roman"/>
                <a:cs typeface="Arial"/>
              </a:rPr>
              <a:t> (</a:t>
            </a:r>
            <a:r>
              <a:rPr lang="ru-RU" sz="2000" dirty="0" err="1">
                <a:highlight>
                  <a:srgbClr val="FFFFFF"/>
                </a:highlight>
                <a:latin typeface="Times New Roman"/>
                <a:cs typeface="Arial"/>
              </a:rPr>
              <a:t>especially</a:t>
            </a:r>
            <a:r>
              <a:rPr lang="ru-RU" sz="2000" dirty="0">
                <a:highlight>
                  <a:srgbClr val="FFFFFF"/>
                </a:highlight>
                <a:latin typeface="Times New Roman"/>
                <a:cs typeface="Arial"/>
              </a:rPr>
              <a:t> </a:t>
            </a:r>
            <a:r>
              <a:rPr lang="ru-RU" sz="2000" dirty="0" err="1">
                <a:highlight>
                  <a:srgbClr val="FFFFFF"/>
                </a:highlight>
                <a:latin typeface="Times New Roman"/>
                <a:cs typeface="Arial"/>
              </a:rPr>
              <a:t>for</a:t>
            </a:r>
            <a:r>
              <a:rPr lang="ru-RU" sz="2000" dirty="0">
                <a:highlight>
                  <a:srgbClr val="FFFFFF"/>
                </a:highlight>
                <a:latin typeface="Times New Roman"/>
                <a:cs typeface="Arial"/>
              </a:rPr>
              <a:t> </a:t>
            </a:r>
            <a:r>
              <a:rPr lang="ru-RU" sz="2000" dirty="0" err="1">
                <a:highlight>
                  <a:srgbClr val="FFFFFF"/>
                </a:highlight>
                <a:latin typeface="Times New Roman"/>
                <a:cs typeface="Arial"/>
              </a:rPr>
              <a:t>natural</a:t>
            </a:r>
            <a:r>
              <a:rPr lang="ru-RU" sz="2000" dirty="0">
                <a:highlight>
                  <a:srgbClr val="FFFFFF"/>
                </a:highlight>
                <a:latin typeface="Times New Roman"/>
                <a:cs typeface="Arial"/>
              </a:rPr>
              <a:t> </a:t>
            </a:r>
            <a:r>
              <a:rPr lang="ru-RU" sz="2000" dirty="0" err="1">
                <a:highlight>
                  <a:srgbClr val="FFFFFF"/>
                </a:highlight>
                <a:latin typeface="Times New Roman"/>
                <a:cs typeface="Arial"/>
              </a:rPr>
              <a:t>language</a:t>
            </a:r>
            <a:r>
              <a:rPr lang="ru-RU" sz="2000" dirty="0">
                <a:highlight>
                  <a:srgbClr val="FFFFFF"/>
                </a:highlight>
                <a:latin typeface="Times New Roman"/>
                <a:cs typeface="Arial"/>
              </a:rPr>
              <a:t> </a:t>
            </a:r>
            <a:r>
              <a:rPr lang="ru-RU" sz="2000" dirty="0" err="1">
                <a:highlight>
                  <a:srgbClr val="FFFFFF"/>
                </a:highlight>
                <a:latin typeface="Times New Roman"/>
                <a:cs typeface="Arial"/>
              </a:rPr>
              <a:t>text</a:t>
            </a:r>
            <a:r>
              <a:rPr lang="ru-RU" sz="2000" dirty="0">
                <a:highlight>
                  <a:srgbClr val="FFFFFF"/>
                </a:highlight>
                <a:latin typeface="Times New Roman"/>
                <a:cs typeface="Arial"/>
              </a:rPr>
              <a:t>).</a:t>
            </a:r>
          </a:p>
          <a:p>
            <a:r>
              <a:rPr lang="ru-RU" sz="2000" dirty="0" err="1">
                <a:highlight>
                  <a:srgbClr val="FFFFFF"/>
                </a:highlight>
                <a:latin typeface="Times New Roman"/>
                <a:cs typeface="Arial"/>
              </a:rPr>
              <a:t>Multiple</a:t>
            </a:r>
            <a:r>
              <a:rPr lang="ru-RU" sz="2000" dirty="0">
                <a:highlight>
                  <a:srgbClr val="FFFFFF"/>
                </a:highlight>
                <a:latin typeface="Times New Roman"/>
                <a:cs typeface="Arial"/>
              </a:rPr>
              <a:t> </a:t>
            </a:r>
            <a:r>
              <a:rPr lang="ru-RU" sz="2000" dirty="0" err="1">
                <a:highlight>
                  <a:srgbClr val="FFFFFF"/>
                </a:highlight>
                <a:latin typeface="Times New Roman"/>
                <a:cs typeface="Arial"/>
              </a:rPr>
              <a:t>nonce-reuse</a:t>
            </a:r>
            <a:r>
              <a:rPr lang="ru-RU" sz="2000" dirty="0">
                <a:highlight>
                  <a:srgbClr val="FFFFFF"/>
                </a:highlight>
                <a:latin typeface="Times New Roman"/>
                <a:cs typeface="Arial"/>
              </a:rPr>
              <a:t> </a:t>
            </a:r>
            <a:r>
              <a:rPr lang="ru-RU" sz="2000" dirty="0" err="1">
                <a:highlight>
                  <a:srgbClr val="FFFFFF"/>
                </a:highlight>
                <a:latin typeface="Times New Roman"/>
                <a:cs typeface="Arial"/>
              </a:rPr>
              <a:t>instances</a:t>
            </a:r>
            <a:r>
              <a:rPr lang="ru-RU" sz="2000" dirty="0">
                <a:highlight>
                  <a:srgbClr val="FFFFFF"/>
                </a:highlight>
                <a:latin typeface="Times New Roman"/>
                <a:cs typeface="Arial"/>
              </a:rPr>
              <a:t> </a:t>
            </a:r>
            <a:r>
              <a:rPr lang="ru-RU" sz="2000" dirty="0" err="1">
                <a:highlight>
                  <a:srgbClr val="FFFFFF"/>
                </a:highlight>
                <a:latin typeface="Times New Roman"/>
                <a:cs typeface="Arial"/>
              </a:rPr>
              <a:t>enable</a:t>
            </a:r>
            <a:r>
              <a:rPr lang="ru-RU" sz="2000" dirty="0">
                <a:highlight>
                  <a:srgbClr val="FFFFFF"/>
                </a:highlight>
                <a:latin typeface="Times New Roman"/>
                <a:cs typeface="Arial"/>
              </a:rPr>
              <a:t> </a:t>
            </a:r>
            <a:r>
              <a:rPr lang="ru-RU" sz="2000" dirty="0" err="1">
                <a:highlight>
                  <a:srgbClr val="FFFFFF"/>
                </a:highlight>
                <a:latin typeface="Times New Roman"/>
                <a:cs typeface="Arial"/>
              </a:rPr>
              <a:t>complete</a:t>
            </a:r>
            <a:r>
              <a:rPr lang="ru-RU" sz="2000" dirty="0">
                <a:highlight>
                  <a:srgbClr val="FFFFFF"/>
                </a:highlight>
                <a:latin typeface="Times New Roman"/>
                <a:cs typeface="Arial"/>
              </a:rPr>
              <a:t> </a:t>
            </a:r>
            <a:r>
              <a:rPr lang="ru-RU" sz="2000" dirty="0" err="1">
                <a:highlight>
                  <a:srgbClr val="FFFFFF"/>
                </a:highlight>
                <a:latin typeface="Times New Roman"/>
                <a:cs typeface="Arial"/>
              </a:rPr>
              <a:t>keystream</a:t>
            </a:r>
            <a:r>
              <a:rPr lang="ru-RU" sz="2000" dirty="0">
                <a:highlight>
                  <a:srgbClr val="FFFFFF"/>
                </a:highlight>
                <a:latin typeface="Times New Roman"/>
                <a:cs typeface="Arial"/>
              </a:rPr>
              <a:t> </a:t>
            </a:r>
            <a:r>
              <a:rPr lang="ru-RU" sz="2000" dirty="0" err="1">
                <a:highlight>
                  <a:srgbClr val="FFFFFF"/>
                </a:highlight>
                <a:latin typeface="Times New Roman"/>
                <a:cs typeface="Arial"/>
              </a:rPr>
              <a:t>recovery</a:t>
            </a:r>
            <a:r>
              <a:rPr lang="ru-RU" sz="2000" dirty="0">
                <a:highlight>
                  <a:srgbClr val="FFFFFF"/>
                </a:highlight>
                <a:latin typeface="Times New Roman"/>
                <a:cs typeface="Arial"/>
              </a:rPr>
              <a:t>.</a:t>
            </a:r>
          </a:p>
          <a:p>
            <a:pPr marL="0" indent="0">
              <a:buNone/>
            </a:pPr>
            <a:r>
              <a:rPr lang="ru-RU" sz="2000" dirty="0" err="1">
                <a:highlight>
                  <a:srgbClr val="FFFFFF"/>
                </a:highlight>
                <a:latin typeface="Times New Roman"/>
                <a:cs typeface="Arial"/>
              </a:rPr>
              <a:t>This</a:t>
            </a:r>
            <a:r>
              <a:rPr lang="ru-RU" sz="2000" dirty="0">
                <a:highlight>
                  <a:srgbClr val="FFFFFF"/>
                </a:highlight>
                <a:latin typeface="Times New Roman"/>
                <a:cs typeface="Arial"/>
              </a:rPr>
              <a:t> </a:t>
            </a:r>
            <a:r>
              <a:rPr lang="ru-RU" sz="2000" dirty="0" err="1">
                <a:highlight>
                  <a:srgbClr val="FFFFFF"/>
                </a:highlight>
                <a:latin typeface="Times New Roman"/>
                <a:cs typeface="Arial"/>
              </a:rPr>
              <a:t>attack</a:t>
            </a:r>
            <a:r>
              <a:rPr lang="ru-RU" sz="2000" dirty="0">
                <a:highlight>
                  <a:srgbClr val="FFFFFF"/>
                </a:highlight>
                <a:latin typeface="Times New Roman"/>
                <a:cs typeface="Arial"/>
              </a:rPr>
              <a:t> </a:t>
            </a:r>
            <a:r>
              <a:rPr lang="ru-RU" sz="2000" dirty="0" err="1">
                <a:highlight>
                  <a:srgbClr val="FFFFFF"/>
                </a:highlight>
                <a:latin typeface="Times New Roman"/>
                <a:cs typeface="Arial"/>
              </a:rPr>
              <a:t>is</a:t>
            </a:r>
            <a:r>
              <a:rPr lang="ru-RU" sz="2000" dirty="0">
                <a:highlight>
                  <a:srgbClr val="FFFFFF"/>
                </a:highlight>
                <a:latin typeface="Times New Roman"/>
                <a:cs typeface="Arial"/>
              </a:rPr>
              <a:t> </a:t>
            </a:r>
            <a:r>
              <a:rPr lang="ru-RU" sz="2000" dirty="0" err="1">
                <a:highlight>
                  <a:srgbClr val="FFFFFF"/>
                </a:highlight>
                <a:latin typeface="Times New Roman"/>
                <a:cs typeface="Arial"/>
              </a:rPr>
              <a:t>identical</a:t>
            </a:r>
            <a:r>
              <a:rPr lang="ru-RU" sz="2000" dirty="0">
                <a:highlight>
                  <a:srgbClr val="FFFFFF"/>
                </a:highlight>
                <a:latin typeface="Times New Roman"/>
                <a:cs typeface="Arial"/>
              </a:rPr>
              <a:t> </a:t>
            </a:r>
            <a:r>
              <a:rPr lang="ru-RU" sz="2000" dirty="0" err="1">
                <a:highlight>
                  <a:srgbClr val="FFFFFF"/>
                </a:highlight>
                <a:latin typeface="Times New Roman"/>
                <a:cs typeface="Arial"/>
              </a:rPr>
              <a:t>to</a:t>
            </a:r>
            <a:r>
              <a:rPr lang="ru-RU" sz="2000" dirty="0">
                <a:highlight>
                  <a:srgbClr val="FFFFFF"/>
                </a:highlight>
                <a:latin typeface="Times New Roman"/>
                <a:cs typeface="Arial"/>
              </a:rPr>
              <a:t> </a:t>
            </a:r>
            <a:r>
              <a:rPr lang="ru-RU" sz="2000" dirty="0" err="1">
                <a:highlight>
                  <a:srgbClr val="FFFFFF"/>
                </a:highlight>
                <a:latin typeface="Times New Roman"/>
                <a:cs typeface="Arial"/>
              </a:rPr>
              <a:t>two-time</a:t>
            </a:r>
            <a:r>
              <a:rPr lang="ru-RU" sz="2000" dirty="0">
                <a:highlight>
                  <a:srgbClr val="FFFFFF"/>
                </a:highlight>
                <a:latin typeface="Times New Roman"/>
                <a:cs typeface="Arial"/>
              </a:rPr>
              <a:t> </a:t>
            </a:r>
            <a:r>
              <a:rPr lang="ru-RU" sz="2000" dirty="0" err="1">
                <a:highlight>
                  <a:srgbClr val="FFFFFF"/>
                </a:highlight>
                <a:latin typeface="Times New Roman"/>
                <a:cs typeface="Arial"/>
              </a:rPr>
              <a:t>pad</a:t>
            </a:r>
            <a:r>
              <a:rPr lang="ru-RU" sz="2000" dirty="0">
                <a:highlight>
                  <a:srgbClr val="FFFFFF"/>
                </a:highlight>
                <a:latin typeface="Times New Roman"/>
                <a:cs typeface="Arial"/>
              </a:rPr>
              <a:t> </a:t>
            </a:r>
            <a:r>
              <a:rPr lang="ru-RU" sz="2000" dirty="0" err="1">
                <a:highlight>
                  <a:srgbClr val="FFFFFF"/>
                </a:highlight>
                <a:latin typeface="Times New Roman"/>
                <a:cs typeface="Arial"/>
              </a:rPr>
              <a:t>vulnerabilities</a:t>
            </a:r>
            <a:r>
              <a:rPr lang="ru-RU" sz="2000" dirty="0">
                <a:highlight>
                  <a:srgbClr val="FFFFFF"/>
                </a:highlight>
                <a:latin typeface="Times New Roman"/>
                <a:cs typeface="Arial"/>
              </a:rPr>
              <a:t> </a:t>
            </a:r>
            <a:r>
              <a:rPr lang="ru-RU" sz="2000" dirty="0" err="1">
                <a:highlight>
                  <a:srgbClr val="FFFFFF"/>
                </a:highlight>
                <a:latin typeface="Times New Roman"/>
                <a:cs typeface="Arial"/>
              </a:rPr>
              <a:t>in</a:t>
            </a:r>
            <a:r>
              <a:rPr lang="ru-RU" sz="2000" dirty="0">
                <a:highlight>
                  <a:srgbClr val="FFFFFF"/>
                </a:highlight>
                <a:latin typeface="Times New Roman"/>
                <a:cs typeface="Arial"/>
              </a:rPr>
              <a:t> </a:t>
            </a:r>
            <a:r>
              <a:rPr lang="ru-RU" sz="2000" dirty="0" err="1">
                <a:highlight>
                  <a:srgbClr val="FFFFFF"/>
                </a:highlight>
                <a:latin typeface="Times New Roman"/>
                <a:cs typeface="Arial"/>
              </a:rPr>
              <a:t>stream</a:t>
            </a:r>
            <a:r>
              <a:rPr lang="ru-RU" sz="2000" dirty="0">
                <a:highlight>
                  <a:srgbClr val="FFFFFF"/>
                </a:highlight>
                <a:latin typeface="Times New Roman"/>
                <a:cs typeface="Arial"/>
              </a:rPr>
              <a:t> </a:t>
            </a:r>
            <a:r>
              <a:rPr lang="ru-RU" sz="2000" dirty="0" err="1">
                <a:highlight>
                  <a:srgbClr val="FFFFFF"/>
                </a:highlight>
                <a:latin typeface="Times New Roman"/>
                <a:cs typeface="Arial"/>
              </a:rPr>
              <a:t>ciphers</a:t>
            </a:r>
            <a:r>
              <a:rPr lang="ru-RU" sz="2000" dirty="0">
                <a:highlight>
                  <a:srgbClr val="FFFFFF"/>
                </a:highlight>
                <a:latin typeface="Times New Roman"/>
                <a:cs typeface="Arial"/>
              </a:rPr>
              <a:t>. </a:t>
            </a:r>
            <a:r>
              <a:rPr lang="ru-RU" sz="2000" dirty="0" err="1">
                <a:highlight>
                  <a:srgbClr val="FFFFFF"/>
                </a:highlight>
                <a:latin typeface="Times New Roman"/>
                <a:cs typeface="Arial"/>
              </a:rPr>
              <a:t>Nonce</a:t>
            </a:r>
            <a:r>
              <a:rPr lang="ru-RU" sz="2000" dirty="0">
                <a:highlight>
                  <a:srgbClr val="FFFFFF"/>
                </a:highlight>
                <a:latin typeface="Times New Roman"/>
                <a:cs typeface="Arial"/>
              </a:rPr>
              <a:t> </a:t>
            </a:r>
            <a:r>
              <a:rPr lang="ru-RU" sz="2000" dirty="0" err="1">
                <a:highlight>
                  <a:srgbClr val="FFFFFF"/>
                </a:highlight>
                <a:latin typeface="Times New Roman"/>
                <a:cs typeface="Arial"/>
              </a:rPr>
              <a:t>management</a:t>
            </a:r>
            <a:r>
              <a:rPr lang="ru-RU" sz="2000" dirty="0">
                <a:highlight>
                  <a:srgbClr val="FFFFFF"/>
                </a:highlight>
                <a:latin typeface="Times New Roman"/>
                <a:cs typeface="Arial"/>
              </a:rPr>
              <a:t> </a:t>
            </a:r>
            <a:r>
              <a:rPr lang="ru-RU" sz="2000" dirty="0" err="1">
                <a:highlight>
                  <a:srgbClr val="FFFFFF"/>
                </a:highlight>
                <a:latin typeface="Times New Roman"/>
                <a:cs typeface="Arial"/>
              </a:rPr>
              <a:t>is</a:t>
            </a:r>
            <a:r>
              <a:rPr lang="ru-RU" sz="2000" dirty="0">
                <a:highlight>
                  <a:srgbClr val="FFFFFF"/>
                </a:highlight>
                <a:latin typeface="Times New Roman"/>
                <a:cs typeface="Arial"/>
              </a:rPr>
              <a:t> </a:t>
            </a:r>
            <a:r>
              <a:rPr lang="ru-RU" sz="2000" dirty="0" err="1">
                <a:highlight>
                  <a:srgbClr val="FFFFFF"/>
                </a:highlight>
                <a:latin typeface="Times New Roman"/>
                <a:cs typeface="Arial"/>
              </a:rPr>
              <a:t>critical</a:t>
            </a:r>
            <a:r>
              <a:rPr lang="ru-RU" sz="2000" dirty="0">
                <a:highlight>
                  <a:srgbClr val="FFFFFF"/>
                </a:highlight>
                <a:latin typeface="Times New Roman"/>
                <a:cs typeface="Arial"/>
              </a:rPr>
              <a:t> </a:t>
            </a:r>
            <a:r>
              <a:rPr lang="ru-RU" sz="2000" dirty="0" err="1">
                <a:highlight>
                  <a:srgbClr val="FFFFFF"/>
                </a:highlight>
                <a:latin typeface="Times New Roman"/>
                <a:cs typeface="Arial"/>
              </a:rPr>
              <a:t>in</a:t>
            </a:r>
            <a:r>
              <a:rPr lang="ru-RU" sz="2000" dirty="0">
                <a:highlight>
                  <a:srgbClr val="FFFFFF"/>
                </a:highlight>
                <a:latin typeface="Times New Roman"/>
                <a:cs typeface="Arial"/>
              </a:rPr>
              <a:t> CTR </a:t>
            </a:r>
            <a:r>
              <a:rPr lang="ru-RU" sz="2000" dirty="0" err="1">
                <a:highlight>
                  <a:srgbClr val="FFFFFF"/>
                </a:highlight>
                <a:latin typeface="Times New Roman"/>
                <a:cs typeface="Arial"/>
              </a:rPr>
              <a:t>mode</a:t>
            </a:r>
            <a:r>
              <a:rPr lang="ru-RU" sz="2000" dirty="0">
                <a:highlight>
                  <a:srgbClr val="FFFFFF"/>
                </a:highlight>
                <a:latin typeface="Times New Roman"/>
                <a:cs typeface="Arial"/>
              </a:rPr>
              <a:t>.</a:t>
            </a:r>
          </a:p>
          <a:p>
            <a:pPr marL="0" indent="0">
              <a:buNone/>
            </a:pPr>
            <a:endParaRPr lang="ru-RU" sz="2000" dirty="0"/>
          </a:p>
        </p:txBody>
      </p:sp>
    </p:spTree>
    <p:extLst>
      <p:ext uri="{BB962C8B-B14F-4D97-AF65-F5344CB8AC3E}">
        <p14:creationId xmlns:p14="http://schemas.microsoft.com/office/powerpoint/2010/main" val="20762410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DC5C3B71-9EE3-74F4-A8A0-05D20D70DD08}"/>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4.3 </a:t>
            </a:r>
            <a:r>
              <a:rPr lang="ru-RU" sz="4000" b="1" err="1">
                <a:solidFill>
                  <a:srgbClr val="FFFFFF"/>
                </a:solidFill>
                <a:latin typeface="Times New Roman"/>
                <a:cs typeface="Times New Roman"/>
              </a:rPr>
              <a:t>Advantages</a:t>
            </a:r>
            <a:r>
              <a:rPr lang="ru-RU" sz="4000" b="1" dirty="0">
                <a:solidFill>
                  <a:srgbClr val="FFFFFF"/>
                </a:solidFill>
                <a:latin typeface="Times New Roman"/>
                <a:cs typeface="Times New Roman"/>
              </a:rPr>
              <a:t> </a:t>
            </a:r>
            <a:r>
              <a:rPr lang="ru-RU" sz="4000" b="1" err="1">
                <a:solidFill>
                  <a:srgbClr val="FFFFFF"/>
                </a:solidFill>
                <a:latin typeface="Times New Roman"/>
                <a:cs typeface="Times New Roman"/>
              </a:rPr>
              <a:t>of</a:t>
            </a:r>
            <a:r>
              <a:rPr lang="ru-RU" sz="4000" b="1" dirty="0">
                <a:solidFill>
                  <a:srgbClr val="FFFFFF"/>
                </a:solidFill>
                <a:latin typeface="Times New Roman"/>
                <a:cs typeface="Times New Roman"/>
              </a:rPr>
              <a:t> CTR Mode</a:t>
            </a:r>
          </a:p>
        </p:txBody>
      </p:sp>
      <p:sp>
        <p:nvSpPr>
          <p:cNvPr id="3" name="Объект 2">
            <a:extLst>
              <a:ext uri="{FF2B5EF4-FFF2-40B4-BE49-F238E27FC236}">
                <a16:creationId xmlns:a16="http://schemas.microsoft.com/office/drawing/2014/main" id="{C947038B-2A6D-5E60-7952-A239AC5253BB}"/>
              </a:ext>
            </a:extLst>
          </p:cNvPr>
          <p:cNvSpPr>
            <a:spLocks noGrp="1"/>
          </p:cNvSpPr>
          <p:nvPr>
            <p:ph idx="1"/>
          </p:nvPr>
        </p:nvSpPr>
        <p:spPr>
          <a:xfrm>
            <a:off x="133351" y="1800225"/>
            <a:ext cx="11877674" cy="4876800"/>
          </a:xfrm>
        </p:spPr>
        <p:txBody>
          <a:bodyPr vert="horz" lIns="91440" tIns="45720" rIns="91440" bIns="45720" rtlCol="0" anchor="ctr">
            <a:normAutofit fontScale="85000" lnSpcReduction="10000"/>
          </a:bodyPr>
          <a:lstStyle/>
          <a:p>
            <a:r>
              <a:rPr lang="ru-RU" sz="1700" dirty="0" err="1">
                <a:highlight>
                  <a:srgbClr val="FFFFFF"/>
                </a:highlight>
                <a:latin typeface="Times New Roman"/>
                <a:cs typeface="Times New Roman"/>
              </a:rPr>
              <a:t>Parallelization</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Each</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block</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can</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be</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encrypted</a:t>
            </a:r>
            <a:r>
              <a:rPr lang="ru-RU" sz="1700" dirty="0">
                <a:highlight>
                  <a:srgbClr val="FFFFFF"/>
                </a:highlight>
                <a:latin typeface="Times New Roman"/>
                <a:cs typeface="Times New Roman"/>
              </a:rPr>
              <a:t>/</a:t>
            </a:r>
            <a:r>
              <a:rPr lang="ru-RU" sz="1700" dirty="0" err="1">
                <a:highlight>
                  <a:srgbClr val="FFFFFF"/>
                </a:highlight>
                <a:latin typeface="Times New Roman"/>
                <a:cs typeface="Times New Roman"/>
              </a:rPr>
              <a:t>decrypted</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independently</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enabling</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massive</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parallelism</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on</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modern</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hardware</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multi-core</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CPUs</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GPUs</a:t>
            </a:r>
            <a:r>
              <a:rPr lang="ru-RU" sz="1700" dirty="0">
                <a:highlight>
                  <a:srgbClr val="FFFFFF"/>
                </a:highlight>
                <a:latin typeface="Times New Roman"/>
                <a:cs typeface="Times New Roman"/>
              </a:rPr>
              <a:t>).</a:t>
            </a:r>
          </a:p>
          <a:p>
            <a:r>
              <a:rPr lang="ru-RU" sz="1700" dirty="0" err="1">
                <a:highlight>
                  <a:srgbClr val="FFFFFF"/>
                </a:highlight>
                <a:latin typeface="Times New Roman"/>
                <a:cs typeface="Times New Roman"/>
              </a:rPr>
              <a:t>Random</a:t>
            </a:r>
            <a:r>
              <a:rPr lang="ru-RU" sz="1700" dirty="0">
                <a:highlight>
                  <a:srgbClr val="FFFFFF"/>
                </a:highlight>
                <a:latin typeface="Times New Roman"/>
                <a:cs typeface="Times New Roman"/>
              </a:rPr>
              <a:t> Access: </a:t>
            </a:r>
            <a:r>
              <a:rPr lang="ru-RU" sz="1700" dirty="0" err="1">
                <a:highlight>
                  <a:srgbClr val="FFFFFF"/>
                </a:highlight>
                <a:latin typeface="Times New Roman"/>
                <a:cs typeface="Times New Roman"/>
              </a:rPr>
              <a:t>Decryption</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of</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any</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ciphertext</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block</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does</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not</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require</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decrypting</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preceding</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blocks</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This</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is</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ideal</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for</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disk</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encryption</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and</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databases</a:t>
            </a:r>
            <a:r>
              <a:rPr lang="ru-RU" sz="1700" dirty="0">
                <a:highlight>
                  <a:srgbClr val="FFFFFF"/>
                </a:highlight>
                <a:latin typeface="Times New Roman"/>
                <a:cs typeface="Times New Roman"/>
              </a:rPr>
              <a:t>.</a:t>
            </a:r>
          </a:p>
          <a:p>
            <a:r>
              <a:rPr lang="ru-RU" sz="1700" dirty="0">
                <a:highlight>
                  <a:srgbClr val="FFFFFF"/>
                </a:highlight>
                <a:latin typeface="Times New Roman"/>
                <a:cs typeface="Times New Roman"/>
              </a:rPr>
              <a:t>No </a:t>
            </a:r>
            <a:r>
              <a:rPr lang="ru-RU" sz="1700" dirty="0" err="1">
                <a:highlight>
                  <a:srgbClr val="FFFFFF"/>
                </a:highlight>
                <a:latin typeface="Times New Roman"/>
                <a:cs typeface="Times New Roman"/>
              </a:rPr>
              <a:t>Padding</a:t>
            </a:r>
            <a:r>
              <a:rPr lang="ru-RU" sz="1700" dirty="0">
                <a:highlight>
                  <a:srgbClr val="FFFFFF"/>
                </a:highlight>
                <a:latin typeface="Times New Roman"/>
                <a:cs typeface="Times New Roman"/>
              </a:rPr>
              <a:t>: CTR </a:t>
            </a:r>
            <a:r>
              <a:rPr lang="ru-RU" sz="1700" dirty="0" err="1">
                <a:highlight>
                  <a:srgbClr val="FFFFFF"/>
                </a:highlight>
                <a:latin typeface="Times New Roman"/>
                <a:cs typeface="Times New Roman"/>
              </a:rPr>
              <a:t>mode</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is</a:t>
            </a:r>
            <a:r>
              <a:rPr lang="ru-RU" sz="1700" dirty="0">
                <a:highlight>
                  <a:srgbClr val="FFFFFF"/>
                </a:highlight>
                <a:latin typeface="Times New Roman"/>
                <a:cs typeface="Times New Roman"/>
              </a:rPr>
              <a:t> a </a:t>
            </a:r>
            <a:r>
              <a:rPr lang="ru-RU" sz="1700" dirty="0" err="1">
                <a:highlight>
                  <a:srgbClr val="FFFFFF"/>
                </a:highlight>
                <a:latin typeface="Times New Roman"/>
                <a:cs typeface="Times New Roman"/>
              </a:rPr>
              <a:t>stream</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cipher</a:t>
            </a:r>
            <a:r>
              <a:rPr lang="ru-RU" sz="1700" dirty="0">
                <a:highlight>
                  <a:srgbClr val="FFFFFF"/>
                </a:highlight>
                <a:latin typeface="Times New Roman"/>
                <a:cs typeface="Times New Roman"/>
              </a:rPr>
              <a:t>—</a:t>
            </a:r>
            <a:r>
              <a:rPr lang="ru-RU" sz="1700" dirty="0" err="1">
                <a:highlight>
                  <a:srgbClr val="FFFFFF"/>
                </a:highlight>
                <a:latin typeface="Times New Roman"/>
                <a:cs typeface="Times New Roman"/>
              </a:rPr>
              <a:t>plaintexts</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of</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any</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length</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can</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be</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encrypted</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without</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padding</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by</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truncating</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the</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final</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keystream</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block</a:t>
            </a:r>
            <a:r>
              <a:rPr lang="ru-RU" sz="1700" dirty="0">
                <a:highlight>
                  <a:srgbClr val="FFFFFF"/>
                </a:highlight>
                <a:latin typeface="Times New Roman"/>
                <a:cs typeface="Times New Roman"/>
              </a:rPr>
              <a:t>.</a:t>
            </a:r>
          </a:p>
          <a:p>
            <a:r>
              <a:rPr lang="ru-RU" sz="1700" dirty="0">
                <a:highlight>
                  <a:srgbClr val="FFFFFF"/>
                </a:highlight>
                <a:latin typeface="Times New Roman"/>
                <a:cs typeface="Times New Roman"/>
              </a:rPr>
              <a:t>Simple </a:t>
            </a:r>
            <a:r>
              <a:rPr lang="ru-RU" sz="1700" dirty="0" err="1">
                <a:highlight>
                  <a:srgbClr val="FFFFFF"/>
                </a:highlight>
                <a:latin typeface="Times New Roman"/>
                <a:cs typeface="Times New Roman"/>
              </a:rPr>
              <a:t>Nonce</a:t>
            </a:r>
            <a:r>
              <a:rPr lang="ru-RU" sz="1700" dirty="0">
                <a:highlight>
                  <a:srgbClr val="FFFFFF"/>
                </a:highlight>
                <a:latin typeface="Times New Roman"/>
                <a:cs typeface="Times New Roman"/>
              </a:rPr>
              <a:t> Management: </a:t>
            </a:r>
            <a:r>
              <a:rPr lang="ru-RU" sz="1700" dirty="0" err="1">
                <a:highlight>
                  <a:srgbClr val="FFFFFF"/>
                </a:highlight>
                <a:latin typeface="Times New Roman"/>
                <a:cs typeface="Times New Roman"/>
              </a:rPr>
              <a:t>Predictable</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nonces</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e.g</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sequential</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counters</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are</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acceptable</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simplifying</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implementation</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compared</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to</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CBC's</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random</a:t>
            </a:r>
            <a:r>
              <a:rPr lang="ru-RU" sz="1700" dirty="0">
                <a:highlight>
                  <a:srgbClr val="FFFFFF"/>
                </a:highlight>
                <a:latin typeface="Times New Roman"/>
                <a:cs typeface="Times New Roman"/>
              </a:rPr>
              <a:t> IV </a:t>
            </a:r>
            <a:r>
              <a:rPr lang="ru-RU" sz="1700" dirty="0" err="1">
                <a:highlight>
                  <a:srgbClr val="FFFFFF"/>
                </a:highlight>
                <a:latin typeface="Times New Roman"/>
                <a:cs typeface="Times New Roman"/>
              </a:rPr>
              <a:t>requirement</a:t>
            </a:r>
            <a:r>
              <a:rPr lang="ru-RU" sz="1700" dirty="0">
                <a:highlight>
                  <a:srgbClr val="FFFFFF"/>
                </a:highlight>
                <a:latin typeface="Times New Roman"/>
                <a:cs typeface="Times New Roman"/>
              </a:rPr>
              <a:t>.</a:t>
            </a:r>
          </a:p>
          <a:p>
            <a:r>
              <a:rPr lang="ru-RU" sz="1700" dirty="0">
                <a:highlight>
                  <a:srgbClr val="FFFFFF"/>
                </a:highlight>
                <a:latin typeface="Times New Roman"/>
                <a:cs typeface="Times New Roman"/>
              </a:rPr>
              <a:t>Only </a:t>
            </a:r>
            <a:r>
              <a:rPr lang="ru-RU" sz="1700" dirty="0" err="1">
                <a:highlight>
                  <a:srgbClr val="FFFFFF"/>
                </a:highlight>
                <a:latin typeface="Times New Roman"/>
                <a:cs typeface="Times New Roman"/>
              </a:rPr>
              <a:t>Encryption</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Needed</a:t>
            </a:r>
            <a:r>
              <a:rPr lang="ru-RU" sz="1700" dirty="0">
                <a:highlight>
                  <a:srgbClr val="FFFFFF"/>
                </a:highlight>
                <a:latin typeface="Times New Roman"/>
                <a:cs typeface="Times New Roman"/>
              </a:rPr>
              <a:t>: The </a:t>
            </a:r>
            <a:r>
              <a:rPr lang="ru-RU" sz="1700" dirty="0" err="1">
                <a:highlight>
                  <a:srgbClr val="FFFFFF"/>
                </a:highlight>
                <a:latin typeface="Times New Roman"/>
                <a:cs typeface="Times New Roman"/>
              </a:rPr>
              <a:t>block</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cipher</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decryption</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function</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is</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never</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used</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potentially</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reducing</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code</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size</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and</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hardware</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area</a:t>
            </a:r>
            <a:r>
              <a:rPr lang="ru-RU" sz="1700" dirty="0">
                <a:highlight>
                  <a:srgbClr val="FFFFFF"/>
                </a:highlight>
                <a:latin typeface="Times New Roman"/>
                <a:cs typeface="Times New Roman"/>
              </a:rPr>
              <a:t>.</a:t>
            </a:r>
          </a:p>
          <a:p>
            <a:r>
              <a:rPr lang="ru-RU" sz="1700" dirty="0" err="1">
                <a:highlight>
                  <a:srgbClr val="FFFFFF"/>
                </a:highlight>
                <a:latin typeface="Times New Roman"/>
                <a:cs typeface="Times New Roman"/>
              </a:rPr>
              <a:t>Hardware</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Acceleration</a:t>
            </a:r>
            <a:r>
              <a:rPr lang="ru-RU" sz="1700" dirty="0">
                <a:highlight>
                  <a:srgbClr val="FFFFFF"/>
                </a:highlight>
                <a:latin typeface="Times New Roman"/>
                <a:cs typeface="Times New Roman"/>
              </a:rPr>
              <a:t>: Modern </a:t>
            </a:r>
            <a:r>
              <a:rPr lang="ru-RU" sz="1700" dirty="0" err="1">
                <a:highlight>
                  <a:srgbClr val="FFFFFF"/>
                </a:highlight>
                <a:latin typeface="Times New Roman"/>
                <a:cs typeface="Times New Roman"/>
              </a:rPr>
              <a:t>CPUs</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with</a:t>
            </a:r>
            <a:r>
              <a:rPr lang="ru-RU" sz="1700" dirty="0">
                <a:highlight>
                  <a:srgbClr val="FFFFFF"/>
                </a:highlight>
                <a:latin typeface="Times New Roman"/>
                <a:cs typeface="Times New Roman"/>
              </a:rPr>
              <a:t> AES-NI </a:t>
            </a:r>
            <a:r>
              <a:rPr lang="ru-RU" sz="1700" dirty="0" err="1">
                <a:highlight>
                  <a:srgbClr val="FFFFFF"/>
                </a:highlight>
                <a:latin typeface="Times New Roman"/>
                <a:cs typeface="Times New Roman"/>
              </a:rPr>
              <a:t>can</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achieve</a:t>
            </a:r>
            <a:r>
              <a:rPr lang="ru-RU" sz="1700" dirty="0">
                <a:highlight>
                  <a:srgbClr val="FFFFFF"/>
                </a:highlight>
                <a:latin typeface="Times New Roman"/>
                <a:cs typeface="Times New Roman"/>
              </a:rPr>
              <a:t> 5-10 GB/s </a:t>
            </a:r>
            <a:r>
              <a:rPr lang="ru-RU" sz="1700" dirty="0" err="1">
                <a:highlight>
                  <a:srgbClr val="FFFFFF"/>
                </a:highlight>
                <a:latin typeface="Times New Roman"/>
                <a:cs typeface="Times New Roman"/>
              </a:rPr>
              <a:t>throughput</a:t>
            </a:r>
            <a:r>
              <a:rPr lang="ru-RU" sz="1700" dirty="0">
                <a:highlight>
                  <a:srgbClr val="FFFFFF"/>
                </a:highlight>
                <a:latin typeface="Times New Roman"/>
                <a:cs typeface="Times New Roman"/>
              </a:rPr>
              <a:t> </a:t>
            </a:r>
            <a:r>
              <a:rPr lang="ru-RU" sz="1700" dirty="0" err="1">
                <a:highlight>
                  <a:srgbClr val="FFFFFF"/>
                </a:highlight>
                <a:latin typeface="Times New Roman"/>
                <a:cs typeface="Times New Roman"/>
              </a:rPr>
              <a:t>with</a:t>
            </a:r>
            <a:r>
              <a:rPr lang="ru-RU" sz="1700" dirty="0">
                <a:highlight>
                  <a:srgbClr val="FFFFFF"/>
                </a:highlight>
                <a:latin typeface="Times New Roman"/>
                <a:cs typeface="Times New Roman"/>
              </a:rPr>
              <a:t> CTR </a:t>
            </a:r>
            <a:r>
              <a:rPr lang="ru-RU" sz="1700" dirty="0" err="1">
                <a:highlight>
                  <a:srgbClr val="FFFFFF"/>
                </a:highlight>
                <a:latin typeface="Times New Roman"/>
                <a:cs typeface="Times New Roman"/>
              </a:rPr>
              <a:t>mode</a:t>
            </a:r>
            <a:r>
              <a:rPr lang="ru-RU" sz="1700" dirty="0">
                <a:highlight>
                  <a:srgbClr val="FFFFFF"/>
                </a:highlight>
                <a:latin typeface="Times New Roman"/>
                <a:cs typeface="Times New Roman"/>
              </a:rPr>
              <a:t>.</a:t>
            </a:r>
          </a:p>
          <a:p>
            <a:r>
              <a:rPr lang="ru-RU" sz="1700" dirty="0">
                <a:latin typeface="Times New Roman"/>
                <a:cs typeface="Times New Roman"/>
              </a:rPr>
              <a:t>Распараллеливание: каждый блок может быть зашифрован/дешифрован независимо, что обеспечивает массовый параллелизм на современном оборудовании (многоядерные процессоры, графические процессоры).</a:t>
            </a:r>
          </a:p>
          <a:p>
            <a:r>
              <a:rPr lang="ru-RU" sz="1700" dirty="0">
                <a:latin typeface="Times New Roman"/>
                <a:cs typeface="Times New Roman"/>
              </a:rPr>
              <a:t>Произвольный доступ: расшифровка любого блока зашифрованного текста не требует расшифровки предыдущих блоков. Это идеально подходит для шифрования дисков и баз данных.</a:t>
            </a:r>
          </a:p>
          <a:p>
            <a:r>
              <a:rPr lang="ru-RU" sz="1700" dirty="0">
                <a:latin typeface="Times New Roman"/>
                <a:cs typeface="Times New Roman"/>
              </a:rPr>
              <a:t>Без заполнения: режим CTR представляет собой поточный шифр: открытый текст любой длины может быть зашифрован без заполнения путем усечения последнего блока потока ключей.</a:t>
            </a:r>
          </a:p>
          <a:p>
            <a:r>
              <a:rPr lang="ru-RU" sz="1700" dirty="0">
                <a:latin typeface="Times New Roman"/>
                <a:cs typeface="Times New Roman"/>
              </a:rPr>
              <a:t>Простое управление одноразовыми номерами: предсказуемые одноразовые номера (например, последовательные счетчики) приемлемы, что упрощает реализацию по сравнению с требованием CBC о случайном IV.</a:t>
            </a:r>
          </a:p>
          <a:p>
            <a:r>
              <a:rPr lang="ru-RU" sz="1700" dirty="0">
                <a:latin typeface="Times New Roman"/>
                <a:cs typeface="Times New Roman"/>
              </a:rPr>
              <a:t>Требуется только шифрование: функция расшифровки блочного шифрования никогда не используется, что потенциально уменьшает размер кода и площадь оборудования.</a:t>
            </a:r>
          </a:p>
          <a:p>
            <a:r>
              <a:rPr lang="ru-RU" sz="1700" dirty="0">
                <a:latin typeface="Times New Roman"/>
                <a:cs typeface="Times New Roman"/>
              </a:rPr>
              <a:t>Аппаратное ускорение: современные процессоры с AES-NI могут достигать пропускной способности 5–10 ГБ/с в режиме CTR.</a:t>
            </a:r>
            <a:endParaRPr lang="ru-RU" sz="1700" dirty="0">
              <a:highlight>
                <a:srgbClr val="FFFFFF"/>
              </a:highlight>
              <a:latin typeface="Times New Roman"/>
              <a:cs typeface="Times New Roman"/>
            </a:endParaRPr>
          </a:p>
          <a:p>
            <a:endParaRPr lang="ru-RU" sz="1700" dirty="0">
              <a:latin typeface="Times New Roman"/>
              <a:cs typeface="Times New Roman"/>
            </a:endParaRPr>
          </a:p>
        </p:txBody>
      </p:sp>
    </p:spTree>
    <p:extLst>
      <p:ext uri="{BB962C8B-B14F-4D97-AF65-F5344CB8AC3E}">
        <p14:creationId xmlns:p14="http://schemas.microsoft.com/office/powerpoint/2010/main" val="35188981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F2052B19-5C07-3B45-93E2-71832264C94D}"/>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4.4 </a:t>
            </a:r>
            <a:r>
              <a:rPr lang="ru-RU" sz="4000" b="1" dirty="0" err="1">
                <a:solidFill>
                  <a:srgbClr val="FFFFFF"/>
                </a:solidFill>
                <a:latin typeface="Times New Roman"/>
                <a:cs typeface="Times New Roman"/>
              </a:rPr>
              <a:t>Disadvantages</a:t>
            </a:r>
            <a:r>
              <a:rPr lang="ru-RU" sz="4000" b="1" dirty="0">
                <a:solidFill>
                  <a:srgbClr val="FFFFFF"/>
                </a:solidFill>
                <a:latin typeface="Times New Roman"/>
                <a:cs typeface="Times New Roman"/>
              </a:rPr>
              <a:t> </a:t>
            </a:r>
            <a:r>
              <a:rPr lang="ru-RU" sz="4000" b="1" dirty="0" err="1">
                <a:solidFill>
                  <a:srgbClr val="FFFFFF"/>
                </a:solidFill>
                <a:latin typeface="Times New Roman"/>
                <a:cs typeface="Times New Roman"/>
              </a:rPr>
              <a:t>and</a:t>
            </a:r>
            <a:r>
              <a:rPr lang="ru-RU" sz="4000" b="1" dirty="0">
                <a:solidFill>
                  <a:srgbClr val="FFFFFF"/>
                </a:solidFill>
                <a:latin typeface="Times New Roman"/>
                <a:cs typeface="Times New Roman"/>
              </a:rPr>
              <a:t> </a:t>
            </a:r>
            <a:r>
              <a:rPr lang="ru-RU" sz="4000" b="1" dirty="0" err="1">
                <a:solidFill>
                  <a:srgbClr val="FFFFFF"/>
                </a:solidFill>
                <a:latin typeface="Times New Roman"/>
                <a:cs typeface="Times New Roman"/>
              </a:rPr>
              <a:t>Caveats</a:t>
            </a:r>
            <a:endParaRPr lang="ru-RU" sz="4000" b="1" dirty="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58512CD7-BDC0-E394-8807-972C9949733C}"/>
              </a:ext>
            </a:extLst>
          </p:cNvPr>
          <p:cNvSpPr>
            <a:spLocks noGrp="1"/>
          </p:cNvSpPr>
          <p:nvPr>
            <p:ph idx="1"/>
          </p:nvPr>
        </p:nvSpPr>
        <p:spPr>
          <a:xfrm>
            <a:off x="190501" y="1809750"/>
            <a:ext cx="12068174" cy="4829175"/>
          </a:xfrm>
        </p:spPr>
        <p:txBody>
          <a:bodyPr vert="horz" lIns="91440" tIns="45720" rIns="91440" bIns="45720" rtlCol="0" anchor="ctr">
            <a:normAutofit/>
          </a:bodyPr>
          <a:lstStyle/>
          <a:p>
            <a:r>
              <a:rPr lang="ru-RU" sz="2000" dirty="0" err="1">
                <a:highlight>
                  <a:srgbClr val="FFFFFF"/>
                </a:highlight>
                <a:latin typeface="Times New Roman"/>
                <a:cs typeface="Times New Roman"/>
              </a:rPr>
              <a:t>Nonce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Reuse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Catastrophic</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Even</a:t>
            </a:r>
            <a:r>
              <a:rPr lang="ru-RU" sz="2000" dirty="0">
                <a:highlight>
                  <a:srgbClr val="FFFFFF"/>
                </a:highlight>
                <a:latin typeface="Times New Roman"/>
                <a:cs typeface="Times New Roman"/>
              </a:rPr>
              <a:t> a </a:t>
            </a:r>
            <a:r>
              <a:rPr lang="ru-RU" sz="2000" dirty="0" err="1">
                <a:highlight>
                  <a:srgbClr val="FFFFFF"/>
                </a:highlight>
                <a:latin typeface="Times New Roman"/>
                <a:cs typeface="Times New Roman"/>
              </a:rPr>
              <a:t>single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nonce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reuse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exposes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plaintext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relationships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Careful</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state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management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essential</a:t>
            </a:r>
            <a:r>
              <a:rPr lang="ru-RU" sz="2000" dirty="0">
                <a:highlight>
                  <a:srgbClr val="FFFFFF"/>
                </a:highlight>
                <a:latin typeface="Times New Roman"/>
                <a:cs typeface="Times New Roman"/>
              </a:rPr>
              <a:t>.</a:t>
            </a:r>
          </a:p>
          <a:p>
            <a:r>
              <a:rPr lang="ru-RU" sz="2000" dirty="0" err="1">
                <a:highlight>
                  <a:srgbClr val="FFFFFF"/>
                </a:highlight>
                <a:latin typeface="Times New Roman"/>
                <a:cs typeface="Times New Roman"/>
              </a:rPr>
              <a:t>Malleability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Like</a:t>
            </a:r>
            <a:r>
              <a:rPr lang="ru-RU" sz="2000" dirty="0">
                <a:highlight>
                  <a:srgbClr val="FFFFFF"/>
                </a:highlight>
                <a:latin typeface="Times New Roman"/>
                <a:cs typeface="Times New Roman"/>
              </a:rPr>
              <a:t> CBC </a:t>
            </a:r>
            <a:r>
              <a:rPr lang="ru-RU" sz="2000" dirty="0" err="1">
                <a:highlight>
                  <a:srgbClr val="FFFFFF"/>
                </a:highlight>
                <a:latin typeface="Times New Roman"/>
                <a:cs typeface="Times New Roman"/>
              </a:rPr>
              <a:t>without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authentication</a:t>
            </a:r>
            <a:r>
              <a:rPr lang="ru-RU" sz="2000" dirty="0">
                <a:highlight>
                  <a:srgbClr val="FFFFFF"/>
                </a:highlight>
                <a:latin typeface="Times New Roman"/>
                <a:cs typeface="Times New Roman"/>
              </a:rPr>
              <a:t>, CTR </a:t>
            </a:r>
            <a:r>
              <a:rPr lang="ru-RU" sz="2000" dirty="0" err="1">
                <a:highlight>
                  <a:srgbClr val="FFFFFF"/>
                </a:highlight>
                <a:latin typeface="Times New Roman"/>
                <a:cs typeface="Times New Roman"/>
              </a:rPr>
              <a:t>provides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no</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integrity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adversary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can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flip</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ciphertext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bits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to</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flip</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corresponding</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plaintext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bits</a:t>
            </a:r>
            <a:r>
              <a:rPr lang="ru-RU" sz="2000" dirty="0">
                <a:highlight>
                  <a:srgbClr val="FFFFFF"/>
                </a:highlight>
                <a:latin typeface="Times New Roman"/>
                <a:cs typeface="Times New Roman"/>
              </a:rPr>
              <a:t>.</a:t>
            </a:r>
          </a:p>
          <a:p>
            <a:r>
              <a:rPr lang="en-US" sz="2000" dirty="0">
                <a:highlight>
                  <a:srgbClr val="FFFFFF"/>
                </a:highlight>
                <a:latin typeface="Times New Roman"/>
                <a:cs typeface="Times New Roman"/>
              </a:rPr>
              <a:t>Counter Wraparound: With a 32-bit counter, encrypting more than 2³² blocks (e.g., &gt;64 GB with 128-bit blocks) causes counter wraparound and keystream repetition. Implementations must prevent this.</a:t>
            </a:r>
            <a:endParaRPr lang="ru-RU" sz="2000" dirty="0">
              <a:highlight>
                <a:srgbClr val="FFFFFF"/>
              </a:highlight>
              <a:latin typeface="Times New Roman"/>
              <a:cs typeface="Times New Roman"/>
            </a:endParaRPr>
          </a:p>
          <a:p>
            <a:r>
              <a:rPr lang="ru-RU" sz="2000" dirty="0">
                <a:latin typeface="Times New Roman"/>
                <a:cs typeface="Times New Roman"/>
              </a:rPr>
              <a:t>Повторное использование одноразовых номеров катастрофично: даже одно повторное использование одноразовых номеров раскрывает связи в открытом тексте. Очень важно тщательное государственное управление.</a:t>
            </a:r>
          </a:p>
          <a:p>
            <a:r>
              <a:rPr lang="ru-RU" sz="2000" dirty="0">
                <a:latin typeface="Times New Roman"/>
                <a:cs typeface="Times New Roman"/>
              </a:rPr>
              <a:t>Гибкость: как и CBC без аутентификации, CTR не обеспечивает целостности. Злоумышленник может перевернуть биты зашифрованного текста, чтобы перевернуть соответствующие биты открытого текста.</a:t>
            </a:r>
          </a:p>
          <a:p>
            <a:r>
              <a:rPr lang="ru-RU" sz="2000" dirty="0">
                <a:latin typeface="Times New Roman"/>
                <a:cs typeface="Times New Roman"/>
              </a:rPr>
              <a:t>Заворот счетчика. При использовании 32-битного счетчика шифрование более 2³² блоков (например, &gt;64 ГБ с 128-битными блоками) приводит к циклическому циклу счетчика и повторению потока </a:t>
            </a:r>
            <a:r>
              <a:rPr lang="ru-RU" sz="2000" dirty="0" err="1">
                <a:latin typeface="Times New Roman"/>
                <a:cs typeface="Times New Roman"/>
              </a:rPr>
              <a:t>ключей.Реализации</a:t>
            </a:r>
            <a:r>
              <a:rPr lang="ru-RU" sz="2000" dirty="0">
                <a:latin typeface="Times New Roman"/>
                <a:cs typeface="Times New Roman"/>
              </a:rPr>
              <a:t> должны предотвращать это.</a:t>
            </a:r>
          </a:p>
        </p:txBody>
      </p:sp>
    </p:spTree>
    <p:extLst>
      <p:ext uri="{BB962C8B-B14F-4D97-AF65-F5344CB8AC3E}">
        <p14:creationId xmlns:p14="http://schemas.microsoft.com/office/powerpoint/2010/main" val="33587233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267D06-852F-356C-3755-62D79282C4EC}"/>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4B6D0C58-0783-E925-2EFC-F0F0C4CFA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E7B3921-FDF0-DE3D-1880-B70733905F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A9CD289-8367-6F90-BB0E-817AD10666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9F3947C-EBB6-DF31-C590-6D75D3259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12814E22-2352-533D-F7A9-3845AB9A4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4D992B00-D89A-7591-9477-03B75ADB06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a:extLst>
              <a:ext uri="{FF2B5EF4-FFF2-40B4-BE49-F238E27FC236}">
                <a16:creationId xmlns:a16="http://schemas.microsoft.com/office/drawing/2014/main" id="{F4B0D9AF-497F-4893-2084-8B2897B2C14B}"/>
              </a:ext>
            </a:extLst>
          </p:cNvPr>
          <p:cNvSpPr>
            <a:spLocks noGrp="1"/>
          </p:cNvSpPr>
          <p:nvPr>
            <p:ph type="title"/>
          </p:nvPr>
        </p:nvSpPr>
        <p:spPr>
          <a:xfrm>
            <a:off x="826396" y="586855"/>
            <a:ext cx="4230100" cy="3387497"/>
          </a:xfrm>
        </p:spPr>
        <p:txBody>
          <a:bodyPr anchor="b">
            <a:normAutofit/>
          </a:bodyPr>
          <a:lstStyle/>
          <a:p>
            <a:pPr algn="r"/>
            <a:r>
              <a:rPr lang="ru-RU" sz="4000" b="1" dirty="0">
                <a:solidFill>
                  <a:schemeClr val="bg1"/>
                </a:solidFill>
                <a:latin typeface="Times New Roman"/>
                <a:cs typeface="Times New Roman"/>
              </a:rPr>
              <a:t>5.Other </a:t>
            </a:r>
            <a:r>
              <a:rPr lang="ru-RU" sz="4000" b="1" dirty="0" err="1">
                <a:solidFill>
                  <a:schemeClr val="bg1"/>
                </a:solidFill>
                <a:latin typeface="Times New Roman"/>
                <a:cs typeface="Times New Roman"/>
              </a:rPr>
              <a:t>Modes</a:t>
            </a:r>
            <a:r>
              <a:rPr lang="ru-RU" sz="4000" b="1" dirty="0">
                <a:solidFill>
                  <a:schemeClr val="bg1"/>
                </a:solidFill>
                <a:latin typeface="Times New Roman"/>
                <a:cs typeface="Times New Roman"/>
              </a:rPr>
              <a:t>: CFB </a:t>
            </a:r>
            <a:r>
              <a:rPr lang="ru-RU" sz="4000" b="1" dirty="0" err="1">
                <a:solidFill>
                  <a:schemeClr val="bg1"/>
                </a:solidFill>
                <a:latin typeface="Times New Roman"/>
                <a:cs typeface="Times New Roman"/>
              </a:rPr>
              <a:t>and</a:t>
            </a:r>
            <a:r>
              <a:rPr lang="ru-RU" sz="4000" b="1" dirty="0">
                <a:solidFill>
                  <a:schemeClr val="bg1"/>
                </a:solidFill>
                <a:latin typeface="Times New Roman"/>
                <a:cs typeface="Times New Roman"/>
              </a:rPr>
              <a:t> OFB</a:t>
            </a:r>
          </a:p>
        </p:txBody>
      </p:sp>
      <p:sp>
        <p:nvSpPr>
          <p:cNvPr id="17" name="Объект 2">
            <a:extLst>
              <a:ext uri="{FF2B5EF4-FFF2-40B4-BE49-F238E27FC236}">
                <a16:creationId xmlns:a16="http://schemas.microsoft.com/office/drawing/2014/main" id="{05DA7AFF-7CC5-E345-BD52-B8F234089B54}"/>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b="1" dirty="0">
                <a:highlight>
                  <a:srgbClr val="FFFFFF"/>
                </a:highlight>
                <a:latin typeface="Times New Roman"/>
                <a:cs typeface="Times New Roman"/>
              </a:rPr>
              <a:t>5.1 </a:t>
            </a:r>
            <a:r>
              <a:rPr lang="ru-RU" sz="2000" b="1" err="1">
                <a:highlight>
                  <a:srgbClr val="FFFFFF"/>
                </a:highlight>
                <a:latin typeface="Times New Roman"/>
                <a:cs typeface="Times New Roman"/>
              </a:rPr>
              <a:t>Cipher</a:t>
            </a:r>
            <a:r>
              <a:rPr lang="ru-RU" sz="2000" b="1" dirty="0">
                <a:highlight>
                  <a:srgbClr val="FFFFFF"/>
                </a:highlight>
                <a:latin typeface="Times New Roman"/>
                <a:cs typeface="Times New Roman"/>
              </a:rPr>
              <a:t> </a:t>
            </a:r>
            <a:r>
              <a:rPr lang="ru-RU" sz="2000" b="1" err="1">
                <a:highlight>
                  <a:srgbClr val="FFFFFF"/>
                </a:highlight>
                <a:latin typeface="Times New Roman"/>
                <a:cs typeface="Times New Roman"/>
              </a:rPr>
              <a:t>Feedback</a:t>
            </a:r>
            <a:r>
              <a:rPr lang="ru-RU" sz="2000" b="1" dirty="0">
                <a:highlight>
                  <a:srgbClr val="FFFFFF"/>
                </a:highlight>
                <a:latin typeface="Times New Roman"/>
                <a:cs typeface="Times New Roman"/>
              </a:rPr>
              <a:t> (CFB) Mode</a:t>
            </a:r>
          </a:p>
          <a:p>
            <a:r>
              <a:rPr lang="ru-RU" sz="2000" b="1" dirty="0">
                <a:highlight>
                  <a:srgbClr val="FFFFFF"/>
                </a:highlight>
                <a:latin typeface="Times New Roman"/>
                <a:cs typeface="Times New Roman"/>
              </a:rPr>
              <a:t>5.2 </a:t>
            </a:r>
            <a:r>
              <a:rPr lang="ru-RU" sz="2000" b="1" err="1">
                <a:highlight>
                  <a:srgbClr val="FFFFFF"/>
                </a:highlight>
                <a:latin typeface="Times New Roman"/>
                <a:cs typeface="Times New Roman"/>
              </a:rPr>
              <a:t>Output</a:t>
            </a:r>
            <a:r>
              <a:rPr lang="ru-RU" sz="2000" b="1" dirty="0">
                <a:highlight>
                  <a:srgbClr val="FFFFFF"/>
                </a:highlight>
                <a:latin typeface="Times New Roman"/>
                <a:cs typeface="Times New Roman"/>
              </a:rPr>
              <a:t> </a:t>
            </a:r>
            <a:r>
              <a:rPr lang="ru-RU" sz="2000" b="1" err="1">
                <a:highlight>
                  <a:srgbClr val="FFFFFF"/>
                </a:highlight>
                <a:latin typeface="Times New Roman"/>
                <a:cs typeface="Times New Roman"/>
              </a:rPr>
              <a:t>Feedback</a:t>
            </a:r>
            <a:r>
              <a:rPr lang="ru-RU" sz="2000" b="1" dirty="0">
                <a:highlight>
                  <a:srgbClr val="FFFFFF"/>
                </a:highlight>
                <a:latin typeface="Times New Roman"/>
                <a:cs typeface="Times New Roman"/>
              </a:rPr>
              <a:t> (OFB) Mode</a:t>
            </a:r>
          </a:p>
          <a:p>
            <a:endParaRPr lang="ru-RU" sz="2000" b="1" dirty="0">
              <a:highlight>
                <a:srgbClr val="FFFFFF"/>
              </a:highlight>
              <a:latin typeface="Times New Roman"/>
              <a:cs typeface="Times New Roman"/>
            </a:endParaRPr>
          </a:p>
        </p:txBody>
      </p:sp>
    </p:spTree>
    <p:extLst>
      <p:ext uri="{BB962C8B-B14F-4D97-AF65-F5344CB8AC3E}">
        <p14:creationId xmlns:p14="http://schemas.microsoft.com/office/powerpoint/2010/main" val="10110128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32E5CAB-7825-B525-E1C2-EECF8776E697}"/>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5.Other Modes: CFB and OFB</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DA8F5D59-7CDF-0784-3701-EC4EFA0A732E}"/>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2000" dirty="0">
                <a:highlight>
                  <a:srgbClr val="FFFFFF"/>
                </a:highlight>
                <a:latin typeface="Times New Roman"/>
                <a:cs typeface="Times New Roman"/>
              </a:rPr>
              <a:t>While ECB, CBC, and CTR are the most commonly used modes, Cipher Feedback (CFB) and Output Feedback (OFB) modes have specialized applications.</a:t>
            </a:r>
            <a:endParaRPr lang="ru-RU" sz="2000" dirty="0">
              <a:highlight>
                <a:srgbClr val="FFFFFF"/>
              </a:highlight>
              <a:latin typeface="Times New Roman"/>
              <a:cs typeface="Times New Roman"/>
            </a:endParaRPr>
          </a:p>
        </p:txBody>
      </p:sp>
    </p:spTree>
    <p:extLst>
      <p:ext uri="{BB962C8B-B14F-4D97-AF65-F5344CB8AC3E}">
        <p14:creationId xmlns:p14="http://schemas.microsoft.com/office/powerpoint/2010/main" val="8845732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B258DAA5-F382-FC0B-EA03-93A98157790C}"/>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Arial"/>
              </a:rPr>
              <a:t>5.1 </a:t>
            </a:r>
            <a:r>
              <a:rPr lang="ru-RU" sz="4000" b="1" err="1">
                <a:solidFill>
                  <a:srgbClr val="FFFFFF"/>
                </a:solidFill>
                <a:latin typeface="Times New Roman"/>
                <a:cs typeface="Arial"/>
              </a:rPr>
              <a:t>Cipher</a:t>
            </a:r>
            <a:r>
              <a:rPr lang="ru-RU" sz="4000" b="1" dirty="0">
                <a:solidFill>
                  <a:srgbClr val="FFFFFF"/>
                </a:solidFill>
                <a:latin typeface="Times New Roman"/>
                <a:cs typeface="Arial"/>
              </a:rPr>
              <a:t> </a:t>
            </a:r>
            <a:r>
              <a:rPr lang="ru-RU" sz="4000" b="1" err="1">
                <a:solidFill>
                  <a:srgbClr val="FFFFFF"/>
                </a:solidFill>
                <a:latin typeface="Times New Roman"/>
                <a:cs typeface="Arial"/>
              </a:rPr>
              <a:t>Feedback</a:t>
            </a:r>
            <a:r>
              <a:rPr lang="ru-RU" sz="4000" b="1" dirty="0">
                <a:solidFill>
                  <a:srgbClr val="FFFFFF"/>
                </a:solidFill>
                <a:latin typeface="Times New Roman"/>
                <a:cs typeface="Arial"/>
              </a:rPr>
              <a:t> (CFB) Mode</a:t>
            </a:r>
          </a:p>
        </p:txBody>
      </p:sp>
      <p:sp>
        <p:nvSpPr>
          <p:cNvPr id="3" name="Объект 2">
            <a:extLst>
              <a:ext uri="{FF2B5EF4-FFF2-40B4-BE49-F238E27FC236}">
                <a16:creationId xmlns:a16="http://schemas.microsoft.com/office/drawing/2014/main" id="{07CB1A96-C8B2-F619-39EE-1DD79E85BB7C}"/>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b="1" dirty="0">
                <a:highlight>
                  <a:srgbClr val="FFFFFF"/>
                </a:highlight>
                <a:latin typeface="Times New Roman"/>
                <a:cs typeface="Arial"/>
              </a:rPr>
              <a:t>Definition 5.1 (CFB Mode): </a:t>
            </a:r>
            <a:r>
              <a:rPr lang="ru-RU" sz="2000" dirty="0">
                <a:highlight>
                  <a:srgbClr val="FFFFFF"/>
                </a:highlight>
                <a:latin typeface="Times New Roman"/>
                <a:cs typeface="Arial"/>
              </a:rPr>
              <a:t>CFB </a:t>
            </a:r>
            <a:r>
              <a:rPr lang="ru-RU" sz="2000" err="1">
                <a:highlight>
                  <a:srgbClr val="FFFFFF"/>
                </a:highlight>
                <a:latin typeface="Times New Roman"/>
                <a:cs typeface="Arial"/>
              </a:rPr>
              <a:t>mode</a:t>
            </a:r>
            <a:r>
              <a:rPr lang="ru-RU" sz="2000" dirty="0">
                <a:highlight>
                  <a:srgbClr val="FFFFFF"/>
                </a:highlight>
                <a:latin typeface="Times New Roman"/>
                <a:cs typeface="Arial"/>
              </a:rPr>
              <a:t> </a:t>
            </a:r>
            <a:r>
              <a:rPr lang="ru-RU" sz="2000" err="1">
                <a:highlight>
                  <a:srgbClr val="FFFFFF"/>
                </a:highlight>
                <a:latin typeface="Times New Roman"/>
                <a:cs typeface="Arial"/>
              </a:rPr>
              <a:t>turns</a:t>
            </a:r>
            <a:r>
              <a:rPr lang="ru-RU" sz="2000" dirty="0">
                <a:highlight>
                  <a:srgbClr val="FFFFFF"/>
                </a:highlight>
                <a:latin typeface="Times New Roman"/>
                <a:cs typeface="Arial"/>
              </a:rPr>
              <a:t> a </a:t>
            </a:r>
            <a:r>
              <a:rPr lang="ru-RU" sz="2000" err="1">
                <a:highlight>
                  <a:srgbClr val="FFFFFF"/>
                </a:highlight>
                <a:latin typeface="Times New Roman"/>
                <a:cs typeface="Arial"/>
              </a:rPr>
              <a:t>block</a:t>
            </a:r>
            <a:r>
              <a:rPr lang="ru-RU" sz="2000" dirty="0">
                <a:highlight>
                  <a:srgbClr val="FFFFFF"/>
                </a:highlight>
                <a:latin typeface="Times New Roman"/>
                <a:cs typeface="Arial"/>
              </a:rPr>
              <a:t> </a:t>
            </a:r>
            <a:r>
              <a:rPr lang="ru-RU" sz="2000" err="1">
                <a:highlight>
                  <a:srgbClr val="FFFFFF"/>
                </a:highlight>
                <a:latin typeface="Times New Roman"/>
                <a:cs typeface="Arial"/>
              </a:rPr>
              <a:t>cipher</a:t>
            </a:r>
            <a:r>
              <a:rPr lang="ru-RU" sz="2000" dirty="0">
                <a:highlight>
                  <a:srgbClr val="FFFFFF"/>
                </a:highlight>
                <a:latin typeface="Times New Roman"/>
                <a:cs typeface="Arial"/>
              </a:rPr>
              <a:t> </a:t>
            </a:r>
            <a:r>
              <a:rPr lang="ru-RU" sz="2000" err="1">
                <a:highlight>
                  <a:srgbClr val="FFFFFF"/>
                </a:highlight>
                <a:latin typeface="Times New Roman"/>
                <a:cs typeface="Arial"/>
              </a:rPr>
              <a:t>into</a:t>
            </a:r>
            <a:r>
              <a:rPr lang="ru-RU" sz="2000" dirty="0">
                <a:highlight>
                  <a:srgbClr val="FFFFFF"/>
                </a:highlight>
                <a:latin typeface="Times New Roman"/>
                <a:cs typeface="Arial"/>
              </a:rPr>
              <a:t> a </a:t>
            </a:r>
            <a:r>
              <a:rPr lang="ru-RU" sz="2000" err="1">
                <a:highlight>
                  <a:srgbClr val="FFFFFF"/>
                </a:highlight>
                <a:latin typeface="Times New Roman"/>
                <a:cs typeface="Arial"/>
              </a:rPr>
              <a:t>self-synchronizing</a:t>
            </a:r>
            <a:r>
              <a:rPr lang="ru-RU" sz="2000" dirty="0">
                <a:highlight>
                  <a:srgbClr val="FFFFFF"/>
                </a:highlight>
                <a:latin typeface="Times New Roman"/>
                <a:cs typeface="Arial"/>
              </a:rPr>
              <a:t> </a:t>
            </a:r>
            <a:r>
              <a:rPr lang="ru-RU" sz="2000" err="1">
                <a:highlight>
                  <a:srgbClr val="FFFFFF"/>
                </a:highlight>
                <a:latin typeface="Times New Roman"/>
                <a:cs typeface="Arial"/>
              </a:rPr>
              <a:t>stream</a:t>
            </a:r>
            <a:r>
              <a:rPr lang="ru-RU" sz="2000" dirty="0">
                <a:highlight>
                  <a:srgbClr val="FFFFFF"/>
                </a:highlight>
                <a:latin typeface="Times New Roman"/>
                <a:cs typeface="Arial"/>
              </a:rPr>
              <a:t> </a:t>
            </a:r>
            <a:r>
              <a:rPr lang="ru-RU" sz="2000" err="1">
                <a:highlight>
                  <a:srgbClr val="FFFFFF"/>
                </a:highlight>
                <a:latin typeface="Times New Roman"/>
                <a:cs typeface="Arial"/>
              </a:rPr>
              <a:t>cipher</a:t>
            </a:r>
            <a:r>
              <a:rPr lang="ru-RU" sz="2000" dirty="0">
                <a:highlight>
                  <a:srgbClr val="FFFFFF"/>
                </a:highlight>
                <a:latin typeface="Times New Roman"/>
                <a:cs typeface="Arial"/>
              </a:rPr>
              <a:t>:</a:t>
            </a:r>
            <a:endParaRPr lang="ru-RU" dirty="0">
              <a:latin typeface="Times New Roman"/>
            </a:endParaRPr>
          </a:p>
          <a:p>
            <a:pPr marL="0" indent="0">
              <a:buNone/>
            </a:pPr>
            <a:endParaRPr lang="ru-RU" sz="2000" dirty="0">
              <a:highlight>
                <a:srgbClr val="FFFFFF"/>
              </a:highlight>
              <a:latin typeface="Courier New"/>
              <a:cs typeface="Courier New"/>
            </a:endParaRPr>
          </a:p>
          <a:p>
            <a:pPr marL="0" indent="0">
              <a:buNone/>
            </a:pPr>
            <a:r>
              <a:rPr lang="ru-RU" sz="2000" dirty="0" err="1">
                <a:highlight>
                  <a:srgbClr val="FFFFFF"/>
                </a:highlight>
                <a:latin typeface="Courier New"/>
                <a:cs typeface="Courier New"/>
              </a:rPr>
              <a:t>Encryption</a:t>
            </a:r>
            <a:r>
              <a:rPr lang="ru-RU" sz="2000" dirty="0">
                <a:highlight>
                  <a:srgbClr val="FFFFFF"/>
                </a:highlight>
                <a:latin typeface="Courier New"/>
                <a:cs typeface="Courier New"/>
              </a:rPr>
              <a:t>:</a:t>
            </a:r>
            <a:endParaRPr lang="ru-RU" dirty="0"/>
          </a:p>
          <a:p>
            <a:pPr marL="0" indent="0">
              <a:buNone/>
            </a:pPr>
            <a:r>
              <a:rPr lang="ru-RU" sz="2000" dirty="0">
                <a:highlight>
                  <a:srgbClr val="FFFFFF"/>
                </a:highlight>
                <a:latin typeface="Courier New"/>
                <a:cs typeface="Courier New"/>
              </a:rPr>
              <a:t>  C₀ = IV</a:t>
            </a:r>
          </a:p>
          <a:p>
            <a:pPr marL="0" indent="0">
              <a:buNone/>
            </a:pPr>
            <a:r>
              <a:rPr lang="en-US" sz="2000" dirty="0">
                <a:highlight>
                  <a:srgbClr val="FFFFFF"/>
                </a:highlight>
                <a:latin typeface="Courier New"/>
                <a:cs typeface="Courier New"/>
              </a:rPr>
              <a:t>  Cᵢ = Pᵢ ⊕ Eₖ(Cᵢ₋₁) for </a:t>
            </a:r>
            <a:r>
              <a:rPr lang="en-US" sz="2000" dirty="0" err="1">
                <a:highlight>
                  <a:srgbClr val="FFFFFF"/>
                </a:highlight>
                <a:latin typeface="Courier New"/>
                <a:cs typeface="Courier New"/>
              </a:rPr>
              <a:t>i</a:t>
            </a:r>
            <a:r>
              <a:rPr lang="en-US" sz="2000" dirty="0">
                <a:highlight>
                  <a:srgbClr val="FFFFFF"/>
                </a:highlight>
                <a:latin typeface="Courier New"/>
                <a:cs typeface="Courier New"/>
              </a:rPr>
              <a:t> = 1, 2, ..., m</a:t>
            </a:r>
            <a:endParaRPr lang="ru-RU" sz="2000" dirty="0">
              <a:highlight>
                <a:srgbClr val="FFFFFF"/>
              </a:highlight>
              <a:latin typeface="Courier New"/>
              <a:cs typeface="Courier New"/>
            </a:endParaRPr>
          </a:p>
          <a:p>
            <a:pPr marL="0" indent="0">
              <a:buNone/>
            </a:pPr>
            <a:endParaRPr lang="en-US" sz="2000" dirty="0">
              <a:highlight>
                <a:srgbClr val="FFFFFF"/>
              </a:highlight>
              <a:latin typeface="Times New Roman"/>
              <a:cs typeface="Arial"/>
            </a:endParaRPr>
          </a:p>
          <a:p>
            <a:pPr marL="0" indent="0">
              <a:buNone/>
            </a:pPr>
            <a:r>
              <a:rPr lang="en-US" sz="2000" dirty="0">
                <a:highlight>
                  <a:srgbClr val="FFFFFF"/>
                </a:highlight>
                <a:latin typeface="Times New Roman"/>
                <a:cs typeface="Arial"/>
              </a:rPr>
              <a:t>CFB is similar to CBC but encrypts the previous ciphertext block (not plaintext </a:t>
            </a:r>
            <a:r>
              <a:rPr lang="en-US" sz="2000" dirty="0" err="1">
                <a:highlight>
                  <a:srgbClr val="FFFFFF"/>
                </a:highlight>
                <a:latin typeface="Times New Roman"/>
                <a:cs typeface="Arial"/>
              </a:rPr>
              <a:t>XOR'd</a:t>
            </a:r>
            <a:r>
              <a:rPr lang="en-US" sz="2000" dirty="0">
                <a:highlight>
                  <a:srgbClr val="FFFFFF"/>
                </a:highlight>
                <a:latin typeface="Times New Roman"/>
                <a:cs typeface="Arial"/>
              </a:rPr>
              <a:t> with ciphertext) to generate keystream.</a:t>
            </a:r>
            <a:endParaRPr lang="ru-RU" sz="2000">
              <a:highlight>
                <a:srgbClr val="FFFFFF"/>
              </a:highlight>
              <a:latin typeface="Times New Roman"/>
              <a:cs typeface="Arial"/>
            </a:endParaRPr>
          </a:p>
          <a:p>
            <a:pPr marL="0" indent="0">
              <a:buNone/>
            </a:pPr>
            <a:endParaRPr lang="ru-RU" sz="2000"/>
          </a:p>
        </p:txBody>
      </p:sp>
    </p:spTree>
    <p:extLst>
      <p:ext uri="{BB962C8B-B14F-4D97-AF65-F5344CB8AC3E}">
        <p14:creationId xmlns:p14="http://schemas.microsoft.com/office/powerpoint/2010/main" val="24945613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DEF2DF65-41D9-B367-9AAB-8F0DC251A375}"/>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5.1 </a:t>
            </a:r>
            <a:r>
              <a:rPr lang="ru-RU" sz="4000" b="1" err="1">
                <a:solidFill>
                  <a:srgbClr val="FFFFFF"/>
                </a:solidFill>
                <a:latin typeface="Times New Roman"/>
                <a:cs typeface="Times New Roman"/>
              </a:rPr>
              <a:t>Cipher</a:t>
            </a:r>
            <a:r>
              <a:rPr lang="ru-RU" sz="4000" b="1" dirty="0">
                <a:solidFill>
                  <a:srgbClr val="FFFFFF"/>
                </a:solidFill>
                <a:latin typeface="Times New Roman"/>
                <a:cs typeface="Times New Roman"/>
              </a:rPr>
              <a:t> </a:t>
            </a:r>
            <a:r>
              <a:rPr lang="ru-RU" sz="4000" b="1" err="1">
                <a:solidFill>
                  <a:srgbClr val="FFFFFF"/>
                </a:solidFill>
                <a:latin typeface="Times New Roman"/>
                <a:cs typeface="Times New Roman"/>
              </a:rPr>
              <a:t>Feedback</a:t>
            </a:r>
            <a:r>
              <a:rPr lang="ru-RU" sz="4000" b="1" dirty="0">
                <a:solidFill>
                  <a:srgbClr val="FFFFFF"/>
                </a:solidFill>
                <a:latin typeface="Times New Roman"/>
                <a:cs typeface="Times New Roman"/>
              </a:rPr>
              <a:t> (CFB) Mode</a:t>
            </a:r>
          </a:p>
        </p:txBody>
      </p:sp>
      <p:sp>
        <p:nvSpPr>
          <p:cNvPr id="3" name="Объект 2">
            <a:extLst>
              <a:ext uri="{FF2B5EF4-FFF2-40B4-BE49-F238E27FC236}">
                <a16:creationId xmlns:a16="http://schemas.microsoft.com/office/drawing/2014/main" id="{14DE02D5-172F-AB43-16E0-57DBE68AFA70}"/>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dirty="0">
                <a:highlight>
                  <a:srgbClr val="FFFFFF"/>
                </a:highlight>
                <a:latin typeface="Times New Roman"/>
                <a:cs typeface="Times New Roman"/>
              </a:rPr>
              <a:t>Properties:</a:t>
            </a:r>
            <a:endParaRPr lang="ru-RU" sz="2000" dirty="0">
              <a:latin typeface="Times New Roman"/>
              <a:cs typeface="Times New Roman"/>
            </a:endParaRPr>
          </a:p>
          <a:p>
            <a:r>
              <a:rPr lang="ru-RU" sz="2000" dirty="0">
                <a:highlight>
                  <a:srgbClr val="FFFFFF"/>
                </a:highlight>
                <a:latin typeface="Times New Roman"/>
                <a:cs typeface="Times New Roman"/>
              </a:rPr>
              <a:t>Stream </a:t>
            </a:r>
            <a:r>
              <a:rPr lang="ru-RU" sz="2000" dirty="0" err="1">
                <a:highlight>
                  <a:srgbClr val="FFFFFF"/>
                </a:highlight>
                <a:latin typeface="Times New Roman"/>
                <a:cs typeface="Times New Roman"/>
              </a:rPr>
              <a:t>Cipher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Like</a:t>
            </a:r>
            <a:r>
              <a:rPr lang="ru-RU" sz="2000" dirty="0">
                <a:highlight>
                  <a:srgbClr val="FFFFFF"/>
                </a:highlight>
                <a:latin typeface="Times New Roman"/>
                <a:cs typeface="Times New Roman"/>
              </a:rPr>
              <a:t> CTR, CFB </a:t>
            </a:r>
            <a:r>
              <a:rPr lang="ru-RU" sz="2000" dirty="0" err="1">
                <a:highlight>
                  <a:srgbClr val="FFFFFF"/>
                </a:highlight>
                <a:latin typeface="Times New Roman"/>
                <a:cs typeface="Times New Roman"/>
              </a:rPr>
              <a:t>can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encrypt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data</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smaller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than</a:t>
            </a:r>
            <a:r>
              <a:rPr lang="ru-RU" sz="2000" dirty="0">
                <a:highlight>
                  <a:srgbClr val="FFFFFF"/>
                </a:highlight>
                <a:latin typeface="Times New Roman"/>
                <a:cs typeface="Times New Roman"/>
              </a:rPr>
              <a:t> a </a:t>
            </a:r>
            <a:r>
              <a:rPr lang="ru-RU" sz="2000" dirty="0" err="1">
                <a:highlight>
                  <a:srgbClr val="FFFFFF"/>
                </a:highlight>
                <a:latin typeface="Times New Roman"/>
                <a:cs typeface="Times New Roman"/>
              </a:rPr>
              <a:t>block</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size</a:t>
            </a:r>
            <a:r>
              <a:rPr lang="ru-RU" sz="2000" dirty="0">
                <a:highlight>
                  <a:srgbClr val="FFFFFF"/>
                </a:highlight>
                <a:latin typeface="Times New Roman"/>
                <a:cs typeface="Times New Roman"/>
              </a:rPr>
              <a:t>.</a:t>
            </a:r>
          </a:p>
          <a:p>
            <a:r>
              <a:rPr lang="en-US" sz="2000" dirty="0">
                <a:highlight>
                  <a:srgbClr val="FFFFFF"/>
                </a:highlight>
                <a:latin typeface="Times New Roman"/>
                <a:cs typeface="Times New Roman"/>
              </a:rPr>
              <a:t>Self-Synchronizing: After loss of a ciphertext block, decryption resynchronizes automatically after one block.</a:t>
            </a:r>
            <a:endParaRPr lang="ru-RU" sz="2000" dirty="0">
              <a:highlight>
                <a:srgbClr val="FFFFFF"/>
              </a:highlight>
              <a:latin typeface="Times New Roman"/>
              <a:cs typeface="Times New Roman"/>
            </a:endParaRPr>
          </a:p>
          <a:p>
            <a:r>
              <a:rPr lang="ru-RU" sz="2000" dirty="0" err="1">
                <a:highlight>
                  <a:srgbClr val="FFFFFF"/>
                </a:highlight>
                <a:latin typeface="Times New Roman"/>
                <a:cs typeface="Times New Roman"/>
              </a:rPr>
              <a:t>Sequential</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Cannot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parallelize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encryption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but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can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parallelize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decryption</a:t>
            </a:r>
            <a:r>
              <a:rPr lang="ru-RU" sz="2000" dirty="0">
                <a:highlight>
                  <a:srgbClr val="FFFFFF"/>
                </a:highlight>
                <a:latin typeface="Times New Roman"/>
                <a:cs typeface="Times New Roman"/>
              </a:rPr>
              <a:t>).</a:t>
            </a:r>
          </a:p>
          <a:p>
            <a:pPr marL="0" indent="0">
              <a:buNone/>
            </a:pPr>
            <a:endParaRPr lang="en-US" sz="2000" dirty="0">
              <a:highlight>
                <a:srgbClr val="FFFFFF"/>
              </a:highlight>
              <a:latin typeface="Times New Roman"/>
              <a:cs typeface="Times New Roman"/>
            </a:endParaRPr>
          </a:p>
          <a:p>
            <a:pPr marL="0" indent="0">
              <a:buNone/>
            </a:pPr>
            <a:r>
              <a:rPr lang="en-US" sz="2000" dirty="0">
                <a:highlight>
                  <a:srgbClr val="FFFFFF"/>
                </a:highlight>
                <a:latin typeface="Times New Roman"/>
                <a:cs typeface="Times New Roman"/>
              </a:rPr>
              <a:t>Use Cases: Historically used for character-by-character encryption in terminals; largely superseded by CTR.</a:t>
            </a:r>
            <a:endParaRPr lang="ru-RU" sz="2000" dirty="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24000086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1168FD7B-843B-47FD-91B2-F42E834C6634}"/>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Arial"/>
              </a:rPr>
              <a:t>5.2 </a:t>
            </a:r>
            <a:r>
              <a:rPr lang="ru-RU" sz="4000" b="1" err="1">
                <a:solidFill>
                  <a:srgbClr val="FFFFFF"/>
                </a:solidFill>
                <a:latin typeface="Times New Roman"/>
                <a:cs typeface="Arial"/>
              </a:rPr>
              <a:t>Output</a:t>
            </a:r>
            <a:r>
              <a:rPr lang="ru-RU" sz="4000" b="1" dirty="0">
                <a:solidFill>
                  <a:srgbClr val="FFFFFF"/>
                </a:solidFill>
                <a:latin typeface="Times New Roman"/>
                <a:cs typeface="Arial"/>
              </a:rPr>
              <a:t> </a:t>
            </a:r>
            <a:r>
              <a:rPr lang="ru-RU" sz="4000" b="1" err="1">
                <a:solidFill>
                  <a:srgbClr val="FFFFFF"/>
                </a:solidFill>
                <a:latin typeface="Times New Roman"/>
                <a:cs typeface="Arial"/>
              </a:rPr>
              <a:t>Feedback</a:t>
            </a:r>
            <a:r>
              <a:rPr lang="ru-RU" sz="4000" b="1" dirty="0">
                <a:solidFill>
                  <a:srgbClr val="FFFFFF"/>
                </a:solidFill>
                <a:latin typeface="Times New Roman"/>
                <a:cs typeface="Arial"/>
              </a:rPr>
              <a:t> (OFB) Mode</a:t>
            </a:r>
          </a:p>
        </p:txBody>
      </p:sp>
      <p:sp>
        <p:nvSpPr>
          <p:cNvPr id="3" name="Объект 2">
            <a:extLst>
              <a:ext uri="{FF2B5EF4-FFF2-40B4-BE49-F238E27FC236}">
                <a16:creationId xmlns:a16="http://schemas.microsoft.com/office/drawing/2014/main" id="{70227587-B56A-E3B8-D7D0-24E58F515391}"/>
              </a:ext>
            </a:extLst>
          </p:cNvPr>
          <p:cNvSpPr>
            <a:spLocks noGrp="1"/>
          </p:cNvSpPr>
          <p:nvPr>
            <p:ph idx="1"/>
          </p:nvPr>
        </p:nvSpPr>
        <p:spPr>
          <a:xfrm>
            <a:off x="1371599" y="2318197"/>
            <a:ext cx="9724031" cy="3683358"/>
          </a:xfrm>
        </p:spPr>
        <p:txBody>
          <a:bodyPr vert="horz" lIns="91440" tIns="45720" rIns="91440" bIns="45720" rtlCol="0" anchor="ctr">
            <a:normAutofit lnSpcReduction="10000"/>
          </a:bodyPr>
          <a:lstStyle/>
          <a:p>
            <a:pPr marL="0" indent="0">
              <a:buNone/>
            </a:pPr>
            <a:r>
              <a:rPr lang="en-US" sz="2000" b="1" dirty="0">
                <a:highlight>
                  <a:srgbClr val="FFFFFF"/>
                </a:highlight>
                <a:latin typeface="Times New Roman"/>
                <a:cs typeface="Arial"/>
              </a:rPr>
              <a:t>Definition 5.2 (OFB Mode): </a:t>
            </a:r>
            <a:r>
              <a:rPr lang="en-US" sz="2000" dirty="0">
                <a:highlight>
                  <a:srgbClr val="FFFFFF"/>
                </a:highlight>
                <a:latin typeface="Times New Roman"/>
                <a:cs typeface="Arial"/>
              </a:rPr>
              <a:t>OFB mode generates a keystream by iteratively encrypting the output of the previous encryption:</a:t>
            </a:r>
            <a:endParaRPr lang="ru-RU" sz="2000" dirty="0">
              <a:highlight>
                <a:srgbClr val="FFFFFF"/>
              </a:highlight>
              <a:latin typeface="Times New Roman"/>
              <a:cs typeface="Arial"/>
            </a:endParaRPr>
          </a:p>
          <a:p>
            <a:pPr marL="0" indent="0">
              <a:buNone/>
            </a:pPr>
            <a:endParaRPr lang="en-US" sz="2000" dirty="0">
              <a:highlight>
                <a:srgbClr val="FFFFFF"/>
              </a:highlight>
              <a:latin typeface="Times New Roman"/>
              <a:cs typeface="Arial"/>
            </a:endParaRPr>
          </a:p>
          <a:p>
            <a:pPr marL="0" indent="0">
              <a:buNone/>
            </a:pPr>
            <a:r>
              <a:rPr lang="ru-RU" sz="2000" dirty="0" err="1">
                <a:highlight>
                  <a:srgbClr val="FFFFFF"/>
                </a:highlight>
                <a:latin typeface="Courier New"/>
                <a:cs typeface="Courier New"/>
              </a:rPr>
              <a:t>Keystream</a:t>
            </a:r>
            <a:r>
              <a:rPr lang="ru-RU" sz="2000" dirty="0">
                <a:highlight>
                  <a:srgbClr val="FFFFFF"/>
                </a:highlight>
                <a:latin typeface="Courier New"/>
                <a:cs typeface="Courier New"/>
              </a:rPr>
              <a:t> Generation:</a:t>
            </a:r>
          </a:p>
          <a:p>
            <a:pPr marL="0" indent="0">
              <a:buNone/>
            </a:pPr>
            <a:r>
              <a:rPr lang="ru-RU" sz="2000" dirty="0">
                <a:highlight>
                  <a:srgbClr val="FFFFFF"/>
                </a:highlight>
                <a:latin typeface="Courier New"/>
                <a:cs typeface="Courier New"/>
              </a:rPr>
              <a:t>  O₀ = IV</a:t>
            </a:r>
          </a:p>
          <a:p>
            <a:pPr marL="0" indent="0">
              <a:buNone/>
            </a:pPr>
            <a:r>
              <a:rPr lang="en-US" sz="2000" dirty="0">
                <a:highlight>
                  <a:srgbClr val="FFFFFF"/>
                </a:highlight>
                <a:latin typeface="Courier New"/>
                <a:cs typeface="Courier New"/>
              </a:rPr>
              <a:t>  Oᵢ = Eₖ(Oᵢ₋₁) for </a:t>
            </a:r>
            <a:r>
              <a:rPr lang="en-US" sz="2000" dirty="0" err="1">
                <a:highlight>
                  <a:srgbClr val="FFFFFF"/>
                </a:highlight>
                <a:latin typeface="Courier New"/>
                <a:cs typeface="Courier New"/>
              </a:rPr>
              <a:t>i</a:t>
            </a:r>
            <a:r>
              <a:rPr lang="en-US" sz="2000" dirty="0">
                <a:highlight>
                  <a:srgbClr val="FFFFFF"/>
                </a:highlight>
                <a:latin typeface="Courier New"/>
                <a:cs typeface="Courier New"/>
              </a:rPr>
              <a:t> = 1, 2, ..., m</a:t>
            </a:r>
            <a:endParaRPr lang="ru-RU" sz="2000" dirty="0">
              <a:highlight>
                <a:srgbClr val="FFFFFF"/>
              </a:highlight>
              <a:latin typeface="Courier New"/>
              <a:cs typeface="Courier New"/>
            </a:endParaRPr>
          </a:p>
          <a:p>
            <a:pPr marL="0" indent="0">
              <a:buNone/>
            </a:pPr>
            <a:r>
              <a:rPr lang="ru-RU" sz="2000" dirty="0" err="1">
                <a:highlight>
                  <a:srgbClr val="FFFFFF"/>
                </a:highlight>
                <a:latin typeface="Courier New"/>
                <a:cs typeface="Courier New"/>
              </a:rPr>
              <a:t>Encryption</a:t>
            </a:r>
            <a:r>
              <a:rPr lang="ru-RU" sz="2000" dirty="0">
                <a:highlight>
                  <a:srgbClr val="FFFFFF"/>
                </a:highlight>
                <a:latin typeface="Courier New"/>
                <a:cs typeface="Courier New"/>
              </a:rPr>
              <a:t>: Cᵢ = Pᵢ ⊕ Oᵢ</a:t>
            </a:r>
          </a:p>
          <a:p>
            <a:pPr marL="0" indent="0">
              <a:buNone/>
            </a:pPr>
            <a:endParaRPr lang="en-US" sz="2000" dirty="0">
              <a:highlight>
                <a:srgbClr val="FFFFFF"/>
              </a:highlight>
              <a:latin typeface="Times New Roman"/>
              <a:cs typeface="Arial"/>
            </a:endParaRPr>
          </a:p>
          <a:p>
            <a:pPr marL="0" indent="0">
              <a:buNone/>
            </a:pPr>
            <a:r>
              <a:rPr lang="en-US" sz="2000" dirty="0">
                <a:highlight>
                  <a:srgbClr val="FFFFFF"/>
                </a:highlight>
                <a:latin typeface="Times New Roman"/>
                <a:cs typeface="Arial"/>
              </a:rPr>
              <a:t>OFB generates a keystream independent of plaintext and ciphertext, making it a synchronous stream cipher.</a:t>
            </a:r>
            <a:endParaRPr lang="ru-RU" sz="2000">
              <a:latin typeface="Times New Roman"/>
              <a:cs typeface="Times New Roman"/>
            </a:endParaRPr>
          </a:p>
          <a:p>
            <a:pPr marL="0" indent="0">
              <a:buNone/>
            </a:pPr>
            <a:endParaRPr lang="ru-RU" sz="2000"/>
          </a:p>
        </p:txBody>
      </p:sp>
    </p:spTree>
    <p:extLst>
      <p:ext uri="{BB962C8B-B14F-4D97-AF65-F5344CB8AC3E}">
        <p14:creationId xmlns:p14="http://schemas.microsoft.com/office/powerpoint/2010/main" val="14539029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0BD66763-B0C5-42AF-6A23-2A7C2486707F}"/>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5.2 </a:t>
            </a:r>
            <a:r>
              <a:rPr lang="ru-RU" sz="4000" b="1" dirty="0" err="1">
                <a:solidFill>
                  <a:srgbClr val="FFFFFF"/>
                </a:solidFill>
                <a:latin typeface="Times New Roman"/>
                <a:cs typeface="Times New Roman"/>
              </a:rPr>
              <a:t>Output</a:t>
            </a:r>
            <a:r>
              <a:rPr lang="ru-RU" sz="4000" b="1" dirty="0">
                <a:solidFill>
                  <a:srgbClr val="FFFFFF"/>
                </a:solidFill>
                <a:latin typeface="Times New Roman"/>
                <a:cs typeface="Times New Roman"/>
              </a:rPr>
              <a:t> </a:t>
            </a:r>
            <a:r>
              <a:rPr lang="ru-RU" sz="4000" b="1" dirty="0" err="1">
                <a:solidFill>
                  <a:srgbClr val="FFFFFF"/>
                </a:solidFill>
                <a:latin typeface="Times New Roman"/>
                <a:cs typeface="Times New Roman"/>
              </a:rPr>
              <a:t>Feedback</a:t>
            </a:r>
            <a:r>
              <a:rPr lang="ru-RU" sz="4000" b="1" dirty="0">
                <a:solidFill>
                  <a:srgbClr val="FFFFFF"/>
                </a:solidFill>
                <a:latin typeface="Times New Roman"/>
                <a:cs typeface="Times New Roman"/>
              </a:rPr>
              <a:t> (OFB) Mode</a:t>
            </a:r>
          </a:p>
        </p:txBody>
      </p:sp>
      <p:sp>
        <p:nvSpPr>
          <p:cNvPr id="3" name="Объект 2">
            <a:extLst>
              <a:ext uri="{FF2B5EF4-FFF2-40B4-BE49-F238E27FC236}">
                <a16:creationId xmlns:a16="http://schemas.microsoft.com/office/drawing/2014/main" id="{279BA842-7C46-7855-4C32-8C00B8E3A0EF}"/>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a:highlight>
                  <a:srgbClr val="FFFFFF"/>
                </a:highlight>
                <a:latin typeface="Times New Roman"/>
                <a:cs typeface="Times New Roman"/>
              </a:rPr>
              <a:t>Properties:</a:t>
            </a:r>
            <a:endParaRPr lang="ru-RU" sz="2000">
              <a:latin typeface="Times New Roman"/>
              <a:cs typeface="Times New Roman"/>
            </a:endParaRPr>
          </a:p>
          <a:p>
            <a:r>
              <a:rPr lang="ru-RU" sz="2000">
                <a:highlight>
                  <a:srgbClr val="FFFFFF"/>
                </a:highlight>
                <a:latin typeface="Times New Roman"/>
                <a:cs typeface="Times New Roman"/>
              </a:rPr>
              <a:t>No Error Propagation: Bit errors in ciphertext affect only the corresponding plaintext bits.</a:t>
            </a:r>
          </a:p>
          <a:p>
            <a:r>
              <a:rPr lang="ru-RU" sz="2000">
                <a:highlight>
                  <a:srgbClr val="FFFFFF"/>
                </a:highlight>
                <a:latin typeface="Times New Roman"/>
                <a:cs typeface="Times New Roman"/>
              </a:rPr>
              <a:t>Keystream Precomputation: The keystream can be computed before the plaintext is available.</a:t>
            </a:r>
          </a:p>
          <a:p>
            <a:r>
              <a:rPr lang="ru-RU" sz="2000">
                <a:highlight>
                  <a:srgbClr val="FFFFFF"/>
                </a:highlight>
                <a:latin typeface="Times New Roman"/>
                <a:cs typeface="Times New Roman"/>
              </a:rPr>
              <a:t>Sequential: Cannot parallelize keystream generation.</a:t>
            </a:r>
          </a:p>
          <a:p>
            <a:r>
              <a:rPr lang="en-US" sz="2000">
                <a:highlight>
                  <a:srgbClr val="FFFFFF"/>
                </a:highlight>
                <a:latin typeface="Times New Roman"/>
                <a:cs typeface="Times New Roman"/>
              </a:rPr>
              <a:t>IV Requirements: Like CTR, requires unique IV per message.</a:t>
            </a:r>
            <a:endParaRPr lang="ru-RU" sz="2000">
              <a:highlight>
                <a:srgbClr val="FFFFFF"/>
              </a:highlight>
              <a:latin typeface="Times New Roman"/>
              <a:cs typeface="Times New Roman"/>
            </a:endParaRPr>
          </a:p>
          <a:p>
            <a:pPr marL="0" indent="0">
              <a:buNone/>
            </a:pPr>
            <a:endParaRPr lang="en-US" sz="2000">
              <a:highlight>
                <a:srgbClr val="FFFFFF"/>
              </a:highlight>
              <a:latin typeface="Times New Roman"/>
              <a:cs typeface="Times New Roman"/>
            </a:endParaRPr>
          </a:p>
          <a:p>
            <a:pPr marL="0" indent="0">
              <a:buNone/>
            </a:pPr>
            <a:r>
              <a:rPr lang="en-US" sz="2000">
                <a:highlight>
                  <a:srgbClr val="FFFFFF"/>
                </a:highlight>
                <a:latin typeface="Times New Roman"/>
                <a:cs typeface="Times New Roman"/>
              </a:rPr>
              <a:t>Use Cases: Rare in modern systems; CTR mode is generally preferred due to better parallelizability.</a:t>
            </a:r>
            <a:endParaRPr lang="ru-RU" sz="2000">
              <a:highlight>
                <a:srgbClr val="FFFFFF"/>
              </a:highlight>
              <a:latin typeface="Times New Roman"/>
              <a:cs typeface="Times New Roman"/>
            </a:endParaRPr>
          </a:p>
          <a:p>
            <a:endParaRPr lang="ru-RU" sz="2000">
              <a:latin typeface="Times New Roman"/>
              <a:cs typeface="Times New Roman"/>
            </a:endParaRPr>
          </a:p>
        </p:txBody>
      </p:sp>
    </p:spTree>
    <p:extLst>
      <p:ext uri="{BB962C8B-B14F-4D97-AF65-F5344CB8AC3E}">
        <p14:creationId xmlns:p14="http://schemas.microsoft.com/office/powerpoint/2010/main" val="42827734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63B911-17A9-45B8-DF9B-6915789EAC4C}"/>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73C028D7-7B8A-550E-13CF-131B081520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5CED95-0586-35EE-D15C-95949FA6BF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FFCE003-2BC6-52E6-28DE-A648266F5F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B925E0B-C86D-4815-7CC8-E1459ABDDF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268F6FC4-75E9-73AE-F422-7DF3AFDC68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6D0E135B-B39B-01FE-70DB-B66ABC889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Заголовок 1">
            <a:extLst>
              <a:ext uri="{FF2B5EF4-FFF2-40B4-BE49-F238E27FC236}">
                <a16:creationId xmlns:a16="http://schemas.microsoft.com/office/drawing/2014/main" id="{81DB302D-3162-F664-38BD-913F31933333}"/>
              </a:ext>
            </a:extLst>
          </p:cNvPr>
          <p:cNvSpPr>
            <a:spLocks noGrp="1"/>
          </p:cNvSpPr>
          <p:nvPr>
            <p:ph type="title"/>
          </p:nvPr>
        </p:nvSpPr>
        <p:spPr>
          <a:xfrm>
            <a:off x="826396" y="586855"/>
            <a:ext cx="4230100" cy="3387497"/>
          </a:xfrm>
        </p:spPr>
        <p:txBody>
          <a:bodyPr anchor="b">
            <a:normAutofit/>
          </a:bodyPr>
          <a:lstStyle/>
          <a:p>
            <a:pPr algn="r"/>
            <a:r>
              <a:rPr lang="ru-RU" sz="4000" b="1" dirty="0">
                <a:solidFill>
                  <a:schemeClr val="bg1"/>
                </a:solidFill>
                <a:latin typeface="Times New Roman"/>
                <a:cs typeface="Times New Roman"/>
              </a:rPr>
              <a:t>6.Security Analysis </a:t>
            </a:r>
            <a:r>
              <a:rPr lang="ru-RU" sz="4000" b="1" dirty="0" err="1">
                <a:solidFill>
                  <a:schemeClr val="bg1"/>
                </a:solidFill>
                <a:latin typeface="Times New Roman"/>
                <a:cs typeface="Times New Roman"/>
              </a:rPr>
              <a:t>and</a:t>
            </a:r>
            <a:r>
              <a:rPr lang="ru-RU" sz="4000" b="1" dirty="0">
                <a:solidFill>
                  <a:schemeClr val="bg1"/>
                </a:solidFill>
                <a:latin typeface="Times New Roman"/>
                <a:cs typeface="Times New Roman"/>
              </a:rPr>
              <a:t> </a:t>
            </a:r>
            <a:r>
              <a:rPr lang="ru-RU" sz="4000" b="1" dirty="0" err="1">
                <a:solidFill>
                  <a:schemeClr val="bg1"/>
                </a:solidFill>
                <a:latin typeface="Times New Roman"/>
                <a:cs typeface="Times New Roman"/>
              </a:rPr>
              <a:t>Comparison</a:t>
            </a:r>
          </a:p>
        </p:txBody>
      </p:sp>
      <p:sp>
        <p:nvSpPr>
          <p:cNvPr id="17" name="Объект 2">
            <a:extLst>
              <a:ext uri="{FF2B5EF4-FFF2-40B4-BE49-F238E27FC236}">
                <a16:creationId xmlns:a16="http://schemas.microsoft.com/office/drawing/2014/main" id="{6C150B93-1F72-2812-A245-A35725E53B65}"/>
              </a:ext>
            </a:extLst>
          </p:cNvPr>
          <p:cNvSpPr>
            <a:spLocks noGrp="1"/>
          </p:cNvSpPr>
          <p:nvPr>
            <p:ph idx="1"/>
          </p:nvPr>
        </p:nvSpPr>
        <p:spPr>
          <a:xfrm>
            <a:off x="6503158" y="649480"/>
            <a:ext cx="4862447" cy="5546047"/>
          </a:xfrm>
        </p:spPr>
        <p:txBody>
          <a:bodyPr vert="horz" lIns="91440" tIns="45720" rIns="91440" bIns="45720" rtlCol="0" anchor="ctr">
            <a:normAutofit/>
          </a:bodyPr>
          <a:lstStyle/>
          <a:p>
            <a:r>
              <a:rPr lang="ru-RU" sz="2000" b="1" dirty="0">
                <a:highlight>
                  <a:srgbClr val="FFFFFF"/>
                </a:highlight>
                <a:latin typeface="Times New Roman"/>
                <a:cs typeface="Times New Roman"/>
              </a:rPr>
              <a:t>6.1 </a:t>
            </a:r>
            <a:r>
              <a:rPr lang="ru-RU" sz="2000" b="1" err="1">
                <a:highlight>
                  <a:srgbClr val="FFFFFF"/>
                </a:highlight>
                <a:latin typeface="Times New Roman"/>
                <a:cs typeface="Times New Roman"/>
              </a:rPr>
              <a:t>Comparative</a:t>
            </a:r>
            <a:r>
              <a:rPr lang="ru-RU" sz="2000" b="1" dirty="0">
                <a:highlight>
                  <a:srgbClr val="FFFFFF"/>
                </a:highlight>
                <a:latin typeface="Times New Roman"/>
                <a:cs typeface="Times New Roman"/>
              </a:rPr>
              <a:t> Security Analysis</a:t>
            </a:r>
          </a:p>
          <a:p>
            <a:r>
              <a:rPr lang="ru-RU" sz="2000" b="1" dirty="0">
                <a:highlight>
                  <a:srgbClr val="FFFFFF"/>
                </a:highlight>
                <a:latin typeface="Times New Roman"/>
                <a:cs typeface="Times New Roman"/>
              </a:rPr>
              <a:t>6.2 </a:t>
            </a:r>
            <a:r>
              <a:rPr lang="ru-RU" sz="2000" b="1" err="1">
                <a:highlight>
                  <a:srgbClr val="FFFFFF"/>
                </a:highlight>
                <a:latin typeface="Times New Roman"/>
                <a:cs typeface="Times New Roman"/>
              </a:rPr>
              <a:t>Malleability</a:t>
            </a:r>
            <a:r>
              <a:rPr lang="ru-RU" sz="2000" b="1" dirty="0">
                <a:highlight>
                  <a:srgbClr val="FFFFFF"/>
                </a:highlight>
                <a:latin typeface="Times New Roman"/>
                <a:cs typeface="Times New Roman"/>
              </a:rPr>
              <a:t>: A </a:t>
            </a:r>
            <a:r>
              <a:rPr lang="ru-RU" sz="2000" b="1" err="1">
                <a:highlight>
                  <a:srgbClr val="FFFFFF"/>
                </a:highlight>
                <a:latin typeface="Times New Roman"/>
                <a:cs typeface="Times New Roman"/>
              </a:rPr>
              <a:t>Shared</a:t>
            </a:r>
            <a:r>
              <a:rPr lang="ru-RU" sz="2000" b="1" dirty="0">
                <a:highlight>
                  <a:srgbClr val="FFFFFF"/>
                </a:highlight>
                <a:latin typeface="Times New Roman"/>
                <a:cs typeface="Times New Roman"/>
              </a:rPr>
              <a:t> </a:t>
            </a:r>
            <a:r>
              <a:rPr lang="ru-RU" sz="2000" b="1" err="1">
                <a:highlight>
                  <a:srgbClr val="FFFFFF"/>
                </a:highlight>
                <a:latin typeface="Times New Roman"/>
                <a:cs typeface="Times New Roman"/>
              </a:rPr>
              <a:t>Weakness</a:t>
            </a:r>
            <a:endParaRPr lang="ru-RU" sz="2000" b="1">
              <a:highlight>
                <a:srgbClr val="FFFFFF"/>
              </a:highlight>
              <a:latin typeface="Times New Roman"/>
              <a:cs typeface="Times New Roman"/>
            </a:endParaRPr>
          </a:p>
          <a:p>
            <a:r>
              <a:rPr lang="ru-RU" sz="2000" b="1" dirty="0">
                <a:highlight>
                  <a:srgbClr val="FFFFFF"/>
                </a:highlight>
                <a:latin typeface="Times New Roman"/>
                <a:cs typeface="Times New Roman"/>
              </a:rPr>
              <a:t>6.3 Mode </a:t>
            </a:r>
            <a:r>
              <a:rPr lang="ru-RU" sz="2000" b="1" err="1">
                <a:highlight>
                  <a:srgbClr val="FFFFFF"/>
                </a:highlight>
                <a:latin typeface="Times New Roman"/>
                <a:cs typeface="Times New Roman"/>
              </a:rPr>
              <a:t>Selection</a:t>
            </a:r>
            <a:r>
              <a:rPr lang="ru-RU" sz="2000" b="1" dirty="0">
                <a:highlight>
                  <a:srgbClr val="FFFFFF"/>
                </a:highlight>
                <a:latin typeface="Times New Roman"/>
                <a:cs typeface="Times New Roman"/>
              </a:rPr>
              <a:t> </a:t>
            </a:r>
            <a:r>
              <a:rPr lang="ru-RU" sz="2000" b="1" err="1">
                <a:highlight>
                  <a:srgbClr val="FFFFFF"/>
                </a:highlight>
                <a:latin typeface="Times New Roman"/>
                <a:cs typeface="Times New Roman"/>
              </a:rPr>
              <a:t>Guidelines</a:t>
            </a:r>
            <a:endParaRPr lang="ru-RU" sz="2000" b="1">
              <a:highlight>
                <a:srgbClr val="FFFFFF"/>
              </a:highlight>
              <a:latin typeface="Times New Roman"/>
              <a:cs typeface="Times New Roman"/>
            </a:endParaRPr>
          </a:p>
          <a:p>
            <a:endParaRPr lang="ru-RU" sz="2000" b="1" dirty="0">
              <a:highlight>
                <a:srgbClr val="FFFFFF"/>
              </a:highlight>
              <a:latin typeface="Times New Roman"/>
              <a:cs typeface="Times New Roman"/>
            </a:endParaRPr>
          </a:p>
        </p:txBody>
      </p:sp>
    </p:spTree>
    <p:extLst>
      <p:ext uri="{BB962C8B-B14F-4D97-AF65-F5344CB8AC3E}">
        <p14:creationId xmlns:p14="http://schemas.microsoft.com/office/powerpoint/2010/main" val="1135119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8009AEE0-9F55-E395-032F-A7BE66409716}"/>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6.1 </a:t>
            </a:r>
            <a:r>
              <a:rPr lang="ru-RU" sz="4000" b="1" err="1">
                <a:solidFill>
                  <a:srgbClr val="FFFFFF"/>
                </a:solidFill>
                <a:latin typeface="Times New Roman"/>
                <a:cs typeface="Times New Roman"/>
              </a:rPr>
              <a:t>Comparative</a:t>
            </a:r>
            <a:r>
              <a:rPr lang="ru-RU" sz="4000" b="1" dirty="0">
                <a:solidFill>
                  <a:srgbClr val="FFFFFF"/>
                </a:solidFill>
                <a:latin typeface="Times New Roman"/>
                <a:cs typeface="Times New Roman"/>
              </a:rPr>
              <a:t> Security Analysis</a:t>
            </a:r>
          </a:p>
        </p:txBody>
      </p:sp>
      <p:sp>
        <p:nvSpPr>
          <p:cNvPr id="3" name="Объект 2">
            <a:extLst>
              <a:ext uri="{FF2B5EF4-FFF2-40B4-BE49-F238E27FC236}">
                <a16:creationId xmlns:a16="http://schemas.microsoft.com/office/drawing/2014/main" id="{3112A020-EDFF-0B02-332E-1A5365A8C01A}"/>
              </a:ext>
            </a:extLst>
          </p:cNvPr>
          <p:cNvSpPr>
            <a:spLocks noGrp="1"/>
          </p:cNvSpPr>
          <p:nvPr>
            <p:ph idx="1"/>
          </p:nvPr>
        </p:nvSpPr>
        <p:spPr>
          <a:xfrm>
            <a:off x="427148" y="2414788"/>
            <a:ext cx="9724031" cy="1268570"/>
          </a:xfrm>
        </p:spPr>
        <p:txBody>
          <a:bodyPr vert="horz" lIns="91440" tIns="45720" rIns="91440" bIns="45720" rtlCol="0" anchor="ctr">
            <a:normAutofit/>
          </a:bodyPr>
          <a:lstStyle/>
          <a:p>
            <a:pPr marL="0" indent="0">
              <a:buNone/>
            </a:pPr>
            <a:r>
              <a:rPr lang="ru-RU" sz="2000" dirty="0">
                <a:highlight>
                  <a:srgbClr val="FFFFFF"/>
                </a:highlight>
                <a:latin typeface="Times New Roman"/>
                <a:cs typeface="Times New Roman"/>
              </a:rPr>
              <a:t>The </a:t>
            </a:r>
            <a:r>
              <a:rPr lang="ru-RU" sz="2000" dirty="0" err="1">
                <a:highlight>
                  <a:srgbClr val="FFFFFF"/>
                </a:highlight>
                <a:latin typeface="Times New Roman"/>
                <a:cs typeface="Times New Roman"/>
              </a:rPr>
              <a:t>following</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table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summarizes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security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properties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of</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the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major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modes</a:t>
            </a:r>
            <a:r>
              <a:rPr lang="ru-RU" sz="2000" dirty="0">
                <a:highlight>
                  <a:srgbClr val="FFFFFF"/>
                </a:highlight>
                <a:latin typeface="Times New Roman"/>
                <a:cs typeface="Times New Roman"/>
              </a:rPr>
              <a:t>:</a:t>
            </a:r>
          </a:p>
          <a:p>
            <a:pPr marL="0" indent="0">
              <a:buNone/>
            </a:pPr>
            <a:endParaRPr lang="ru-RU" sz="2000" dirty="0">
              <a:highlight>
                <a:srgbClr val="FFFFFF"/>
              </a:highlight>
              <a:latin typeface="Times New Roman"/>
              <a:cs typeface="Times New Roman"/>
            </a:endParaRPr>
          </a:p>
          <a:p>
            <a:pPr marL="0" indent="0">
              <a:buNone/>
            </a:pPr>
            <a:endParaRPr lang="ru-RU" sz="2000">
              <a:highlight>
                <a:srgbClr val="FFFFFF"/>
              </a:highlight>
              <a:latin typeface="Times New Roman"/>
              <a:cs typeface="Times New Roman"/>
            </a:endParaRPr>
          </a:p>
        </p:txBody>
      </p:sp>
      <p:graphicFrame>
        <p:nvGraphicFramePr>
          <p:cNvPr id="13" name="Таблица 12">
            <a:extLst>
              <a:ext uri="{FF2B5EF4-FFF2-40B4-BE49-F238E27FC236}">
                <a16:creationId xmlns:a16="http://schemas.microsoft.com/office/drawing/2014/main" id="{6AA721B5-467C-2F3E-3FC1-4327638D263E}"/>
              </a:ext>
            </a:extLst>
          </p:cNvPr>
          <p:cNvGraphicFramePr>
            <a:graphicFrameLocks noGrp="1"/>
          </p:cNvGraphicFramePr>
          <p:nvPr>
            <p:extLst>
              <p:ext uri="{D42A27DB-BD31-4B8C-83A1-F6EECF244321}">
                <p14:modId xmlns:p14="http://schemas.microsoft.com/office/powerpoint/2010/main" val="4224721346"/>
              </p:ext>
            </p:extLst>
          </p:nvPr>
        </p:nvGraphicFramePr>
        <p:xfrm>
          <a:off x="279042" y="2863724"/>
          <a:ext cx="11628654" cy="2697480"/>
        </p:xfrm>
        <a:graphic>
          <a:graphicData uri="http://schemas.openxmlformats.org/drawingml/2006/table">
            <a:tbl>
              <a:tblPr firstRow="1" bandRow="1">
                <a:tableStyleId>{3C2FFA5D-87B4-456A-9821-1D502468CF0F}</a:tableStyleId>
              </a:tblPr>
              <a:tblGrid>
                <a:gridCol w="1938109">
                  <a:extLst>
                    <a:ext uri="{9D8B030D-6E8A-4147-A177-3AD203B41FA5}">
                      <a16:colId xmlns:a16="http://schemas.microsoft.com/office/drawing/2014/main" val="3514869857"/>
                    </a:ext>
                  </a:extLst>
                </a:gridCol>
                <a:gridCol w="1938109">
                  <a:extLst>
                    <a:ext uri="{9D8B030D-6E8A-4147-A177-3AD203B41FA5}">
                      <a16:colId xmlns:a16="http://schemas.microsoft.com/office/drawing/2014/main" val="3760533590"/>
                    </a:ext>
                  </a:extLst>
                </a:gridCol>
                <a:gridCol w="1938109">
                  <a:extLst>
                    <a:ext uri="{9D8B030D-6E8A-4147-A177-3AD203B41FA5}">
                      <a16:colId xmlns:a16="http://schemas.microsoft.com/office/drawing/2014/main" val="1435709806"/>
                    </a:ext>
                  </a:extLst>
                </a:gridCol>
                <a:gridCol w="1938109">
                  <a:extLst>
                    <a:ext uri="{9D8B030D-6E8A-4147-A177-3AD203B41FA5}">
                      <a16:colId xmlns:a16="http://schemas.microsoft.com/office/drawing/2014/main" val="1283181363"/>
                    </a:ext>
                  </a:extLst>
                </a:gridCol>
                <a:gridCol w="1938109">
                  <a:extLst>
                    <a:ext uri="{9D8B030D-6E8A-4147-A177-3AD203B41FA5}">
                      <a16:colId xmlns:a16="http://schemas.microsoft.com/office/drawing/2014/main" val="3002861412"/>
                    </a:ext>
                  </a:extLst>
                </a:gridCol>
                <a:gridCol w="1938109">
                  <a:extLst>
                    <a:ext uri="{9D8B030D-6E8A-4147-A177-3AD203B41FA5}">
                      <a16:colId xmlns:a16="http://schemas.microsoft.com/office/drawing/2014/main" val="248219782"/>
                    </a:ext>
                  </a:extLst>
                </a:gridCol>
              </a:tblGrid>
              <a:tr h="200025">
                <a:tc>
                  <a:txBody>
                    <a:bodyPr/>
                    <a:lstStyle/>
                    <a:p>
                      <a:pPr rtl="0" fontAlgn="b">
                        <a:buNone/>
                      </a:pPr>
                      <a:r>
                        <a:rPr lang="af-ZA" dirty="0">
                          <a:effectLst/>
                          <a:latin typeface="Times New Roman"/>
                        </a:rPr>
                        <a:t>Mode</a:t>
                      </a:r>
                    </a:p>
                  </a:txBody>
                  <a:tcPr marL="28575" marR="28575" marT="19050" marB="19050" anchor="b">
                    <a:lnL w="12700">
                      <a:solidFill>
                        <a:schemeClr val="bg1"/>
                      </a:solidFill>
                    </a:lnL>
                    <a:lnR w="12700">
                      <a:solidFill>
                        <a:schemeClr val="bg1"/>
                      </a:solidFill>
                    </a:lnR>
                    <a:lnT w="12700">
                      <a:solidFill>
                        <a:schemeClr val="bg1"/>
                      </a:solidFill>
                    </a:lnT>
                    <a:lnB w="12700">
                      <a:solidFill>
                        <a:schemeClr val="bg1"/>
                      </a:solidFill>
                    </a:lnB>
                    <a:solidFill>
                      <a:schemeClr val="accent1">
                        <a:lumMod val="75000"/>
                      </a:schemeClr>
                    </a:solidFill>
                  </a:tcPr>
                </a:tc>
                <a:tc>
                  <a:txBody>
                    <a:bodyPr/>
                    <a:lstStyle/>
                    <a:p>
                      <a:pPr rtl="0" fontAlgn="b">
                        <a:buNone/>
                      </a:pPr>
                      <a:r>
                        <a:rPr lang="af-ZA" dirty="0">
                          <a:effectLst/>
                          <a:latin typeface="Times New Roman"/>
                        </a:rPr>
                        <a:t>IND-CPA </a:t>
                      </a:r>
                      <a:r>
                        <a:rPr lang="af-ZA" err="1">
                          <a:effectLst/>
                          <a:latin typeface="Times New Roman"/>
                        </a:rPr>
                        <a:t>Secure</a:t>
                      </a:r>
                      <a:endParaRPr lang="af-ZA" dirty="0" err="1">
                        <a:effectLst/>
                        <a:latin typeface="Times New Roman"/>
                      </a:endParaRPr>
                    </a:p>
                  </a:txBody>
                  <a:tcPr marL="28575" marR="28575" marT="19050" marB="19050" anchor="b">
                    <a:lnL w="12700">
                      <a:solidFill>
                        <a:schemeClr val="bg1"/>
                      </a:solidFill>
                    </a:lnL>
                    <a:lnR w="12700">
                      <a:solidFill>
                        <a:schemeClr val="bg1"/>
                      </a:solidFill>
                    </a:lnR>
                    <a:lnT w="12700">
                      <a:solidFill>
                        <a:schemeClr val="bg1"/>
                      </a:solidFill>
                    </a:lnT>
                    <a:lnB w="12700">
                      <a:solidFill>
                        <a:schemeClr val="bg1"/>
                      </a:solidFill>
                    </a:lnB>
                    <a:solidFill>
                      <a:schemeClr val="accent1">
                        <a:lumMod val="75000"/>
                      </a:schemeClr>
                    </a:solidFill>
                  </a:tcPr>
                </a:tc>
                <a:tc>
                  <a:txBody>
                    <a:bodyPr/>
                    <a:lstStyle/>
                    <a:p>
                      <a:pPr rtl="0" fontAlgn="b">
                        <a:buNone/>
                      </a:pPr>
                      <a:r>
                        <a:rPr lang="af-ZA" err="1">
                          <a:effectLst/>
                          <a:latin typeface="Times New Roman"/>
                        </a:rPr>
                        <a:t>Pattern</a:t>
                      </a:r>
                      <a:r>
                        <a:rPr lang="af-ZA" dirty="0">
                          <a:effectLst/>
                          <a:latin typeface="Times New Roman"/>
                        </a:rPr>
                        <a:t> </a:t>
                      </a:r>
                      <a:r>
                        <a:rPr lang="af-ZA" err="1">
                          <a:effectLst/>
                          <a:latin typeface="Times New Roman"/>
                        </a:rPr>
                        <a:t>Leakage</a:t>
                      </a:r>
                      <a:endParaRPr lang="af-ZA" dirty="0" err="1">
                        <a:effectLst/>
                        <a:latin typeface="Times New Roman"/>
                      </a:endParaRPr>
                    </a:p>
                  </a:txBody>
                  <a:tcPr marL="28575" marR="28575" marT="19050" marB="19050" anchor="b">
                    <a:lnL w="12700">
                      <a:solidFill>
                        <a:schemeClr val="bg1"/>
                      </a:solidFill>
                    </a:lnL>
                    <a:lnR w="12700">
                      <a:solidFill>
                        <a:schemeClr val="bg1"/>
                      </a:solidFill>
                    </a:lnR>
                    <a:lnT w="12700">
                      <a:solidFill>
                        <a:schemeClr val="bg1"/>
                      </a:solidFill>
                    </a:lnT>
                    <a:lnB w="12700">
                      <a:solidFill>
                        <a:schemeClr val="bg1"/>
                      </a:solidFill>
                    </a:lnB>
                    <a:solidFill>
                      <a:schemeClr val="accent1">
                        <a:lumMod val="75000"/>
                      </a:schemeClr>
                    </a:solidFill>
                  </a:tcPr>
                </a:tc>
                <a:tc>
                  <a:txBody>
                    <a:bodyPr/>
                    <a:lstStyle/>
                    <a:p>
                      <a:pPr rtl="0" fontAlgn="b">
                        <a:buNone/>
                      </a:pPr>
                      <a:r>
                        <a:rPr lang="af-ZA" err="1">
                          <a:effectLst/>
                          <a:latin typeface="Times New Roman"/>
                        </a:rPr>
                        <a:t>Parallelizable</a:t>
                      </a:r>
                      <a:endParaRPr lang="af-ZA" dirty="0" err="1">
                        <a:effectLst/>
                        <a:latin typeface="Times New Roman"/>
                      </a:endParaRPr>
                    </a:p>
                  </a:txBody>
                  <a:tcPr marL="28575" marR="28575" marT="19050" marB="19050" anchor="b">
                    <a:lnL w="12700">
                      <a:solidFill>
                        <a:schemeClr val="bg1"/>
                      </a:solidFill>
                    </a:lnL>
                    <a:lnR w="12700">
                      <a:solidFill>
                        <a:schemeClr val="bg1"/>
                      </a:solidFill>
                    </a:lnR>
                    <a:lnT w="12700">
                      <a:solidFill>
                        <a:schemeClr val="bg1"/>
                      </a:solidFill>
                    </a:lnT>
                    <a:lnB w="12700">
                      <a:solidFill>
                        <a:schemeClr val="bg1"/>
                      </a:solidFill>
                    </a:lnB>
                    <a:solidFill>
                      <a:schemeClr val="accent1">
                        <a:lumMod val="75000"/>
                      </a:schemeClr>
                    </a:solidFill>
                  </a:tcPr>
                </a:tc>
                <a:tc>
                  <a:txBody>
                    <a:bodyPr/>
                    <a:lstStyle/>
                    <a:p>
                      <a:pPr rtl="0" fontAlgn="b">
                        <a:buNone/>
                      </a:pPr>
                      <a:r>
                        <a:rPr lang="af-ZA" err="1">
                          <a:effectLst/>
                          <a:latin typeface="Times New Roman"/>
                        </a:rPr>
                        <a:t>Padding</a:t>
                      </a:r>
                      <a:r>
                        <a:rPr lang="af-ZA" dirty="0">
                          <a:effectLst/>
                          <a:latin typeface="Times New Roman"/>
                        </a:rPr>
                        <a:t> </a:t>
                      </a:r>
                      <a:r>
                        <a:rPr lang="af-ZA" err="1">
                          <a:effectLst/>
                          <a:latin typeface="Times New Roman"/>
                        </a:rPr>
                        <a:t>Required</a:t>
                      </a:r>
                      <a:endParaRPr lang="af-ZA" dirty="0" err="1">
                        <a:effectLst/>
                        <a:latin typeface="Times New Roman"/>
                      </a:endParaRPr>
                    </a:p>
                  </a:txBody>
                  <a:tcPr marL="28575" marR="28575" marT="19050" marB="19050" anchor="b">
                    <a:lnL w="12700">
                      <a:solidFill>
                        <a:schemeClr val="bg1"/>
                      </a:solidFill>
                    </a:lnL>
                    <a:lnR w="12700">
                      <a:solidFill>
                        <a:schemeClr val="bg1"/>
                      </a:solidFill>
                    </a:lnR>
                    <a:lnT w="12700">
                      <a:solidFill>
                        <a:schemeClr val="bg1"/>
                      </a:solidFill>
                    </a:lnT>
                    <a:lnB w="12700">
                      <a:solidFill>
                        <a:schemeClr val="bg1"/>
                      </a:solidFill>
                    </a:lnB>
                    <a:solidFill>
                      <a:schemeClr val="accent1">
                        <a:lumMod val="75000"/>
                      </a:schemeClr>
                    </a:solidFill>
                  </a:tcPr>
                </a:tc>
                <a:tc>
                  <a:txBody>
                    <a:bodyPr/>
                    <a:lstStyle/>
                    <a:p>
                      <a:pPr rtl="0" fontAlgn="b">
                        <a:buNone/>
                      </a:pPr>
                      <a:r>
                        <a:rPr lang="af-ZA" dirty="0">
                          <a:effectLst/>
                          <a:latin typeface="Times New Roman"/>
                        </a:rPr>
                        <a:t>IV/</a:t>
                      </a:r>
                      <a:r>
                        <a:rPr lang="af-ZA" err="1">
                          <a:effectLst/>
                          <a:latin typeface="Times New Roman"/>
                        </a:rPr>
                        <a:t>Nonce</a:t>
                      </a:r>
                      <a:r>
                        <a:rPr lang="af-ZA" dirty="0">
                          <a:effectLst/>
                          <a:latin typeface="Times New Roman"/>
                        </a:rPr>
                        <a:t> </a:t>
                      </a:r>
                      <a:r>
                        <a:rPr lang="af-ZA" err="1">
                          <a:effectLst/>
                          <a:latin typeface="Times New Roman"/>
                        </a:rPr>
                        <a:t>Requirement</a:t>
                      </a:r>
                      <a:endParaRPr lang="af-ZA" dirty="0" err="1">
                        <a:effectLst/>
                        <a:latin typeface="Times New Roman"/>
                      </a:endParaRPr>
                    </a:p>
                  </a:txBody>
                  <a:tcPr marL="0" marR="0" marT="19050" marB="19050" anchor="b">
                    <a:lnL w="12700">
                      <a:solidFill>
                        <a:schemeClr val="bg1"/>
                      </a:solidFill>
                    </a:lnL>
                    <a:lnR w="12700">
                      <a:solidFill>
                        <a:schemeClr val="bg1"/>
                      </a:solidFill>
                    </a:lnR>
                    <a:lnT w="12700">
                      <a:solidFill>
                        <a:schemeClr val="bg1"/>
                      </a:solidFill>
                    </a:lnT>
                    <a:lnB w="12700">
                      <a:solidFill>
                        <a:schemeClr val="bg1"/>
                      </a:solidFill>
                    </a:lnB>
                    <a:solidFill>
                      <a:schemeClr val="accent1">
                        <a:lumMod val="75000"/>
                      </a:schemeClr>
                    </a:solidFill>
                  </a:tcPr>
                </a:tc>
                <a:extLst>
                  <a:ext uri="{0D108BD9-81ED-4DB2-BD59-A6C34878D82A}">
                    <a16:rowId xmlns:a16="http://schemas.microsoft.com/office/drawing/2014/main" val="3198846924"/>
                  </a:ext>
                </a:extLst>
              </a:tr>
              <a:tr h="200025">
                <a:tc>
                  <a:txBody>
                    <a:bodyPr/>
                    <a:lstStyle/>
                    <a:p>
                      <a:pPr rtl="0" fontAlgn="b">
                        <a:buNone/>
                      </a:pPr>
                      <a:r>
                        <a:rPr lang="af-ZA" dirty="0">
                          <a:effectLst/>
                          <a:latin typeface="Times New Roman"/>
                        </a:rPr>
                        <a:t>ECB</a:t>
                      </a:r>
                    </a:p>
                  </a:txBody>
                  <a:tcPr marL="28575" marR="28575" marT="19050" marB="19050" anchor="b">
                    <a:lnT w="12700">
                      <a:solidFill>
                        <a:schemeClr val="bg1"/>
                      </a:solidFill>
                    </a:lnT>
                    <a:solidFill>
                      <a:schemeClr val="bg1"/>
                    </a:solidFill>
                  </a:tcPr>
                </a:tc>
                <a:tc>
                  <a:txBody>
                    <a:bodyPr/>
                    <a:lstStyle/>
                    <a:p>
                      <a:pPr rtl="0" fontAlgn="b">
                        <a:buNone/>
                      </a:pPr>
                      <a:r>
                        <a:rPr lang="af-ZA" dirty="0">
                          <a:effectLst/>
                          <a:latin typeface="Times New Roman"/>
                        </a:rPr>
                        <a:t>NO</a:t>
                      </a:r>
                    </a:p>
                  </a:txBody>
                  <a:tcPr marL="28575" marR="28575" marT="19050" marB="19050" anchor="b">
                    <a:lnT w="12700">
                      <a:solidFill>
                        <a:schemeClr val="bg1"/>
                      </a:solidFill>
                    </a:lnT>
                    <a:solidFill>
                      <a:schemeClr val="bg1"/>
                    </a:solidFill>
                  </a:tcPr>
                </a:tc>
                <a:tc>
                  <a:txBody>
                    <a:bodyPr/>
                    <a:lstStyle/>
                    <a:p>
                      <a:pPr rtl="0" fontAlgn="b">
                        <a:buNone/>
                      </a:pPr>
                      <a:r>
                        <a:rPr lang="af-ZA" dirty="0">
                          <a:effectLst/>
                          <a:latin typeface="Times New Roman"/>
                        </a:rPr>
                        <a:t>YES (</a:t>
                      </a:r>
                      <a:r>
                        <a:rPr lang="af-ZA" err="1">
                          <a:effectLst/>
                          <a:latin typeface="Times New Roman"/>
                        </a:rPr>
                        <a:t>Critical</a:t>
                      </a:r>
                      <a:r>
                        <a:rPr lang="af-ZA" dirty="0">
                          <a:effectLst/>
                          <a:latin typeface="Times New Roman"/>
                        </a:rPr>
                        <a:t>)</a:t>
                      </a:r>
                    </a:p>
                  </a:txBody>
                  <a:tcPr marL="28575" marR="28575" marT="19050" marB="19050" anchor="b">
                    <a:lnT w="12700">
                      <a:solidFill>
                        <a:schemeClr val="bg1"/>
                      </a:solidFill>
                    </a:lnT>
                    <a:solidFill>
                      <a:schemeClr val="bg1"/>
                    </a:solidFill>
                  </a:tcPr>
                </a:tc>
                <a:tc>
                  <a:txBody>
                    <a:bodyPr/>
                    <a:lstStyle/>
                    <a:p>
                      <a:pPr rtl="0" fontAlgn="b">
                        <a:buNone/>
                      </a:pPr>
                      <a:r>
                        <a:rPr lang="af-ZA" dirty="0">
                          <a:effectLst/>
                          <a:latin typeface="Times New Roman"/>
                        </a:rPr>
                        <a:t>YES (</a:t>
                      </a:r>
                      <a:r>
                        <a:rPr lang="af-ZA" dirty="0" err="1">
                          <a:effectLst/>
                          <a:latin typeface="Times New Roman"/>
                        </a:rPr>
                        <a:t>Both</a:t>
                      </a:r>
                      <a:r>
                        <a:rPr lang="af-ZA" dirty="0">
                          <a:effectLst/>
                          <a:latin typeface="Times New Roman"/>
                        </a:rPr>
                        <a:t>)</a:t>
                      </a:r>
                    </a:p>
                  </a:txBody>
                  <a:tcPr marL="28575" marR="28575" marT="19050" marB="19050" anchor="b">
                    <a:lnT w="12700">
                      <a:solidFill>
                        <a:schemeClr val="bg1"/>
                      </a:solidFill>
                    </a:lnT>
                    <a:solidFill>
                      <a:schemeClr val="bg1"/>
                    </a:solidFill>
                  </a:tcPr>
                </a:tc>
                <a:tc>
                  <a:txBody>
                    <a:bodyPr/>
                    <a:lstStyle/>
                    <a:p>
                      <a:pPr rtl="0" fontAlgn="b">
                        <a:buNone/>
                      </a:pPr>
                      <a:r>
                        <a:rPr lang="af-ZA" dirty="0">
                          <a:effectLst/>
                          <a:latin typeface="Times New Roman"/>
                        </a:rPr>
                        <a:t>YES</a:t>
                      </a:r>
                    </a:p>
                  </a:txBody>
                  <a:tcPr marL="28575" marR="28575" marT="19050" marB="19050" anchor="b">
                    <a:lnT w="12700">
                      <a:solidFill>
                        <a:schemeClr val="bg1"/>
                      </a:solidFill>
                    </a:lnT>
                    <a:solidFill>
                      <a:schemeClr val="bg1"/>
                    </a:solidFill>
                  </a:tcPr>
                </a:tc>
                <a:tc>
                  <a:txBody>
                    <a:bodyPr/>
                    <a:lstStyle/>
                    <a:p>
                      <a:pPr rtl="0" fontAlgn="b">
                        <a:buNone/>
                      </a:pPr>
                      <a:r>
                        <a:rPr lang="af-ZA" dirty="0">
                          <a:effectLst/>
                          <a:latin typeface="Times New Roman"/>
                        </a:rPr>
                        <a:t>None</a:t>
                      </a:r>
                    </a:p>
                  </a:txBody>
                  <a:tcPr marL="28575" marR="28575" marT="19050" marB="19050" anchor="b">
                    <a:lnT w="12700">
                      <a:solidFill>
                        <a:schemeClr val="bg1"/>
                      </a:solidFill>
                    </a:lnT>
                    <a:solidFill>
                      <a:schemeClr val="bg1"/>
                    </a:solidFill>
                  </a:tcPr>
                </a:tc>
                <a:extLst>
                  <a:ext uri="{0D108BD9-81ED-4DB2-BD59-A6C34878D82A}">
                    <a16:rowId xmlns:a16="http://schemas.microsoft.com/office/drawing/2014/main" val="3701313763"/>
                  </a:ext>
                </a:extLst>
              </a:tr>
              <a:tr h="200025">
                <a:tc>
                  <a:txBody>
                    <a:bodyPr/>
                    <a:lstStyle/>
                    <a:p>
                      <a:pPr rtl="0" fontAlgn="b">
                        <a:buNone/>
                      </a:pPr>
                      <a:r>
                        <a:rPr lang="af-ZA" dirty="0">
                          <a:effectLst/>
                          <a:latin typeface="Times New Roman"/>
                        </a:rPr>
                        <a:t>CBC</a:t>
                      </a:r>
                    </a:p>
                  </a:txBody>
                  <a:tcPr marL="28575" marR="28575" marT="19050" marB="19050" anchor="b">
                    <a:solidFill>
                      <a:schemeClr val="bg1"/>
                    </a:solidFill>
                  </a:tcPr>
                </a:tc>
                <a:tc>
                  <a:txBody>
                    <a:bodyPr/>
                    <a:lstStyle/>
                    <a:p>
                      <a:pPr rtl="0" fontAlgn="b">
                        <a:buNone/>
                      </a:pPr>
                      <a:r>
                        <a:rPr lang="af-ZA" dirty="0">
                          <a:effectLst/>
                          <a:latin typeface="Times New Roman"/>
                        </a:rPr>
                        <a:t>YES</a:t>
                      </a:r>
                    </a:p>
                  </a:txBody>
                  <a:tcPr marL="28575" marR="28575" marT="19050" marB="19050" anchor="b">
                    <a:solidFill>
                      <a:schemeClr val="bg1"/>
                    </a:solidFill>
                  </a:tcPr>
                </a:tc>
                <a:tc>
                  <a:txBody>
                    <a:bodyPr/>
                    <a:lstStyle/>
                    <a:p>
                      <a:pPr rtl="0" fontAlgn="b">
                        <a:buNone/>
                      </a:pPr>
                      <a:r>
                        <a:rPr lang="af-ZA" dirty="0">
                          <a:effectLst/>
                          <a:latin typeface="Times New Roman"/>
                        </a:rPr>
                        <a:t>NO</a:t>
                      </a:r>
                    </a:p>
                  </a:txBody>
                  <a:tcPr marL="28575" marR="28575" marT="19050" marB="19050" anchor="b">
                    <a:solidFill>
                      <a:schemeClr val="bg1"/>
                    </a:solidFill>
                  </a:tcPr>
                </a:tc>
                <a:tc>
                  <a:txBody>
                    <a:bodyPr/>
                    <a:lstStyle/>
                    <a:p>
                      <a:pPr rtl="0" fontAlgn="b">
                        <a:buNone/>
                      </a:pPr>
                      <a:r>
                        <a:rPr lang="af-ZA" dirty="0" err="1">
                          <a:effectLst/>
                          <a:latin typeface="Times New Roman"/>
                        </a:rPr>
                        <a:t>Decryption</a:t>
                      </a:r>
                      <a:r>
                        <a:rPr lang="af-ZA" dirty="0">
                          <a:effectLst/>
                          <a:latin typeface="Times New Roman"/>
                        </a:rPr>
                        <a:t> </a:t>
                      </a:r>
                      <a:r>
                        <a:rPr lang="af-ZA" dirty="0" err="1">
                          <a:effectLst/>
                          <a:latin typeface="Times New Roman"/>
                        </a:rPr>
                        <a:t>Only</a:t>
                      </a:r>
                    </a:p>
                  </a:txBody>
                  <a:tcPr marL="28575" marR="28575" marT="19050" marB="19050" anchor="b">
                    <a:solidFill>
                      <a:schemeClr val="bg1"/>
                    </a:solidFill>
                  </a:tcPr>
                </a:tc>
                <a:tc>
                  <a:txBody>
                    <a:bodyPr/>
                    <a:lstStyle/>
                    <a:p>
                      <a:pPr rtl="0" fontAlgn="b">
                        <a:buNone/>
                      </a:pPr>
                      <a:r>
                        <a:rPr lang="af-ZA" dirty="0">
                          <a:effectLst/>
                          <a:latin typeface="Times New Roman"/>
                        </a:rPr>
                        <a:t>YES</a:t>
                      </a:r>
                    </a:p>
                  </a:txBody>
                  <a:tcPr marL="28575" marR="28575" marT="19050" marB="19050" anchor="b">
                    <a:solidFill>
                      <a:schemeClr val="bg1"/>
                    </a:solidFill>
                  </a:tcPr>
                </a:tc>
                <a:tc>
                  <a:txBody>
                    <a:bodyPr/>
                    <a:lstStyle/>
                    <a:p>
                      <a:pPr rtl="0" fontAlgn="b">
                        <a:buNone/>
                      </a:pPr>
                      <a:r>
                        <a:rPr lang="af-ZA" dirty="0">
                          <a:effectLst/>
                          <a:latin typeface="Times New Roman"/>
                        </a:rPr>
                        <a:t>Random, </a:t>
                      </a:r>
                      <a:r>
                        <a:rPr lang="af-ZA" dirty="0" err="1">
                          <a:effectLst/>
                          <a:latin typeface="Times New Roman"/>
                        </a:rPr>
                        <a:t>Unpredictable</a:t>
                      </a:r>
                      <a:r>
                        <a:rPr lang="af-ZA" dirty="0">
                          <a:effectLst/>
                          <a:latin typeface="Times New Roman"/>
                        </a:rPr>
                        <a:t> IV</a:t>
                      </a:r>
                    </a:p>
                  </a:txBody>
                  <a:tcPr marL="0" marR="0" marT="19050" marB="19050" anchor="b">
                    <a:solidFill>
                      <a:schemeClr val="bg1"/>
                    </a:solidFill>
                  </a:tcPr>
                </a:tc>
                <a:extLst>
                  <a:ext uri="{0D108BD9-81ED-4DB2-BD59-A6C34878D82A}">
                    <a16:rowId xmlns:a16="http://schemas.microsoft.com/office/drawing/2014/main" val="524543739"/>
                  </a:ext>
                </a:extLst>
              </a:tr>
              <a:tr h="200025">
                <a:tc>
                  <a:txBody>
                    <a:bodyPr/>
                    <a:lstStyle/>
                    <a:p>
                      <a:pPr rtl="0" fontAlgn="b">
                        <a:buNone/>
                      </a:pPr>
                      <a:r>
                        <a:rPr lang="af-ZA" dirty="0">
                          <a:effectLst/>
                          <a:latin typeface="Times New Roman"/>
                        </a:rPr>
                        <a:t>CTR</a:t>
                      </a:r>
                    </a:p>
                  </a:txBody>
                  <a:tcPr marL="28575" marR="28575" marT="19050" marB="19050" anchor="b">
                    <a:solidFill>
                      <a:schemeClr val="bg1"/>
                    </a:solidFill>
                  </a:tcPr>
                </a:tc>
                <a:tc>
                  <a:txBody>
                    <a:bodyPr/>
                    <a:lstStyle/>
                    <a:p>
                      <a:pPr rtl="0" fontAlgn="b">
                        <a:buNone/>
                      </a:pPr>
                      <a:r>
                        <a:rPr lang="af-ZA" dirty="0">
                          <a:effectLst/>
                          <a:latin typeface="Times New Roman"/>
                        </a:rPr>
                        <a:t>YES</a:t>
                      </a:r>
                    </a:p>
                  </a:txBody>
                  <a:tcPr marL="28575" marR="28575" marT="19050" marB="19050" anchor="b">
                    <a:solidFill>
                      <a:schemeClr val="bg1"/>
                    </a:solidFill>
                  </a:tcPr>
                </a:tc>
                <a:tc>
                  <a:txBody>
                    <a:bodyPr/>
                    <a:lstStyle/>
                    <a:p>
                      <a:pPr rtl="0" fontAlgn="b">
                        <a:buNone/>
                      </a:pPr>
                      <a:r>
                        <a:rPr lang="af-ZA" dirty="0">
                          <a:effectLst/>
                          <a:latin typeface="Times New Roman"/>
                        </a:rPr>
                        <a:t>NO</a:t>
                      </a:r>
                    </a:p>
                  </a:txBody>
                  <a:tcPr marL="28575" marR="28575" marT="19050" marB="19050" anchor="b">
                    <a:solidFill>
                      <a:schemeClr val="bg1"/>
                    </a:solidFill>
                  </a:tcPr>
                </a:tc>
                <a:tc>
                  <a:txBody>
                    <a:bodyPr/>
                    <a:lstStyle/>
                    <a:p>
                      <a:pPr rtl="0" fontAlgn="b">
                        <a:buNone/>
                      </a:pPr>
                      <a:r>
                        <a:rPr lang="af-ZA" dirty="0">
                          <a:effectLst/>
                          <a:latin typeface="Times New Roman"/>
                        </a:rPr>
                        <a:t>YES (</a:t>
                      </a:r>
                      <a:r>
                        <a:rPr lang="af-ZA" err="1">
                          <a:effectLst/>
                          <a:latin typeface="Times New Roman"/>
                        </a:rPr>
                        <a:t>Both</a:t>
                      </a:r>
                      <a:r>
                        <a:rPr lang="af-ZA" dirty="0">
                          <a:effectLst/>
                          <a:latin typeface="Times New Roman"/>
                        </a:rPr>
                        <a:t>)</a:t>
                      </a:r>
                    </a:p>
                  </a:txBody>
                  <a:tcPr marL="28575" marR="28575" marT="19050" marB="19050" anchor="b">
                    <a:solidFill>
                      <a:schemeClr val="bg1"/>
                    </a:solidFill>
                  </a:tcPr>
                </a:tc>
                <a:tc>
                  <a:txBody>
                    <a:bodyPr/>
                    <a:lstStyle/>
                    <a:p>
                      <a:pPr rtl="0" fontAlgn="b">
                        <a:buNone/>
                      </a:pPr>
                      <a:r>
                        <a:rPr lang="af-ZA" dirty="0">
                          <a:effectLst/>
                          <a:latin typeface="Times New Roman"/>
                        </a:rPr>
                        <a:t>NO</a:t>
                      </a:r>
                    </a:p>
                  </a:txBody>
                  <a:tcPr marL="28575" marR="28575" marT="19050" marB="19050" anchor="b">
                    <a:solidFill>
                      <a:schemeClr val="bg1"/>
                    </a:solidFill>
                  </a:tcPr>
                </a:tc>
                <a:tc>
                  <a:txBody>
                    <a:bodyPr/>
                    <a:lstStyle/>
                    <a:p>
                      <a:pPr rtl="0" fontAlgn="b">
                        <a:buNone/>
                      </a:pPr>
                      <a:r>
                        <a:rPr lang="af-ZA" err="1">
                          <a:effectLst/>
                          <a:latin typeface="Times New Roman"/>
                        </a:rPr>
                        <a:t>Unique</a:t>
                      </a:r>
                      <a:r>
                        <a:rPr lang="af-ZA" dirty="0">
                          <a:effectLst/>
                          <a:latin typeface="Times New Roman"/>
                        </a:rPr>
                        <a:t> </a:t>
                      </a:r>
                      <a:r>
                        <a:rPr lang="af-ZA" err="1">
                          <a:effectLst/>
                          <a:latin typeface="Times New Roman"/>
                        </a:rPr>
                        <a:t>Nonce</a:t>
                      </a:r>
                      <a:r>
                        <a:rPr lang="af-ZA" dirty="0">
                          <a:effectLst/>
                          <a:latin typeface="Times New Roman"/>
                        </a:rPr>
                        <a:t> (</a:t>
                      </a:r>
                      <a:r>
                        <a:rPr lang="af-ZA" err="1">
                          <a:effectLst/>
                          <a:latin typeface="Times New Roman"/>
                        </a:rPr>
                        <a:t>Predictable</a:t>
                      </a:r>
                      <a:r>
                        <a:rPr lang="af-ZA" dirty="0">
                          <a:effectLst/>
                          <a:latin typeface="Times New Roman"/>
                        </a:rPr>
                        <a:t> OK)</a:t>
                      </a:r>
                    </a:p>
                  </a:txBody>
                  <a:tcPr marL="0" marR="0" marT="19050" marB="19050" anchor="b">
                    <a:solidFill>
                      <a:schemeClr val="bg1"/>
                    </a:solidFill>
                  </a:tcPr>
                </a:tc>
                <a:extLst>
                  <a:ext uri="{0D108BD9-81ED-4DB2-BD59-A6C34878D82A}">
                    <a16:rowId xmlns:a16="http://schemas.microsoft.com/office/drawing/2014/main" val="1653993770"/>
                  </a:ext>
                </a:extLst>
              </a:tr>
              <a:tr h="200025">
                <a:tc>
                  <a:txBody>
                    <a:bodyPr/>
                    <a:lstStyle/>
                    <a:p>
                      <a:pPr rtl="0" fontAlgn="b">
                        <a:buNone/>
                      </a:pPr>
                      <a:r>
                        <a:rPr lang="af-ZA" dirty="0">
                          <a:effectLst/>
                          <a:latin typeface="Times New Roman"/>
                        </a:rPr>
                        <a:t>CFB</a:t>
                      </a:r>
                    </a:p>
                  </a:txBody>
                  <a:tcPr marL="28575" marR="28575" marT="19050" marB="19050" anchor="b">
                    <a:solidFill>
                      <a:schemeClr val="bg1"/>
                    </a:solidFill>
                  </a:tcPr>
                </a:tc>
                <a:tc>
                  <a:txBody>
                    <a:bodyPr/>
                    <a:lstStyle/>
                    <a:p>
                      <a:pPr rtl="0" fontAlgn="b">
                        <a:buNone/>
                      </a:pPr>
                      <a:r>
                        <a:rPr lang="af-ZA" dirty="0">
                          <a:effectLst/>
                          <a:latin typeface="Times New Roman"/>
                        </a:rPr>
                        <a:t>YES</a:t>
                      </a:r>
                    </a:p>
                  </a:txBody>
                  <a:tcPr marL="28575" marR="28575" marT="19050" marB="19050" anchor="b">
                    <a:solidFill>
                      <a:schemeClr val="bg1"/>
                    </a:solidFill>
                  </a:tcPr>
                </a:tc>
                <a:tc>
                  <a:txBody>
                    <a:bodyPr/>
                    <a:lstStyle/>
                    <a:p>
                      <a:pPr rtl="0" fontAlgn="b">
                        <a:buNone/>
                      </a:pPr>
                      <a:r>
                        <a:rPr lang="af-ZA" dirty="0">
                          <a:effectLst/>
                          <a:latin typeface="Times New Roman"/>
                        </a:rPr>
                        <a:t>NO</a:t>
                      </a:r>
                    </a:p>
                  </a:txBody>
                  <a:tcPr marL="28575" marR="28575" marT="19050" marB="19050" anchor="b">
                    <a:solidFill>
                      <a:schemeClr val="bg1"/>
                    </a:solidFill>
                  </a:tcPr>
                </a:tc>
                <a:tc>
                  <a:txBody>
                    <a:bodyPr/>
                    <a:lstStyle/>
                    <a:p>
                      <a:pPr rtl="0" fontAlgn="b">
                        <a:buNone/>
                      </a:pPr>
                      <a:r>
                        <a:rPr lang="af-ZA" err="1">
                          <a:effectLst/>
                          <a:latin typeface="Times New Roman"/>
                        </a:rPr>
                        <a:t>Decryption</a:t>
                      </a:r>
                      <a:r>
                        <a:rPr lang="af-ZA" dirty="0">
                          <a:effectLst/>
                          <a:latin typeface="Times New Roman"/>
                        </a:rPr>
                        <a:t> </a:t>
                      </a:r>
                      <a:r>
                        <a:rPr lang="af-ZA" err="1">
                          <a:effectLst/>
                          <a:latin typeface="Times New Roman"/>
                        </a:rPr>
                        <a:t>Only</a:t>
                      </a:r>
                      <a:endParaRPr lang="af-ZA" dirty="0" err="1">
                        <a:effectLst/>
                        <a:latin typeface="Times New Roman"/>
                      </a:endParaRPr>
                    </a:p>
                  </a:txBody>
                  <a:tcPr marL="28575" marR="28575" marT="19050" marB="19050" anchor="b">
                    <a:solidFill>
                      <a:schemeClr val="bg1"/>
                    </a:solidFill>
                  </a:tcPr>
                </a:tc>
                <a:tc>
                  <a:txBody>
                    <a:bodyPr/>
                    <a:lstStyle/>
                    <a:p>
                      <a:pPr rtl="0" fontAlgn="b">
                        <a:buNone/>
                      </a:pPr>
                      <a:r>
                        <a:rPr lang="af-ZA" dirty="0">
                          <a:effectLst/>
                          <a:latin typeface="Times New Roman"/>
                        </a:rPr>
                        <a:t>NO</a:t>
                      </a:r>
                    </a:p>
                  </a:txBody>
                  <a:tcPr marL="28575" marR="28575" marT="19050" marB="19050" anchor="b">
                    <a:solidFill>
                      <a:schemeClr val="bg1"/>
                    </a:solidFill>
                  </a:tcPr>
                </a:tc>
                <a:tc>
                  <a:txBody>
                    <a:bodyPr/>
                    <a:lstStyle/>
                    <a:p>
                      <a:pPr rtl="0" fontAlgn="b">
                        <a:buNone/>
                      </a:pPr>
                      <a:r>
                        <a:rPr lang="af-ZA" dirty="0">
                          <a:effectLst/>
                          <a:latin typeface="Times New Roman"/>
                        </a:rPr>
                        <a:t>Random IV</a:t>
                      </a:r>
                    </a:p>
                  </a:txBody>
                  <a:tcPr marL="28575" marR="28575" marT="19050" marB="19050" anchor="b">
                    <a:solidFill>
                      <a:schemeClr val="bg1"/>
                    </a:solidFill>
                  </a:tcPr>
                </a:tc>
                <a:extLst>
                  <a:ext uri="{0D108BD9-81ED-4DB2-BD59-A6C34878D82A}">
                    <a16:rowId xmlns:a16="http://schemas.microsoft.com/office/drawing/2014/main" val="2644294998"/>
                  </a:ext>
                </a:extLst>
              </a:tr>
              <a:tr h="200025">
                <a:tc>
                  <a:txBody>
                    <a:bodyPr/>
                    <a:lstStyle/>
                    <a:p>
                      <a:pPr rtl="0" fontAlgn="b">
                        <a:buNone/>
                      </a:pPr>
                      <a:r>
                        <a:rPr lang="af-ZA" dirty="0">
                          <a:effectLst/>
                          <a:latin typeface="Times New Roman"/>
                        </a:rPr>
                        <a:t>OFB</a:t>
                      </a:r>
                    </a:p>
                  </a:txBody>
                  <a:tcPr marL="28575" marR="28575" marT="19050" marB="19050" anchor="b">
                    <a:solidFill>
                      <a:schemeClr val="bg1"/>
                    </a:solidFill>
                  </a:tcPr>
                </a:tc>
                <a:tc>
                  <a:txBody>
                    <a:bodyPr/>
                    <a:lstStyle/>
                    <a:p>
                      <a:pPr rtl="0" fontAlgn="b">
                        <a:buNone/>
                      </a:pPr>
                      <a:r>
                        <a:rPr lang="af-ZA" dirty="0">
                          <a:effectLst/>
                          <a:latin typeface="Times New Roman"/>
                        </a:rPr>
                        <a:t>YES</a:t>
                      </a:r>
                    </a:p>
                  </a:txBody>
                  <a:tcPr marL="28575" marR="28575" marT="19050" marB="19050" anchor="b">
                    <a:solidFill>
                      <a:schemeClr val="bg1"/>
                    </a:solidFill>
                  </a:tcPr>
                </a:tc>
                <a:tc>
                  <a:txBody>
                    <a:bodyPr/>
                    <a:lstStyle/>
                    <a:p>
                      <a:pPr rtl="0" fontAlgn="b">
                        <a:buNone/>
                      </a:pPr>
                      <a:r>
                        <a:rPr lang="af-ZA" dirty="0">
                          <a:effectLst/>
                          <a:latin typeface="Times New Roman"/>
                        </a:rPr>
                        <a:t>NO</a:t>
                      </a:r>
                    </a:p>
                  </a:txBody>
                  <a:tcPr marL="28575" marR="28575" marT="19050" marB="19050" anchor="b">
                    <a:solidFill>
                      <a:schemeClr val="bg1"/>
                    </a:solidFill>
                  </a:tcPr>
                </a:tc>
                <a:tc>
                  <a:txBody>
                    <a:bodyPr/>
                    <a:lstStyle/>
                    <a:p>
                      <a:pPr rtl="0" fontAlgn="b">
                        <a:buNone/>
                      </a:pPr>
                      <a:r>
                        <a:rPr lang="af-ZA" dirty="0">
                          <a:effectLst/>
                          <a:latin typeface="Times New Roman"/>
                        </a:rPr>
                        <a:t>NO</a:t>
                      </a:r>
                    </a:p>
                  </a:txBody>
                  <a:tcPr marL="28575" marR="28575" marT="19050" marB="19050" anchor="b">
                    <a:solidFill>
                      <a:schemeClr val="bg1"/>
                    </a:solidFill>
                  </a:tcPr>
                </a:tc>
                <a:tc>
                  <a:txBody>
                    <a:bodyPr/>
                    <a:lstStyle/>
                    <a:p>
                      <a:pPr rtl="0" fontAlgn="b">
                        <a:buNone/>
                      </a:pPr>
                      <a:r>
                        <a:rPr lang="af-ZA" dirty="0">
                          <a:effectLst/>
                          <a:latin typeface="Times New Roman"/>
                        </a:rPr>
                        <a:t>NO</a:t>
                      </a:r>
                    </a:p>
                  </a:txBody>
                  <a:tcPr marL="28575" marR="28575" marT="19050" marB="19050" anchor="b">
                    <a:solidFill>
                      <a:schemeClr val="bg1"/>
                    </a:solidFill>
                  </a:tcPr>
                </a:tc>
                <a:tc>
                  <a:txBody>
                    <a:bodyPr/>
                    <a:lstStyle/>
                    <a:p>
                      <a:pPr rtl="0" fontAlgn="b">
                        <a:buNone/>
                      </a:pPr>
                      <a:r>
                        <a:rPr lang="af-ZA" dirty="0">
                          <a:effectLst/>
                          <a:latin typeface="Times New Roman"/>
                        </a:rPr>
                        <a:t>Random IV</a:t>
                      </a:r>
                    </a:p>
                  </a:txBody>
                  <a:tcPr marL="28575" marR="28575" marT="19050" marB="19050" anchor="b">
                    <a:solidFill>
                      <a:schemeClr val="bg1"/>
                    </a:solidFill>
                  </a:tcPr>
                </a:tc>
                <a:extLst>
                  <a:ext uri="{0D108BD9-81ED-4DB2-BD59-A6C34878D82A}">
                    <a16:rowId xmlns:a16="http://schemas.microsoft.com/office/drawing/2014/main" val="1676339435"/>
                  </a:ext>
                </a:extLst>
              </a:tr>
            </a:tbl>
          </a:graphicData>
        </a:graphic>
      </p:graphicFrame>
    </p:spTree>
    <p:extLst>
      <p:ext uri="{BB962C8B-B14F-4D97-AF65-F5344CB8AC3E}">
        <p14:creationId xmlns:p14="http://schemas.microsoft.com/office/powerpoint/2010/main" val="7988989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B0B21726-C180-4F33-2CA9-B8A81E2A9FDC}"/>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6.2 </a:t>
            </a:r>
            <a:r>
              <a:rPr lang="ru-RU" sz="4000" b="1" dirty="0" err="1">
                <a:solidFill>
                  <a:srgbClr val="FFFFFF"/>
                </a:solidFill>
                <a:latin typeface="Times New Roman"/>
                <a:cs typeface="Times New Roman"/>
              </a:rPr>
              <a:t>Malleability</a:t>
            </a:r>
            <a:r>
              <a:rPr lang="ru-RU" sz="4000" b="1" dirty="0">
                <a:solidFill>
                  <a:srgbClr val="FFFFFF"/>
                </a:solidFill>
                <a:latin typeface="Times New Roman"/>
                <a:cs typeface="Times New Roman"/>
              </a:rPr>
              <a:t>: A </a:t>
            </a:r>
            <a:r>
              <a:rPr lang="ru-RU" sz="4000" b="1" dirty="0" err="1">
                <a:solidFill>
                  <a:srgbClr val="FFFFFF"/>
                </a:solidFill>
                <a:latin typeface="Times New Roman"/>
                <a:cs typeface="Times New Roman"/>
              </a:rPr>
              <a:t>Shared</a:t>
            </a:r>
            <a:r>
              <a:rPr lang="ru-RU" sz="4000" b="1" dirty="0">
                <a:solidFill>
                  <a:srgbClr val="FFFFFF"/>
                </a:solidFill>
                <a:latin typeface="Times New Roman"/>
                <a:cs typeface="Times New Roman"/>
              </a:rPr>
              <a:t> </a:t>
            </a:r>
            <a:r>
              <a:rPr lang="ru-RU" sz="4000" b="1" dirty="0" err="1">
                <a:solidFill>
                  <a:srgbClr val="FFFFFF"/>
                </a:solidFill>
                <a:latin typeface="Times New Roman"/>
                <a:cs typeface="Times New Roman"/>
              </a:rPr>
              <a:t>Weakness</a:t>
            </a:r>
            <a:endParaRPr lang="ru-RU" sz="4000" b="1" dirty="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B87CAC9D-750C-F694-448B-F35242B52D85}"/>
              </a:ext>
            </a:extLst>
          </p:cNvPr>
          <p:cNvSpPr>
            <a:spLocks noGrp="1"/>
          </p:cNvSpPr>
          <p:nvPr>
            <p:ph idx="1"/>
          </p:nvPr>
        </p:nvSpPr>
        <p:spPr>
          <a:xfrm>
            <a:off x="1371599" y="2264536"/>
            <a:ext cx="9724031" cy="4305835"/>
          </a:xfrm>
        </p:spPr>
        <p:txBody>
          <a:bodyPr vert="horz" lIns="91440" tIns="45720" rIns="91440" bIns="45720" rtlCol="0" anchor="ctr">
            <a:noAutofit/>
          </a:bodyPr>
          <a:lstStyle/>
          <a:p>
            <a:r>
              <a:rPr lang="ru-RU" sz="2000" dirty="0">
                <a:highlight>
                  <a:srgbClr val="FFFFFF"/>
                </a:highlight>
                <a:latin typeface="Times New Roman"/>
                <a:cs typeface="Times New Roman"/>
              </a:rPr>
              <a:t>All </a:t>
            </a:r>
            <a:r>
              <a:rPr lang="ru-RU" sz="2000" err="1">
                <a:highlight>
                  <a:srgbClr val="FFFFFF"/>
                </a:highlight>
                <a:latin typeface="Times New Roman"/>
                <a:cs typeface="Times New Roman"/>
              </a:rPr>
              <a:t>modes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discussed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except</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when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combined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authentication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suffer</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from</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malleability</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adversary</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can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modify</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ciphertexts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produce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predictable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changes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plaintexts</a:t>
            </a:r>
            <a:r>
              <a:rPr lang="ru-RU" sz="2000" dirty="0">
                <a:highlight>
                  <a:srgbClr val="FFFFFF"/>
                </a:highlight>
                <a:latin typeface="Times New Roman"/>
                <a:cs typeface="Times New Roman"/>
              </a:rPr>
              <a:t>.</a:t>
            </a:r>
          </a:p>
          <a:p>
            <a:r>
              <a:rPr lang="ru-RU" sz="2000" b="1" dirty="0">
                <a:highlight>
                  <a:srgbClr val="FFFFFF"/>
                </a:highlight>
                <a:latin typeface="Times New Roman"/>
                <a:cs typeface="Times New Roman"/>
              </a:rPr>
              <a:t>CBC </a:t>
            </a:r>
            <a:r>
              <a:rPr lang="ru-RU" sz="2000" b="1" err="1">
                <a:highlight>
                  <a:srgbClr val="FFFFFF"/>
                </a:highlight>
                <a:latin typeface="Times New Roman"/>
                <a:cs typeface="Times New Roman"/>
              </a:rPr>
              <a:t>Bit-Flipping</a:t>
            </a:r>
            <a:r>
              <a:rPr lang="ru-RU" sz="2000" b="1" dirty="0">
                <a:highlight>
                  <a:srgbClr val="FFFFFF"/>
                </a:highlight>
                <a:latin typeface="Times New Roman"/>
                <a:cs typeface="Times New Roman"/>
              </a:rPr>
              <a:t>: </a:t>
            </a:r>
            <a:r>
              <a:rPr lang="ru-RU" sz="2000" err="1">
                <a:highlight>
                  <a:srgbClr val="FFFFFF"/>
                </a:highlight>
                <a:latin typeface="Times New Roman"/>
                <a:cs typeface="Times New Roman"/>
              </a:rPr>
              <a:t>Flipping</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bit</a:t>
            </a:r>
            <a:r>
              <a:rPr lang="ru-RU" sz="2000" dirty="0">
                <a:highlight>
                  <a:srgbClr val="FFFFFF"/>
                </a:highlight>
                <a:latin typeface="Times New Roman"/>
                <a:cs typeface="Times New Roman"/>
              </a:rPr>
              <a:t> b </a:t>
            </a:r>
            <a:r>
              <a:rPr lang="ru-RU" sz="2000" err="1">
                <a:highlight>
                  <a:srgbClr val="FFFFFF"/>
                </a:highlight>
                <a:latin typeface="Times New Roman"/>
                <a:cs typeface="Times New Roman"/>
              </a:rPr>
              <a:t>in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ciphertext</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block</a:t>
            </a:r>
            <a:r>
              <a:rPr lang="ru-RU" sz="2000" dirty="0">
                <a:highlight>
                  <a:srgbClr val="FFFFFF"/>
                </a:highlight>
                <a:latin typeface="Times New Roman"/>
                <a:cs typeface="Times New Roman"/>
              </a:rPr>
              <a:t> Cᵢ </a:t>
            </a:r>
            <a:r>
              <a:rPr lang="ru-RU" sz="2000" err="1">
                <a:highlight>
                  <a:srgbClr val="FFFFFF"/>
                </a:highlight>
                <a:latin typeface="Times New Roman"/>
                <a:cs typeface="Times New Roman"/>
              </a:rPr>
              <a:t>causes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bit</a:t>
            </a:r>
            <a:r>
              <a:rPr lang="ru-RU" sz="2000" dirty="0">
                <a:highlight>
                  <a:srgbClr val="FFFFFF"/>
                </a:highlight>
                <a:latin typeface="Times New Roman"/>
                <a:cs typeface="Times New Roman"/>
              </a:rPr>
              <a:t> b </a:t>
            </a:r>
            <a:r>
              <a:rPr lang="ru-RU" sz="2000" err="1">
                <a:highlight>
                  <a:srgbClr val="FFFFFF"/>
                </a:highlight>
                <a:latin typeface="Times New Roman"/>
                <a:cs typeface="Times New Roman"/>
              </a:rPr>
              <a:t>in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plaintext</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block</a:t>
            </a:r>
            <a:r>
              <a:rPr lang="ru-RU" sz="2000" dirty="0">
                <a:highlight>
                  <a:srgbClr val="FFFFFF"/>
                </a:highlight>
                <a:latin typeface="Times New Roman"/>
                <a:cs typeface="Times New Roman"/>
              </a:rPr>
              <a:t> Pᵢ₊₁ </a:t>
            </a:r>
            <a:r>
              <a:rPr lang="ru-RU" sz="2000" err="1">
                <a:highlight>
                  <a:srgbClr val="FFFFFF"/>
                </a:highlight>
                <a:latin typeface="Times New Roman"/>
                <a:cs typeface="Times New Roman"/>
              </a:rPr>
              <a:t>to</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flip</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corrupts</a:t>
            </a:r>
            <a:r>
              <a:rPr lang="ru-RU" sz="2000" dirty="0">
                <a:highlight>
                  <a:srgbClr val="FFFFFF"/>
                </a:highlight>
                <a:latin typeface="Times New Roman"/>
                <a:cs typeface="Times New Roman"/>
              </a:rPr>
              <a:t> Pᵢ). </a:t>
            </a:r>
            <a:r>
              <a:rPr lang="ru-RU" sz="2000" err="1">
                <a:highlight>
                  <a:srgbClr val="FFFFFF"/>
                </a:highlight>
                <a:latin typeface="Times New Roman"/>
                <a:cs typeface="Times New Roman"/>
              </a:rPr>
              <a:t>An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adversary</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who</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knows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plaintext</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structure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can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make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targeted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modifications</a:t>
            </a:r>
            <a:r>
              <a:rPr lang="ru-RU" sz="2000" dirty="0">
                <a:highlight>
                  <a:srgbClr val="FFFFFF"/>
                </a:highlight>
                <a:latin typeface="Times New Roman"/>
                <a:cs typeface="Times New Roman"/>
              </a:rPr>
              <a:t>.</a:t>
            </a:r>
          </a:p>
          <a:p>
            <a:r>
              <a:rPr lang="ru-RU" sz="2000" b="1" dirty="0">
                <a:highlight>
                  <a:srgbClr val="FFFFFF"/>
                </a:highlight>
                <a:latin typeface="Times New Roman"/>
                <a:cs typeface="Times New Roman"/>
              </a:rPr>
              <a:t>CTR </a:t>
            </a:r>
            <a:r>
              <a:rPr lang="ru-RU" sz="2000" b="1" err="1">
                <a:highlight>
                  <a:srgbClr val="FFFFFF"/>
                </a:highlight>
                <a:latin typeface="Times New Roman"/>
                <a:cs typeface="Times New Roman"/>
              </a:rPr>
              <a:t>Bit-Flipping</a:t>
            </a:r>
            <a:r>
              <a:rPr lang="ru-RU" sz="2000" b="1" dirty="0">
                <a:highlight>
                  <a:srgbClr val="FFFFFF"/>
                </a:highlight>
                <a:latin typeface="Times New Roman"/>
                <a:cs typeface="Times New Roman"/>
              </a:rPr>
              <a:t>: </a:t>
            </a:r>
            <a:r>
              <a:rPr lang="ru-RU" sz="2000" err="1">
                <a:highlight>
                  <a:srgbClr val="FFFFFF"/>
                </a:highlight>
                <a:latin typeface="Times New Roman"/>
                <a:cs typeface="Times New Roman"/>
              </a:rPr>
              <a:t>Flipping</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bit</a:t>
            </a:r>
            <a:r>
              <a:rPr lang="ru-RU" sz="2000" dirty="0">
                <a:highlight>
                  <a:srgbClr val="FFFFFF"/>
                </a:highlight>
                <a:latin typeface="Times New Roman"/>
                <a:cs typeface="Times New Roman"/>
              </a:rPr>
              <a:t> b </a:t>
            </a:r>
            <a:r>
              <a:rPr lang="ru-RU" sz="2000" err="1">
                <a:highlight>
                  <a:srgbClr val="FFFFFF"/>
                </a:highlight>
                <a:latin typeface="Times New Roman"/>
                <a:cs typeface="Times New Roman"/>
              </a:rPr>
              <a:t>in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ciphertext</a:t>
            </a:r>
            <a:r>
              <a:rPr lang="ru-RU" sz="2000" dirty="0">
                <a:highlight>
                  <a:srgbClr val="FFFFFF"/>
                </a:highlight>
                <a:latin typeface="Times New Roman"/>
                <a:cs typeface="Times New Roman"/>
              </a:rPr>
              <a:t> Cᵢ </a:t>
            </a:r>
            <a:r>
              <a:rPr lang="ru-RU" sz="2000" err="1">
                <a:highlight>
                  <a:srgbClr val="FFFFFF"/>
                </a:highlight>
                <a:latin typeface="Times New Roman"/>
                <a:cs typeface="Times New Roman"/>
              </a:rPr>
              <a:t>directly</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flips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bit</a:t>
            </a:r>
            <a:r>
              <a:rPr lang="ru-RU" sz="2000" dirty="0">
                <a:highlight>
                  <a:srgbClr val="FFFFFF"/>
                </a:highlight>
                <a:latin typeface="Times New Roman"/>
                <a:cs typeface="Times New Roman"/>
              </a:rPr>
              <a:t> b </a:t>
            </a:r>
            <a:r>
              <a:rPr lang="ru-RU" sz="2000" err="1">
                <a:highlight>
                  <a:srgbClr val="FFFFFF"/>
                </a:highlight>
                <a:latin typeface="Times New Roman"/>
                <a:cs typeface="Times New Roman"/>
              </a:rPr>
              <a:t>in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plaintext</a:t>
            </a:r>
            <a:r>
              <a:rPr lang="ru-RU" sz="2000" dirty="0">
                <a:highlight>
                  <a:srgbClr val="FFFFFF"/>
                </a:highlight>
                <a:latin typeface="Times New Roman"/>
                <a:cs typeface="Times New Roman"/>
              </a:rPr>
              <a:t> Pᵢ. </a:t>
            </a:r>
            <a:r>
              <a:rPr lang="ru-RU" sz="2000" err="1">
                <a:highlight>
                  <a:srgbClr val="FFFFFF"/>
                </a:highlight>
                <a:latin typeface="Times New Roman"/>
                <a:cs typeface="Times New Roman"/>
              </a:rPr>
              <a:t>This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dirty="0">
                <a:highlight>
                  <a:srgbClr val="FFFFFF"/>
                </a:highlight>
                <a:latin typeface="Times New Roman"/>
                <a:cs typeface="Times New Roman"/>
              </a:rPr>
              <a:t> a </a:t>
            </a:r>
            <a:r>
              <a:rPr lang="ru-RU" sz="2000" err="1">
                <a:highlight>
                  <a:srgbClr val="FFFFFF"/>
                </a:highlight>
                <a:latin typeface="Times New Roman"/>
                <a:cs typeface="Times New Roman"/>
              </a:rPr>
              <a:t>more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precise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attack</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than</a:t>
            </a:r>
            <a:r>
              <a:rPr lang="ru-RU" sz="2000" dirty="0">
                <a:highlight>
                  <a:srgbClr val="FFFFFF"/>
                </a:highlight>
                <a:latin typeface="Times New Roman"/>
                <a:cs typeface="Times New Roman"/>
              </a:rPr>
              <a:t> CBC.</a:t>
            </a:r>
          </a:p>
          <a:p>
            <a:r>
              <a:rPr lang="en-US" sz="2000" dirty="0">
                <a:highlight>
                  <a:srgbClr val="FFFFFF"/>
                </a:highlight>
                <a:latin typeface="Times New Roman"/>
                <a:cs typeface="Times New Roman"/>
              </a:rPr>
              <a:t>Example Attack: Suppose an encrypted message contains 'amount=0100'. An adversary flips the appropriate ciphertext bits to change the plaintext to 'amount=9999' without knowing the key.</a:t>
            </a:r>
            <a:endParaRPr lang="ru-RU" sz="2000" dirty="0">
              <a:highlight>
                <a:srgbClr val="FFFFFF"/>
              </a:highlight>
              <a:latin typeface="Times New Roman"/>
              <a:cs typeface="Times New Roman"/>
            </a:endParaRPr>
          </a:p>
          <a:p>
            <a:r>
              <a:rPr lang="ru-RU" sz="2000" dirty="0">
                <a:highlight>
                  <a:srgbClr val="FFFFFF"/>
                </a:highlight>
                <a:latin typeface="Times New Roman"/>
                <a:cs typeface="Times New Roman"/>
              </a:rPr>
              <a:t>Defense: </a:t>
            </a:r>
            <a:r>
              <a:rPr lang="ru-RU" sz="2000" err="1">
                <a:highlight>
                  <a:srgbClr val="FFFFFF"/>
                </a:highlight>
                <a:latin typeface="Times New Roman"/>
                <a:cs typeface="Times New Roman"/>
              </a:rPr>
              <a:t>Use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authenticated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encryption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modes</a:t>
            </a:r>
            <a:r>
              <a:rPr lang="ru-RU" sz="2000" dirty="0">
                <a:highlight>
                  <a:srgbClr val="FFFFFF"/>
                </a:highlight>
                <a:latin typeface="Times New Roman"/>
                <a:cs typeface="Times New Roman"/>
              </a:rPr>
              <a:t> (AES-GCM, ChaCha20-Poly1305) </a:t>
            </a:r>
            <a:r>
              <a:rPr lang="ru-RU" sz="2000" err="1">
                <a:highlight>
                  <a:srgbClr val="FFFFFF"/>
                </a:highlight>
                <a:latin typeface="Times New Roman"/>
                <a:cs typeface="Times New Roman"/>
              </a:rPr>
              <a:t>that</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provide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both</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confidentiality</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integrity</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detecting</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any</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ciphertext</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tampering</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This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will</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be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covered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in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Lecture</a:t>
            </a:r>
            <a:r>
              <a:rPr lang="ru-RU" sz="2000" dirty="0">
                <a:highlight>
                  <a:srgbClr val="FFFFFF"/>
                </a:highlight>
                <a:latin typeface="Times New Roman"/>
                <a:cs typeface="Times New Roman"/>
              </a:rPr>
              <a:t> 4.</a:t>
            </a:r>
          </a:p>
          <a:p>
            <a:endParaRPr lang="ru-RU" sz="2000" dirty="0">
              <a:latin typeface="Times New Roman"/>
              <a:cs typeface="Times New Roman"/>
            </a:endParaRPr>
          </a:p>
        </p:txBody>
      </p:sp>
    </p:spTree>
    <p:extLst>
      <p:ext uri="{BB962C8B-B14F-4D97-AF65-F5344CB8AC3E}">
        <p14:creationId xmlns:p14="http://schemas.microsoft.com/office/powerpoint/2010/main" val="29203935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C363D51F-092D-46EB-9248-7C0142CC04CA}"/>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Arial"/>
              </a:rPr>
              <a:t>6.3 Mode </a:t>
            </a:r>
            <a:r>
              <a:rPr lang="ru-RU" sz="4000" b="1" err="1">
                <a:solidFill>
                  <a:srgbClr val="FFFFFF"/>
                </a:solidFill>
                <a:latin typeface="Times New Roman"/>
                <a:cs typeface="Arial"/>
              </a:rPr>
              <a:t>Selection</a:t>
            </a:r>
            <a:r>
              <a:rPr lang="ru-RU" sz="4000" b="1" dirty="0">
                <a:solidFill>
                  <a:srgbClr val="FFFFFF"/>
                </a:solidFill>
                <a:latin typeface="Times New Roman"/>
                <a:cs typeface="Arial"/>
              </a:rPr>
              <a:t> </a:t>
            </a:r>
            <a:r>
              <a:rPr lang="ru-RU" sz="4000" b="1" err="1">
                <a:solidFill>
                  <a:srgbClr val="FFFFFF"/>
                </a:solidFill>
                <a:latin typeface="Times New Roman"/>
                <a:cs typeface="Arial"/>
              </a:rPr>
              <a:t>Guidelines</a:t>
            </a:r>
            <a:endParaRPr lang="ru-RU" sz="4000" b="1">
              <a:solidFill>
                <a:srgbClr val="FFFFFF"/>
              </a:solidFill>
              <a:latin typeface="Times New Roman"/>
              <a:cs typeface="Arial"/>
            </a:endParaRPr>
          </a:p>
        </p:txBody>
      </p:sp>
      <p:sp>
        <p:nvSpPr>
          <p:cNvPr id="3" name="Объект 2">
            <a:extLst>
              <a:ext uri="{FF2B5EF4-FFF2-40B4-BE49-F238E27FC236}">
                <a16:creationId xmlns:a16="http://schemas.microsoft.com/office/drawing/2014/main" id="{3D214E72-DFB2-1633-D96A-D448D29166F1}"/>
              </a:ext>
            </a:extLst>
          </p:cNvPr>
          <p:cNvSpPr>
            <a:spLocks noGrp="1"/>
          </p:cNvSpPr>
          <p:nvPr>
            <p:ph idx="1"/>
          </p:nvPr>
        </p:nvSpPr>
        <p:spPr>
          <a:xfrm>
            <a:off x="1371599" y="2318197"/>
            <a:ext cx="9724031" cy="3683358"/>
          </a:xfrm>
        </p:spPr>
        <p:txBody>
          <a:bodyPr vert="horz" lIns="91440" tIns="45720" rIns="91440" bIns="45720" rtlCol="0" anchor="ctr">
            <a:noAutofit/>
          </a:bodyPr>
          <a:lstStyle/>
          <a:p>
            <a:pPr marL="0" indent="0">
              <a:buNone/>
            </a:pPr>
            <a:r>
              <a:rPr lang="ru-RU" sz="1800" b="1" dirty="0">
                <a:highlight>
                  <a:srgbClr val="FFFFFF"/>
                </a:highlight>
                <a:latin typeface="Times New Roman"/>
                <a:cs typeface="Arial"/>
              </a:rPr>
              <a:t>For Modern Applications: </a:t>
            </a:r>
            <a:endParaRPr lang="ru-RU" sz="1800" dirty="0">
              <a:highlight>
                <a:srgbClr val="FFFFFF"/>
              </a:highlight>
              <a:latin typeface="Times New Roman"/>
              <a:cs typeface="Arial"/>
            </a:endParaRPr>
          </a:p>
          <a:p>
            <a:r>
              <a:rPr lang="ru-RU" sz="1800" dirty="0">
                <a:highlight>
                  <a:srgbClr val="FFFFFF"/>
                </a:highlight>
                <a:latin typeface="Times New Roman"/>
                <a:cs typeface="Arial"/>
              </a:rPr>
              <a:t>First </a:t>
            </a:r>
            <a:r>
              <a:rPr lang="ru-RU" sz="1800" err="1">
                <a:highlight>
                  <a:srgbClr val="FFFFFF"/>
                </a:highlight>
                <a:latin typeface="Times New Roman"/>
                <a:cs typeface="Arial"/>
              </a:rPr>
              <a:t>Choice</a:t>
            </a:r>
            <a:r>
              <a:rPr lang="ru-RU" sz="1800" dirty="0">
                <a:highlight>
                  <a:srgbClr val="FFFFFF"/>
                </a:highlight>
                <a:latin typeface="Times New Roman"/>
                <a:cs typeface="Arial"/>
              </a:rPr>
              <a:t>: </a:t>
            </a:r>
            <a:r>
              <a:rPr lang="ru-RU" sz="1800" err="1">
                <a:highlight>
                  <a:srgbClr val="FFFFFF"/>
                </a:highlight>
                <a:latin typeface="Times New Roman"/>
                <a:cs typeface="Arial"/>
              </a:rPr>
              <a:t>Use</a:t>
            </a:r>
            <a:r>
              <a:rPr lang="ru-RU" sz="1800" dirty="0">
                <a:highlight>
                  <a:srgbClr val="FFFFFF"/>
                </a:highlight>
                <a:latin typeface="Times New Roman"/>
                <a:cs typeface="Arial"/>
              </a:rPr>
              <a:t> </a:t>
            </a:r>
            <a:r>
              <a:rPr lang="ru-RU" sz="1800" err="1">
                <a:highlight>
                  <a:srgbClr val="FFFFFF"/>
                </a:highlight>
                <a:latin typeface="Times New Roman"/>
                <a:cs typeface="Arial"/>
              </a:rPr>
              <a:t>authenticated</a:t>
            </a:r>
            <a:r>
              <a:rPr lang="ru-RU" sz="1800" dirty="0">
                <a:highlight>
                  <a:srgbClr val="FFFFFF"/>
                </a:highlight>
                <a:latin typeface="Times New Roman"/>
                <a:cs typeface="Arial"/>
              </a:rPr>
              <a:t> </a:t>
            </a:r>
            <a:r>
              <a:rPr lang="ru-RU" sz="1800" err="1">
                <a:highlight>
                  <a:srgbClr val="FFFFFF"/>
                </a:highlight>
                <a:latin typeface="Times New Roman"/>
                <a:cs typeface="Arial"/>
              </a:rPr>
              <a:t>encryption</a:t>
            </a:r>
            <a:r>
              <a:rPr lang="ru-RU" sz="1800" dirty="0">
                <a:highlight>
                  <a:srgbClr val="FFFFFF"/>
                </a:highlight>
                <a:latin typeface="Times New Roman"/>
                <a:cs typeface="Arial"/>
              </a:rPr>
              <a:t> </a:t>
            </a:r>
            <a:r>
              <a:rPr lang="ru-RU" sz="1800" err="1">
                <a:highlight>
                  <a:srgbClr val="FFFFFF"/>
                </a:highlight>
                <a:latin typeface="Times New Roman"/>
                <a:cs typeface="Arial"/>
              </a:rPr>
              <a:t>modes</a:t>
            </a:r>
            <a:r>
              <a:rPr lang="ru-RU" sz="1800" dirty="0">
                <a:highlight>
                  <a:srgbClr val="FFFFFF"/>
                </a:highlight>
                <a:latin typeface="Times New Roman"/>
                <a:cs typeface="Arial"/>
              </a:rPr>
              <a:t> </a:t>
            </a:r>
            <a:r>
              <a:rPr lang="ru-RU" sz="1800" err="1">
                <a:highlight>
                  <a:srgbClr val="FFFFFF"/>
                </a:highlight>
                <a:latin typeface="Times New Roman"/>
                <a:cs typeface="Arial"/>
              </a:rPr>
              <a:t>like</a:t>
            </a:r>
            <a:r>
              <a:rPr lang="ru-RU" sz="1800" dirty="0">
                <a:highlight>
                  <a:srgbClr val="FFFFFF"/>
                </a:highlight>
                <a:latin typeface="Times New Roman"/>
                <a:cs typeface="Arial"/>
              </a:rPr>
              <a:t> AES-GCM </a:t>
            </a:r>
            <a:r>
              <a:rPr lang="ru-RU" sz="1800" err="1">
                <a:highlight>
                  <a:srgbClr val="FFFFFF"/>
                </a:highlight>
                <a:latin typeface="Times New Roman"/>
                <a:cs typeface="Arial"/>
              </a:rPr>
              <a:t>or</a:t>
            </a:r>
            <a:r>
              <a:rPr lang="ru-RU" sz="1800" dirty="0">
                <a:highlight>
                  <a:srgbClr val="FFFFFF"/>
                </a:highlight>
                <a:latin typeface="Times New Roman"/>
                <a:cs typeface="Arial"/>
              </a:rPr>
              <a:t> ChaCha20-Poly1305 (Week 4).</a:t>
            </a:r>
          </a:p>
          <a:p>
            <a:r>
              <a:rPr lang="ru-RU" sz="1800" err="1">
                <a:highlight>
                  <a:srgbClr val="FFFFFF"/>
                </a:highlight>
                <a:latin typeface="Times New Roman"/>
                <a:cs typeface="Arial"/>
              </a:rPr>
              <a:t>If</a:t>
            </a:r>
            <a:r>
              <a:rPr lang="ru-RU" sz="1800" dirty="0">
                <a:highlight>
                  <a:srgbClr val="FFFFFF"/>
                </a:highlight>
                <a:latin typeface="Times New Roman"/>
                <a:cs typeface="Arial"/>
              </a:rPr>
              <a:t> Only </a:t>
            </a:r>
            <a:r>
              <a:rPr lang="ru-RU" sz="1800" err="1">
                <a:highlight>
                  <a:srgbClr val="FFFFFF"/>
                </a:highlight>
                <a:latin typeface="Times New Roman"/>
                <a:cs typeface="Arial"/>
              </a:rPr>
              <a:t>Confidentiality</a:t>
            </a:r>
            <a:r>
              <a:rPr lang="ru-RU" sz="1800" dirty="0">
                <a:highlight>
                  <a:srgbClr val="FFFFFF"/>
                </a:highlight>
                <a:latin typeface="Times New Roman"/>
                <a:cs typeface="Arial"/>
              </a:rPr>
              <a:t> </a:t>
            </a:r>
            <a:r>
              <a:rPr lang="ru-RU" sz="1800" err="1">
                <a:highlight>
                  <a:srgbClr val="FFFFFF"/>
                </a:highlight>
                <a:latin typeface="Times New Roman"/>
                <a:cs typeface="Arial"/>
              </a:rPr>
              <a:t>Needed</a:t>
            </a:r>
            <a:r>
              <a:rPr lang="ru-RU" sz="1800" dirty="0">
                <a:highlight>
                  <a:srgbClr val="FFFFFF"/>
                </a:highlight>
                <a:latin typeface="Times New Roman"/>
                <a:cs typeface="Arial"/>
              </a:rPr>
              <a:t>: CTR </a:t>
            </a:r>
            <a:r>
              <a:rPr lang="ru-RU" sz="1800" err="1">
                <a:highlight>
                  <a:srgbClr val="FFFFFF"/>
                </a:highlight>
                <a:latin typeface="Times New Roman"/>
                <a:cs typeface="Arial"/>
              </a:rPr>
              <a:t>mode</a:t>
            </a:r>
            <a:r>
              <a:rPr lang="ru-RU" sz="1800" dirty="0">
                <a:highlight>
                  <a:srgbClr val="FFFFFF"/>
                </a:highlight>
                <a:latin typeface="Times New Roman"/>
                <a:cs typeface="Arial"/>
              </a:rPr>
              <a:t> </a:t>
            </a:r>
            <a:r>
              <a:rPr lang="ru-RU" sz="1800" err="1">
                <a:highlight>
                  <a:srgbClr val="FFFFFF"/>
                </a:highlight>
                <a:latin typeface="Times New Roman"/>
                <a:cs typeface="Arial"/>
              </a:rPr>
              <a:t>for</a:t>
            </a:r>
            <a:r>
              <a:rPr lang="ru-RU" sz="1800" dirty="0">
                <a:highlight>
                  <a:srgbClr val="FFFFFF"/>
                </a:highlight>
                <a:latin typeface="Times New Roman"/>
                <a:cs typeface="Arial"/>
              </a:rPr>
              <a:t> </a:t>
            </a:r>
            <a:r>
              <a:rPr lang="ru-RU" sz="1800" err="1">
                <a:highlight>
                  <a:srgbClr val="FFFFFF"/>
                </a:highlight>
                <a:latin typeface="Times New Roman"/>
                <a:cs typeface="Arial"/>
              </a:rPr>
              <a:t>performance</a:t>
            </a:r>
            <a:r>
              <a:rPr lang="ru-RU" sz="1800" dirty="0">
                <a:highlight>
                  <a:srgbClr val="FFFFFF"/>
                </a:highlight>
                <a:latin typeface="Times New Roman"/>
                <a:cs typeface="Arial"/>
              </a:rPr>
              <a:t> </a:t>
            </a:r>
            <a:r>
              <a:rPr lang="ru-RU" sz="1800" err="1">
                <a:highlight>
                  <a:srgbClr val="FFFFFF"/>
                </a:highlight>
                <a:latin typeface="Times New Roman"/>
                <a:cs typeface="Arial"/>
              </a:rPr>
              <a:t>and</a:t>
            </a:r>
            <a:r>
              <a:rPr lang="ru-RU" sz="1800" dirty="0">
                <a:highlight>
                  <a:srgbClr val="FFFFFF"/>
                </a:highlight>
                <a:latin typeface="Times New Roman"/>
                <a:cs typeface="Arial"/>
              </a:rPr>
              <a:t> </a:t>
            </a:r>
            <a:r>
              <a:rPr lang="ru-RU" sz="1800" err="1">
                <a:highlight>
                  <a:srgbClr val="FFFFFF"/>
                </a:highlight>
                <a:latin typeface="Times New Roman"/>
                <a:cs typeface="Arial"/>
              </a:rPr>
              <a:t>flexibility</a:t>
            </a:r>
            <a:r>
              <a:rPr lang="ru-RU" sz="1800" dirty="0">
                <a:highlight>
                  <a:srgbClr val="FFFFFF"/>
                </a:highlight>
                <a:latin typeface="Times New Roman"/>
                <a:cs typeface="Arial"/>
              </a:rPr>
              <a:t>.</a:t>
            </a:r>
          </a:p>
          <a:p>
            <a:r>
              <a:rPr lang="ru-RU" sz="1800" dirty="0">
                <a:highlight>
                  <a:srgbClr val="FFFFFF"/>
                </a:highlight>
                <a:latin typeface="Times New Roman"/>
                <a:cs typeface="Arial"/>
              </a:rPr>
              <a:t>Legacy </a:t>
            </a:r>
            <a:r>
              <a:rPr lang="ru-RU" sz="1800" err="1">
                <a:highlight>
                  <a:srgbClr val="FFFFFF"/>
                </a:highlight>
                <a:latin typeface="Times New Roman"/>
                <a:cs typeface="Arial"/>
              </a:rPr>
              <a:t>Compatibility</a:t>
            </a:r>
            <a:r>
              <a:rPr lang="ru-RU" sz="1800" dirty="0">
                <a:highlight>
                  <a:srgbClr val="FFFFFF"/>
                </a:highlight>
                <a:latin typeface="Times New Roman"/>
                <a:cs typeface="Arial"/>
              </a:rPr>
              <a:t>: CBC </a:t>
            </a:r>
            <a:r>
              <a:rPr lang="ru-RU" sz="1800" err="1">
                <a:highlight>
                  <a:srgbClr val="FFFFFF"/>
                </a:highlight>
                <a:latin typeface="Times New Roman"/>
                <a:cs typeface="Arial"/>
              </a:rPr>
              <a:t>mode</a:t>
            </a:r>
            <a:r>
              <a:rPr lang="ru-RU" sz="1800" dirty="0">
                <a:highlight>
                  <a:srgbClr val="FFFFFF"/>
                </a:highlight>
                <a:latin typeface="Times New Roman"/>
                <a:cs typeface="Arial"/>
              </a:rPr>
              <a:t>, </a:t>
            </a:r>
            <a:r>
              <a:rPr lang="ru-RU" sz="1800" err="1">
                <a:highlight>
                  <a:srgbClr val="FFFFFF"/>
                </a:highlight>
                <a:latin typeface="Times New Roman"/>
                <a:cs typeface="Arial"/>
              </a:rPr>
              <a:t>but</a:t>
            </a:r>
            <a:r>
              <a:rPr lang="ru-RU" sz="1800" dirty="0">
                <a:highlight>
                  <a:srgbClr val="FFFFFF"/>
                </a:highlight>
                <a:latin typeface="Times New Roman"/>
                <a:cs typeface="Arial"/>
              </a:rPr>
              <a:t> </a:t>
            </a:r>
            <a:r>
              <a:rPr lang="ru-RU" sz="1800" err="1">
                <a:highlight>
                  <a:srgbClr val="FFFFFF"/>
                </a:highlight>
                <a:latin typeface="Times New Roman"/>
                <a:cs typeface="Arial"/>
              </a:rPr>
              <a:t>only</a:t>
            </a:r>
            <a:r>
              <a:rPr lang="ru-RU" sz="1800" dirty="0">
                <a:highlight>
                  <a:srgbClr val="FFFFFF"/>
                </a:highlight>
                <a:latin typeface="Times New Roman"/>
                <a:cs typeface="Arial"/>
              </a:rPr>
              <a:t> </a:t>
            </a:r>
            <a:r>
              <a:rPr lang="ru-RU" sz="1800" err="1">
                <a:highlight>
                  <a:srgbClr val="FFFFFF"/>
                </a:highlight>
                <a:latin typeface="Times New Roman"/>
                <a:cs typeface="Arial"/>
              </a:rPr>
              <a:t>with</a:t>
            </a:r>
            <a:r>
              <a:rPr lang="ru-RU" sz="1800" dirty="0">
                <a:highlight>
                  <a:srgbClr val="FFFFFF"/>
                </a:highlight>
                <a:latin typeface="Times New Roman"/>
                <a:cs typeface="Arial"/>
              </a:rPr>
              <a:t> </a:t>
            </a:r>
            <a:r>
              <a:rPr lang="ru-RU" sz="1800" err="1">
                <a:highlight>
                  <a:srgbClr val="FFFFFF"/>
                </a:highlight>
                <a:latin typeface="Times New Roman"/>
                <a:cs typeface="Arial"/>
              </a:rPr>
              <a:t>proper</a:t>
            </a:r>
            <a:r>
              <a:rPr lang="ru-RU" sz="1800" dirty="0">
                <a:highlight>
                  <a:srgbClr val="FFFFFF"/>
                </a:highlight>
                <a:latin typeface="Times New Roman"/>
                <a:cs typeface="Arial"/>
              </a:rPr>
              <a:t> </a:t>
            </a:r>
            <a:r>
              <a:rPr lang="ru-RU" sz="1800" err="1">
                <a:highlight>
                  <a:srgbClr val="FFFFFF"/>
                </a:highlight>
                <a:latin typeface="Times New Roman"/>
                <a:cs typeface="Arial"/>
              </a:rPr>
              <a:t>authentication</a:t>
            </a:r>
            <a:r>
              <a:rPr lang="ru-RU" sz="1800" dirty="0">
                <a:highlight>
                  <a:srgbClr val="FFFFFF"/>
                </a:highlight>
                <a:latin typeface="Times New Roman"/>
                <a:cs typeface="Arial"/>
              </a:rPr>
              <a:t> (MAC) </a:t>
            </a:r>
            <a:r>
              <a:rPr lang="ru-RU" sz="1800" err="1">
                <a:highlight>
                  <a:srgbClr val="FFFFFF"/>
                </a:highlight>
                <a:latin typeface="Times New Roman"/>
                <a:cs typeface="Arial"/>
              </a:rPr>
              <a:t>applied</a:t>
            </a:r>
            <a:r>
              <a:rPr lang="ru-RU" sz="1800" dirty="0">
                <a:highlight>
                  <a:srgbClr val="FFFFFF"/>
                </a:highlight>
                <a:latin typeface="Times New Roman"/>
                <a:cs typeface="Arial"/>
              </a:rPr>
              <a:t> </a:t>
            </a:r>
            <a:r>
              <a:rPr lang="ru-RU" sz="1800" err="1">
                <a:highlight>
                  <a:srgbClr val="FFFFFF"/>
                </a:highlight>
                <a:latin typeface="Times New Roman"/>
                <a:cs typeface="Arial"/>
              </a:rPr>
              <a:t>separately</a:t>
            </a:r>
            <a:r>
              <a:rPr lang="ru-RU" sz="1800" dirty="0">
                <a:highlight>
                  <a:srgbClr val="FFFFFF"/>
                </a:highlight>
                <a:latin typeface="Times New Roman"/>
                <a:cs typeface="Arial"/>
              </a:rPr>
              <a:t>.</a:t>
            </a:r>
          </a:p>
          <a:p>
            <a:pPr marL="0" indent="0">
              <a:buNone/>
            </a:pPr>
            <a:r>
              <a:rPr lang="ru-RU" sz="1800" b="1" err="1">
                <a:highlight>
                  <a:srgbClr val="FFFFFF"/>
                </a:highlight>
                <a:latin typeface="Times New Roman"/>
                <a:cs typeface="Arial"/>
              </a:rPr>
              <a:t>Never</a:t>
            </a:r>
            <a:r>
              <a:rPr lang="ru-RU" sz="1800" b="1" dirty="0">
                <a:highlight>
                  <a:srgbClr val="FFFFFF"/>
                </a:highlight>
                <a:latin typeface="Times New Roman"/>
                <a:cs typeface="Arial"/>
              </a:rPr>
              <a:t> </a:t>
            </a:r>
            <a:r>
              <a:rPr lang="ru-RU" sz="1800" b="1" err="1">
                <a:highlight>
                  <a:srgbClr val="FFFFFF"/>
                </a:highlight>
                <a:latin typeface="Times New Roman"/>
                <a:cs typeface="Arial"/>
              </a:rPr>
              <a:t>Use</a:t>
            </a:r>
            <a:r>
              <a:rPr lang="ru-RU" sz="1800" b="1" dirty="0">
                <a:highlight>
                  <a:srgbClr val="FFFFFF"/>
                </a:highlight>
                <a:latin typeface="Times New Roman"/>
                <a:cs typeface="Arial"/>
              </a:rPr>
              <a:t>: </a:t>
            </a:r>
            <a:endParaRPr lang="ru-RU" sz="1800" dirty="0">
              <a:highlight>
                <a:srgbClr val="FFFFFF"/>
              </a:highlight>
              <a:latin typeface="Times New Roman"/>
              <a:cs typeface="Arial"/>
            </a:endParaRPr>
          </a:p>
          <a:p>
            <a:r>
              <a:rPr lang="ru-RU" sz="1800" dirty="0">
                <a:highlight>
                  <a:srgbClr val="FFFFFF"/>
                </a:highlight>
                <a:latin typeface="Times New Roman"/>
                <a:cs typeface="Arial"/>
              </a:rPr>
              <a:t>ECB </a:t>
            </a:r>
            <a:r>
              <a:rPr lang="ru-RU" sz="1800" err="1">
                <a:highlight>
                  <a:srgbClr val="FFFFFF"/>
                </a:highlight>
                <a:latin typeface="Times New Roman"/>
                <a:cs typeface="Arial"/>
              </a:rPr>
              <a:t>mode</a:t>
            </a:r>
            <a:r>
              <a:rPr lang="ru-RU" sz="1800" dirty="0">
                <a:highlight>
                  <a:srgbClr val="FFFFFF"/>
                </a:highlight>
                <a:latin typeface="Times New Roman"/>
                <a:cs typeface="Arial"/>
              </a:rPr>
              <a:t> </a:t>
            </a:r>
            <a:r>
              <a:rPr lang="ru-RU" sz="1800" err="1">
                <a:highlight>
                  <a:srgbClr val="FFFFFF"/>
                </a:highlight>
                <a:latin typeface="Times New Roman"/>
                <a:cs typeface="Arial"/>
              </a:rPr>
              <a:t>for</a:t>
            </a:r>
            <a:r>
              <a:rPr lang="ru-RU" sz="1800" dirty="0">
                <a:highlight>
                  <a:srgbClr val="FFFFFF"/>
                </a:highlight>
                <a:latin typeface="Times New Roman"/>
                <a:cs typeface="Arial"/>
              </a:rPr>
              <a:t> </a:t>
            </a:r>
            <a:r>
              <a:rPr lang="ru-RU" sz="1800" err="1">
                <a:highlight>
                  <a:srgbClr val="FFFFFF"/>
                </a:highlight>
                <a:latin typeface="Times New Roman"/>
                <a:cs typeface="Arial"/>
              </a:rPr>
              <a:t>any</a:t>
            </a:r>
            <a:r>
              <a:rPr lang="ru-RU" sz="1800" dirty="0">
                <a:highlight>
                  <a:srgbClr val="FFFFFF"/>
                </a:highlight>
                <a:latin typeface="Times New Roman"/>
                <a:cs typeface="Arial"/>
              </a:rPr>
              <a:t> </a:t>
            </a:r>
            <a:r>
              <a:rPr lang="ru-RU" sz="1800" err="1">
                <a:highlight>
                  <a:srgbClr val="FFFFFF"/>
                </a:highlight>
                <a:latin typeface="Times New Roman"/>
                <a:cs typeface="Arial"/>
              </a:rPr>
              <a:t>data</a:t>
            </a:r>
            <a:r>
              <a:rPr lang="ru-RU" sz="1800" dirty="0">
                <a:highlight>
                  <a:srgbClr val="FFFFFF"/>
                </a:highlight>
                <a:latin typeface="Times New Roman"/>
                <a:cs typeface="Arial"/>
              </a:rPr>
              <a:t> </a:t>
            </a:r>
            <a:r>
              <a:rPr lang="ru-RU" sz="1800" err="1">
                <a:highlight>
                  <a:srgbClr val="FFFFFF"/>
                </a:highlight>
                <a:latin typeface="Times New Roman"/>
                <a:cs typeface="Arial"/>
              </a:rPr>
              <a:t>longer</a:t>
            </a:r>
            <a:r>
              <a:rPr lang="ru-RU" sz="1800" dirty="0">
                <a:highlight>
                  <a:srgbClr val="FFFFFF"/>
                </a:highlight>
                <a:latin typeface="Times New Roman"/>
                <a:cs typeface="Arial"/>
              </a:rPr>
              <a:t> </a:t>
            </a:r>
            <a:r>
              <a:rPr lang="ru-RU" sz="1800" err="1">
                <a:highlight>
                  <a:srgbClr val="FFFFFF"/>
                </a:highlight>
                <a:latin typeface="Times New Roman"/>
                <a:cs typeface="Arial"/>
              </a:rPr>
              <a:t>than</a:t>
            </a:r>
            <a:r>
              <a:rPr lang="ru-RU" sz="1800" dirty="0">
                <a:highlight>
                  <a:srgbClr val="FFFFFF"/>
                </a:highlight>
                <a:latin typeface="Times New Roman"/>
                <a:cs typeface="Arial"/>
              </a:rPr>
              <a:t> </a:t>
            </a:r>
            <a:r>
              <a:rPr lang="ru-RU" sz="1800" err="1">
                <a:highlight>
                  <a:srgbClr val="FFFFFF"/>
                </a:highlight>
                <a:latin typeface="Times New Roman"/>
                <a:cs typeface="Arial"/>
              </a:rPr>
              <a:t>one</a:t>
            </a:r>
            <a:r>
              <a:rPr lang="ru-RU" sz="1800" dirty="0">
                <a:highlight>
                  <a:srgbClr val="FFFFFF"/>
                </a:highlight>
                <a:latin typeface="Times New Roman"/>
                <a:cs typeface="Arial"/>
              </a:rPr>
              <a:t> </a:t>
            </a:r>
            <a:r>
              <a:rPr lang="ru-RU" sz="1800" err="1">
                <a:highlight>
                  <a:srgbClr val="FFFFFF"/>
                </a:highlight>
                <a:latin typeface="Times New Roman"/>
                <a:cs typeface="Arial"/>
              </a:rPr>
              <a:t>block</a:t>
            </a:r>
            <a:r>
              <a:rPr lang="ru-RU" sz="1800" dirty="0">
                <a:highlight>
                  <a:srgbClr val="FFFFFF"/>
                </a:highlight>
                <a:latin typeface="Times New Roman"/>
                <a:cs typeface="Arial"/>
              </a:rPr>
              <a:t> </a:t>
            </a:r>
            <a:r>
              <a:rPr lang="ru-RU" sz="1800" err="1">
                <a:highlight>
                  <a:srgbClr val="FFFFFF"/>
                </a:highlight>
                <a:latin typeface="Times New Roman"/>
                <a:cs typeface="Arial"/>
              </a:rPr>
              <a:t>or</a:t>
            </a:r>
            <a:r>
              <a:rPr lang="ru-RU" sz="1800" dirty="0">
                <a:highlight>
                  <a:srgbClr val="FFFFFF"/>
                </a:highlight>
                <a:latin typeface="Times New Roman"/>
                <a:cs typeface="Arial"/>
              </a:rPr>
              <a:t> </a:t>
            </a:r>
            <a:r>
              <a:rPr lang="ru-RU" sz="1800" err="1">
                <a:highlight>
                  <a:srgbClr val="FFFFFF"/>
                </a:highlight>
                <a:latin typeface="Times New Roman"/>
                <a:cs typeface="Arial"/>
              </a:rPr>
              <a:t>with</a:t>
            </a:r>
            <a:r>
              <a:rPr lang="ru-RU" sz="1800" dirty="0">
                <a:highlight>
                  <a:srgbClr val="FFFFFF"/>
                </a:highlight>
                <a:latin typeface="Times New Roman"/>
                <a:cs typeface="Arial"/>
              </a:rPr>
              <a:t> </a:t>
            </a:r>
            <a:r>
              <a:rPr lang="ru-RU" sz="1800" err="1">
                <a:highlight>
                  <a:srgbClr val="FFFFFF"/>
                </a:highlight>
                <a:latin typeface="Times New Roman"/>
                <a:cs typeface="Arial"/>
              </a:rPr>
              <a:t>any</a:t>
            </a:r>
            <a:r>
              <a:rPr lang="ru-RU" sz="1800" dirty="0">
                <a:highlight>
                  <a:srgbClr val="FFFFFF"/>
                </a:highlight>
                <a:latin typeface="Times New Roman"/>
                <a:cs typeface="Arial"/>
              </a:rPr>
              <a:t> </a:t>
            </a:r>
            <a:r>
              <a:rPr lang="ru-RU" sz="1800" err="1">
                <a:highlight>
                  <a:srgbClr val="FFFFFF"/>
                </a:highlight>
                <a:latin typeface="Times New Roman"/>
                <a:cs typeface="Arial"/>
              </a:rPr>
              <a:t>pattern</a:t>
            </a:r>
            <a:r>
              <a:rPr lang="ru-RU" sz="1800" dirty="0">
                <a:highlight>
                  <a:srgbClr val="FFFFFF"/>
                </a:highlight>
                <a:latin typeface="Times New Roman"/>
                <a:cs typeface="Arial"/>
              </a:rPr>
              <a:t> </a:t>
            </a:r>
            <a:r>
              <a:rPr lang="ru-RU" sz="1800" err="1">
                <a:highlight>
                  <a:srgbClr val="FFFFFF"/>
                </a:highlight>
                <a:latin typeface="Times New Roman"/>
                <a:cs typeface="Arial"/>
              </a:rPr>
              <a:t>structure</a:t>
            </a:r>
            <a:r>
              <a:rPr lang="ru-RU" sz="1800" dirty="0">
                <a:highlight>
                  <a:srgbClr val="FFFFFF"/>
                </a:highlight>
                <a:latin typeface="Times New Roman"/>
                <a:cs typeface="Arial"/>
              </a:rPr>
              <a:t>.</a:t>
            </a:r>
          </a:p>
          <a:p>
            <a:r>
              <a:rPr lang="ru-RU" sz="1800" err="1">
                <a:highlight>
                  <a:srgbClr val="FFFFFF"/>
                </a:highlight>
                <a:latin typeface="Times New Roman"/>
                <a:cs typeface="Arial"/>
              </a:rPr>
              <a:t>Any</a:t>
            </a:r>
            <a:r>
              <a:rPr lang="ru-RU" sz="1800" dirty="0">
                <a:highlight>
                  <a:srgbClr val="FFFFFF"/>
                </a:highlight>
                <a:latin typeface="Times New Roman"/>
                <a:cs typeface="Arial"/>
              </a:rPr>
              <a:t> </a:t>
            </a:r>
            <a:r>
              <a:rPr lang="ru-RU" sz="1800" err="1">
                <a:highlight>
                  <a:srgbClr val="FFFFFF"/>
                </a:highlight>
                <a:latin typeface="Times New Roman"/>
                <a:cs typeface="Arial"/>
              </a:rPr>
              <a:t>encryption-only</a:t>
            </a:r>
            <a:r>
              <a:rPr lang="ru-RU" sz="1800" dirty="0">
                <a:highlight>
                  <a:srgbClr val="FFFFFF"/>
                </a:highlight>
                <a:latin typeface="Times New Roman"/>
                <a:cs typeface="Arial"/>
              </a:rPr>
              <a:t> </a:t>
            </a:r>
            <a:r>
              <a:rPr lang="ru-RU" sz="1800" err="1">
                <a:highlight>
                  <a:srgbClr val="FFFFFF"/>
                </a:highlight>
                <a:latin typeface="Times New Roman"/>
                <a:cs typeface="Arial"/>
              </a:rPr>
              <a:t>mode</a:t>
            </a:r>
            <a:r>
              <a:rPr lang="ru-RU" sz="1800" dirty="0">
                <a:highlight>
                  <a:srgbClr val="FFFFFF"/>
                </a:highlight>
                <a:latin typeface="Times New Roman"/>
                <a:cs typeface="Arial"/>
              </a:rPr>
              <a:t> </a:t>
            </a:r>
            <a:r>
              <a:rPr lang="ru-RU" sz="1800" err="1">
                <a:highlight>
                  <a:srgbClr val="FFFFFF"/>
                </a:highlight>
                <a:latin typeface="Times New Roman"/>
                <a:cs typeface="Arial"/>
              </a:rPr>
              <a:t>without</a:t>
            </a:r>
            <a:r>
              <a:rPr lang="ru-RU" sz="1800" dirty="0">
                <a:highlight>
                  <a:srgbClr val="FFFFFF"/>
                </a:highlight>
                <a:latin typeface="Times New Roman"/>
                <a:cs typeface="Arial"/>
              </a:rPr>
              <a:t> </a:t>
            </a:r>
            <a:r>
              <a:rPr lang="ru-RU" sz="1800" err="1">
                <a:highlight>
                  <a:srgbClr val="FFFFFF"/>
                </a:highlight>
                <a:latin typeface="Times New Roman"/>
                <a:cs typeface="Arial"/>
              </a:rPr>
              <a:t>authentication</a:t>
            </a:r>
            <a:r>
              <a:rPr lang="ru-RU" sz="1800" dirty="0">
                <a:highlight>
                  <a:srgbClr val="FFFFFF"/>
                </a:highlight>
                <a:latin typeface="Times New Roman"/>
                <a:cs typeface="Arial"/>
              </a:rPr>
              <a:t> </a:t>
            </a:r>
            <a:r>
              <a:rPr lang="ru-RU" sz="1800" err="1">
                <a:highlight>
                  <a:srgbClr val="FFFFFF"/>
                </a:highlight>
                <a:latin typeface="Times New Roman"/>
                <a:cs typeface="Arial"/>
              </a:rPr>
              <a:t>for</a:t>
            </a:r>
            <a:r>
              <a:rPr lang="ru-RU" sz="1800" dirty="0">
                <a:highlight>
                  <a:srgbClr val="FFFFFF"/>
                </a:highlight>
                <a:latin typeface="Times New Roman"/>
                <a:cs typeface="Arial"/>
              </a:rPr>
              <a:t> </a:t>
            </a:r>
            <a:r>
              <a:rPr lang="ru-RU" sz="1800" err="1">
                <a:highlight>
                  <a:srgbClr val="FFFFFF"/>
                </a:highlight>
                <a:latin typeface="Times New Roman"/>
                <a:cs typeface="Arial"/>
              </a:rPr>
              <a:t>data</a:t>
            </a:r>
            <a:r>
              <a:rPr lang="ru-RU" sz="1800" dirty="0">
                <a:highlight>
                  <a:srgbClr val="FFFFFF"/>
                </a:highlight>
                <a:latin typeface="Times New Roman"/>
                <a:cs typeface="Arial"/>
              </a:rPr>
              <a:t> </a:t>
            </a:r>
            <a:r>
              <a:rPr lang="ru-RU" sz="1800" err="1">
                <a:highlight>
                  <a:srgbClr val="FFFFFF"/>
                </a:highlight>
                <a:latin typeface="Times New Roman"/>
                <a:cs typeface="Arial"/>
              </a:rPr>
              <a:t>requiring</a:t>
            </a:r>
            <a:r>
              <a:rPr lang="ru-RU" sz="1800" dirty="0">
                <a:highlight>
                  <a:srgbClr val="FFFFFF"/>
                </a:highlight>
                <a:latin typeface="Times New Roman"/>
                <a:cs typeface="Arial"/>
              </a:rPr>
              <a:t> </a:t>
            </a:r>
            <a:r>
              <a:rPr lang="ru-RU" sz="1800" err="1">
                <a:highlight>
                  <a:srgbClr val="FFFFFF"/>
                </a:highlight>
                <a:latin typeface="Times New Roman"/>
                <a:cs typeface="Arial"/>
              </a:rPr>
              <a:t>integrity</a:t>
            </a:r>
            <a:r>
              <a:rPr lang="ru-RU" sz="1800" dirty="0">
                <a:highlight>
                  <a:srgbClr val="FFFFFF"/>
                </a:highlight>
                <a:latin typeface="Times New Roman"/>
                <a:cs typeface="Arial"/>
              </a:rPr>
              <a:t>.</a:t>
            </a:r>
          </a:p>
          <a:p>
            <a:pPr marL="0" indent="0">
              <a:buNone/>
            </a:pPr>
            <a:r>
              <a:rPr lang="ru-RU" sz="1800" b="1" dirty="0">
                <a:highlight>
                  <a:srgbClr val="FFFFFF"/>
                </a:highlight>
                <a:latin typeface="Times New Roman"/>
                <a:cs typeface="Arial"/>
              </a:rPr>
              <a:t>Special </a:t>
            </a:r>
            <a:r>
              <a:rPr lang="ru-RU" sz="1800" b="1" err="1">
                <a:highlight>
                  <a:srgbClr val="FFFFFF"/>
                </a:highlight>
                <a:latin typeface="Times New Roman"/>
                <a:cs typeface="Arial"/>
              </a:rPr>
              <a:t>Considerations</a:t>
            </a:r>
            <a:r>
              <a:rPr lang="ru-RU" sz="1800" b="1" dirty="0">
                <a:highlight>
                  <a:srgbClr val="FFFFFF"/>
                </a:highlight>
                <a:latin typeface="Times New Roman"/>
                <a:cs typeface="Arial"/>
              </a:rPr>
              <a:t>: </a:t>
            </a:r>
            <a:endParaRPr lang="ru-RU" sz="1800" dirty="0">
              <a:highlight>
                <a:srgbClr val="FFFFFF"/>
              </a:highlight>
              <a:latin typeface="Times New Roman"/>
              <a:cs typeface="Arial"/>
            </a:endParaRPr>
          </a:p>
          <a:p>
            <a:r>
              <a:rPr lang="ru-RU" sz="1800" dirty="0">
                <a:highlight>
                  <a:srgbClr val="FFFFFF"/>
                </a:highlight>
                <a:latin typeface="Times New Roman"/>
                <a:cs typeface="Arial"/>
              </a:rPr>
              <a:t>Disk </a:t>
            </a:r>
            <a:r>
              <a:rPr lang="ru-RU" sz="1800" err="1">
                <a:highlight>
                  <a:srgbClr val="FFFFFF"/>
                </a:highlight>
                <a:latin typeface="Times New Roman"/>
                <a:cs typeface="Arial"/>
              </a:rPr>
              <a:t>Encryption</a:t>
            </a:r>
            <a:r>
              <a:rPr lang="ru-RU" sz="1800" dirty="0">
                <a:highlight>
                  <a:srgbClr val="FFFFFF"/>
                </a:highlight>
                <a:latin typeface="Times New Roman"/>
                <a:cs typeface="Arial"/>
              </a:rPr>
              <a:t>: XTS </a:t>
            </a:r>
            <a:r>
              <a:rPr lang="ru-RU" sz="1800" err="1">
                <a:highlight>
                  <a:srgbClr val="FFFFFF"/>
                </a:highlight>
                <a:latin typeface="Times New Roman"/>
                <a:cs typeface="Arial"/>
              </a:rPr>
              <a:t>mode</a:t>
            </a:r>
            <a:r>
              <a:rPr lang="ru-RU" sz="1800" dirty="0">
                <a:highlight>
                  <a:srgbClr val="FFFFFF"/>
                </a:highlight>
                <a:latin typeface="Times New Roman"/>
                <a:cs typeface="Arial"/>
              </a:rPr>
              <a:t> (</a:t>
            </a:r>
            <a:r>
              <a:rPr lang="ru-RU" sz="1800" err="1">
                <a:highlight>
                  <a:srgbClr val="FFFFFF"/>
                </a:highlight>
                <a:latin typeface="Times New Roman"/>
                <a:cs typeface="Arial"/>
              </a:rPr>
              <a:t>specialized</a:t>
            </a:r>
            <a:r>
              <a:rPr lang="ru-RU" sz="1800" dirty="0">
                <a:highlight>
                  <a:srgbClr val="FFFFFF"/>
                </a:highlight>
                <a:latin typeface="Times New Roman"/>
                <a:cs typeface="Arial"/>
              </a:rPr>
              <a:t> </a:t>
            </a:r>
            <a:r>
              <a:rPr lang="ru-RU" sz="1800" err="1">
                <a:highlight>
                  <a:srgbClr val="FFFFFF"/>
                </a:highlight>
                <a:latin typeface="Times New Roman"/>
                <a:cs typeface="Arial"/>
              </a:rPr>
              <a:t>for</a:t>
            </a:r>
            <a:r>
              <a:rPr lang="ru-RU" sz="1800" dirty="0">
                <a:highlight>
                  <a:srgbClr val="FFFFFF"/>
                </a:highlight>
                <a:latin typeface="Times New Roman"/>
                <a:cs typeface="Arial"/>
              </a:rPr>
              <a:t> </a:t>
            </a:r>
            <a:r>
              <a:rPr lang="ru-RU" sz="1800" err="1">
                <a:highlight>
                  <a:srgbClr val="FFFFFF"/>
                </a:highlight>
                <a:latin typeface="Times New Roman"/>
                <a:cs typeface="Arial"/>
              </a:rPr>
              <a:t>random-access</a:t>
            </a:r>
            <a:r>
              <a:rPr lang="ru-RU" sz="1800" dirty="0">
                <a:highlight>
                  <a:srgbClr val="FFFFFF"/>
                </a:highlight>
                <a:latin typeface="Times New Roman"/>
                <a:cs typeface="Arial"/>
              </a:rPr>
              <a:t> </a:t>
            </a:r>
            <a:r>
              <a:rPr lang="ru-RU" sz="1800" err="1">
                <a:highlight>
                  <a:srgbClr val="FFFFFF"/>
                </a:highlight>
                <a:latin typeface="Times New Roman"/>
                <a:cs typeface="Arial"/>
              </a:rPr>
              <a:t>storage</a:t>
            </a:r>
            <a:r>
              <a:rPr lang="ru-RU" sz="1800" dirty="0">
                <a:highlight>
                  <a:srgbClr val="FFFFFF"/>
                </a:highlight>
                <a:latin typeface="Times New Roman"/>
                <a:cs typeface="Arial"/>
              </a:rPr>
              <a:t>, </a:t>
            </a:r>
            <a:r>
              <a:rPr lang="ru-RU" sz="1800" err="1">
                <a:highlight>
                  <a:srgbClr val="FFFFFF"/>
                </a:highlight>
                <a:latin typeface="Times New Roman"/>
                <a:cs typeface="Arial"/>
              </a:rPr>
              <a:t>not</a:t>
            </a:r>
            <a:r>
              <a:rPr lang="ru-RU" sz="1800" dirty="0">
                <a:highlight>
                  <a:srgbClr val="FFFFFF"/>
                </a:highlight>
                <a:latin typeface="Times New Roman"/>
                <a:cs typeface="Arial"/>
              </a:rPr>
              <a:t> </a:t>
            </a:r>
            <a:r>
              <a:rPr lang="ru-RU" sz="1800" err="1">
                <a:highlight>
                  <a:srgbClr val="FFFFFF"/>
                </a:highlight>
                <a:latin typeface="Times New Roman"/>
                <a:cs typeface="Arial"/>
              </a:rPr>
              <a:t>covered</a:t>
            </a:r>
            <a:r>
              <a:rPr lang="ru-RU" sz="1800" dirty="0">
                <a:highlight>
                  <a:srgbClr val="FFFFFF"/>
                </a:highlight>
                <a:latin typeface="Times New Roman"/>
                <a:cs typeface="Arial"/>
              </a:rPr>
              <a:t> </a:t>
            </a:r>
            <a:r>
              <a:rPr lang="ru-RU" sz="1800" err="1">
                <a:highlight>
                  <a:srgbClr val="FFFFFF"/>
                </a:highlight>
                <a:latin typeface="Times New Roman"/>
                <a:cs typeface="Arial"/>
              </a:rPr>
              <a:t>in</a:t>
            </a:r>
            <a:r>
              <a:rPr lang="ru-RU" sz="1800" dirty="0">
                <a:highlight>
                  <a:srgbClr val="FFFFFF"/>
                </a:highlight>
                <a:latin typeface="Times New Roman"/>
                <a:cs typeface="Arial"/>
              </a:rPr>
              <a:t> </a:t>
            </a:r>
            <a:r>
              <a:rPr lang="ru-RU" sz="1800" err="1">
                <a:highlight>
                  <a:srgbClr val="FFFFFF"/>
                </a:highlight>
                <a:latin typeface="Times New Roman"/>
                <a:cs typeface="Arial"/>
              </a:rPr>
              <a:t>this</a:t>
            </a:r>
            <a:r>
              <a:rPr lang="ru-RU" sz="1800" dirty="0">
                <a:highlight>
                  <a:srgbClr val="FFFFFF"/>
                </a:highlight>
                <a:latin typeface="Times New Roman"/>
                <a:cs typeface="Arial"/>
              </a:rPr>
              <a:t> </a:t>
            </a:r>
            <a:r>
              <a:rPr lang="ru-RU" sz="1800" err="1">
                <a:highlight>
                  <a:srgbClr val="FFFFFF"/>
                </a:highlight>
                <a:latin typeface="Times New Roman"/>
                <a:cs typeface="Arial"/>
              </a:rPr>
              <a:t>course</a:t>
            </a:r>
            <a:r>
              <a:rPr lang="ru-RU" sz="1800" dirty="0">
                <a:highlight>
                  <a:srgbClr val="FFFFFF"/>
                </a:highlight>
                <a:latin typeface="Times New Roman"/>
                <a:cs typeface="Arial"/>
              </a:rPr>
              <a:t>).</a:t>
            </a:r>
          </a:p>
          <a:p>
            <a:r>
              <a:rPr lang="ru-RU" sz="1800" err="1">
                <a:highlight>
                  <a:srgbClr val="FFFFFF"/>
                </a:highlight>
                <a:latin typeface="Times New Roman"/>
                <a:cs typeface="Arial"/>
              </a:rPr>
              <a:t>Streaming</a:t>
            </a:r>
            <a:r>
              <a:rPr lang="ru-RU" sz="1800" dirty="0">
                <a:highlight>
                  <a:srgbClr val="FFFFFF"/>
                </a:highlight>
                <a:latin typeface="Times New Roman"/>
                <a:cs typeface="Arial"/>
              </a:rPr>
              <a:t> Data: CTR </a:t>
            </a:r>
            <a:r>
              <a:rPr lang="ru-RU" sz="1800" err="1">
                <a:highlight>
                  <a:srgbClr val="FFFFFF"/>
                </a:highlight>
                <a:latin typeface="Times New Roman"/>
                <a:cs typeface="Arial"/>
              </a:rPr>
              <a:t>or</a:t>
            </a:r>
            <a:r>
              <a:rPr lang="ru-RU" sz="1800" dirty="0">
                <a:highlight>
                  <a:srgbClr val="FFFFFF"/>
                </a:highlight>
                <a:latin typeface="Times New Roman"/>
                <a:cs typeface="Arial"/>
              </a:rPr>
              <a:t> CFB </a:t>
            </a:r>
            <a:r>
              <a:rPr lang="ru-RU" sz="1800" err="1">
                <a:highlight>
                  <a:srgbClr val="FFFFFF"/>
                </a:highlight>
                <a:latin typeface="Times New Roman"/>
                <a:cs typeface="Arial"/>
              </a:rPr>
              <a:t>modes</a:t>
            </a:r>
            <a:r>
              <a:rPr lang="ru-RU" sz="1800" dirty="0">
                <a:highlight>
                  <a:srgbClr val="FFFFFF"/>
                </a:highlight>
                <a:latin typeface="Times New Roman"/>
                <a:cs typeface="Arial"/>
              </a:rPr>
              <a:t> (CTR </a:t>
            </a:r>
            <a:r>
              <a:rPr lang="ru-RU" sz="1800" err="1">
                <a:highlight>
                  <a:srgbClr val="FFFFFF"/>
                </a:highlight>
                <a:latin typeface="Times New Roman"/>
                <a:cs typeface="Arial"/>
              </a:rPr>
              <a:t>preferred</a:t>
            </a:r>
            <a:r>
              <a:rPr lang="ru-RU" sz="1800" dirty="0">
                <a:highlight>
                  <a:srgbClr val="FFFFFF"/>
                </a:highlight>
                <a:latin typeface="Times New Roman"/>
                <a:cs typeface="Arial"/>
              </a:rPr>
              <a:t> </a:t>
            </a:r>
            <a:r>
              <a:rPr lang="ru-RU" sz="1800" err="1">
                <a:highlight>
                  <a:srgbClr val="FFFFFF"/>
                </a:highlight>
                <a:latin typeface="Times New Roman"/>
                <a:cs typeface="Arial"/>
              </a:rPr>
              <a:t>for</a:t>
            </a:r>
            <a:r>
              <a:rPr lang="ru-RU" sz="1800" dirty="0">
                <a:highlight>
                  <a:srgbClr val="FFFFFF"/>
                </a:highlight>
                <a:latin typeface="Times New Roman"/>
                <a:cs typeface="Arial"/>
              </a:rPr>
              <a:t> </a:t>
            </a:r>
            <a:r>
              <a:rPr lang="ru-RU" sz="1800" err="1">
                <a:highlight>
                  <a:srgbClr val="FFFFFF"/>
                </a:highlight>
                <a:latin typeface="Times New Roman"/>
                <a:cs typeface="Arial"/>
              </a:rPr>
              <a:t>performance</a:t>
            </a:r>
            <a:r>
              <a:rPr lang="ru-RU" sz="1800" dirty="0">
                <a:highlight>
                  <a:srgbClr val="FFFFFF"/>
                </a:highlight>
                <a:latin typeface="Times New Roman"/>
                <a:cs typeface="Arial"/>
              </a:rPr>
              <a:t>).</a:t>
            </a:r>
          </a:p>
          <a:p>
            <a:r>
              <a:rPr lang="en-US" sz="1800" dirty="0">
                <a:highlight>
                  <a:srgbClr val="FFFFFF"/>
                </a:highlight>
                <a:latin typeface="Times New Roman"/>
                <a:cs typeface="Arial"/>
              </a:rPr>
              <a:t>Hardware Constraints: CTR requires only encryption function, reducing hardware complexity.</a:t>
            </a:r>
            <a:endParaRPr lang="ru-RU" sz="1800" dirty="0">
              <a:highlight>
                <a:srgbClr val="FFFFFF"/>
              </a:highlight>
              <a:latin typeface="Times New Roman"/>
              <a:cs typeface="Arial"/>
            </a:endParaRPr>
          </a:p>
          <a:p>
            <a:endParaRPr lang="ru-RU" sz="1800" dirty="0">
              <a:latin typeface="Times New Roman"/>
              <a:cs typeface="Times New Roman"/>
            </a:endParaRPr>
          </a:p>
        </p:txBody>
      </p:sp>
    </p:spTree>
    <p:extLst>
      <p:ext uri="{BB962C8B-B14F-4D97-AF65-F5344CB8AC3E}">
        <p14:creationId xmlns:p14="http://schemas.microsoft.com/office/powerpoint/2010/main" val="171140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B0C26BB4-3FE1-947F-5B16-F578326EA391}"/>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7. </a:t>
            </a:r>
            <a:r>
              <a:rPr lang="ru-RU" sz="4000" b="1" err="1">
                <a:solidFill>
                  <a:srgbClr val="FFFFFF"/>
                </a:solidFill>
                <a:latin typeface="Times New Roman"/>
                <a:cs typeface="Times New Roman"/>
              </a:rPr>
              <a:t>Conclusion</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71E0F860-4957-B9F4-221A-7EA434F29840}"/>
              </a:ext>
            </a:extLst>
          </p:cNvPr>
          <p:cNvSpPr>
            <a:spLocks noGrp="1"/>
          </p:cNvSpPr>
          <p:nvPr>
            <p:ph idx="1"/>
          </p:nvPr>
        </p:nvSpPr>
        <p:spPr>
          <a:xfrm>
            <a:off x="1371599" y="2318197"/>
            <a:ext cx="9724031" cy="3683358"/>
          </a:xfrm>
        </p:spPr>
        <p:txBody>
          <a:bodyPr vert="horz" lIns="91440" tIns="45720" rIns="91440" bIns="45720" rtlCol="0" anchor="ctr">
            <a:noAutofit/>
          </a:bodyPr>
          <a:lstStyle/>
          <a:p>
            <a:pPr marL="0" indent="0">
              <a:buNone/>
            </a:pPr>
            <a:r>
              <a:rPr lang="en-US" sz="2000" dirty="0">
                <a:highlight>
                  <a:srgbClr val="FFFFFF"/>
                </a:highlight>
                <a:latin typeface="Times New Roman"/>
                <a:cs typeface="Times New Roman"/>
              </a:rPr>
              <a:t>This lecture has examined how block ciphers are applied to encrypt data of arbitrary length through modes of operation. Key insights include:</a:t>
            </a:r>
            <a:endParaRPr lang="ru-RU" sz="2000" dirty="0">
              <a:highlight>
                <a:srgbClr val="FFFFFF"/>
              </a:highlight>
              <a:latin typeface="Times New Roman"/>
              <a:cs typeface="Times New Roman"/>
            </a:endParaRPr>
          </a:p>
          <a:p>
            <a:r>
              <a:rPr lang="ru-RU" sz="2000" dirty="0">
                <a:highlight>
                  <a:srgbClr val="FFFFFF"/>
                </a:highlight>
                <a:latin typeface="Times New Roman"/>
                <a:cs typeface="Times New Roman"/>
              </a:rPr>
              <a:t>ECB </a:t>
            </a:r>
            <a:r>
              <a:rPr lang="ru-RU" sz="2000" err="1">
                <a:highlight>
                  <a:srgbClr val="FFFFFF"/>
                </a:highlight>
                <a:latin typeface="Times New Roman"/>
                <a:cs typeface="Times New Roman"/>
              </a:rPr>
              <a:t>mode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fails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catastrophically</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due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pattern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leakage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should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never</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be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used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for</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multi-block</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messages</a:t>
            </a:r>
            <a:r>
              <a:rPr lang="ru-RU" sz="2000" dirty="0">
                <a:highlight>
                  <a:srgbClr val="FFFFFF"/>
                </a:highlight>
                <a:latin typeface="Times New Roman"/>
                <a:cs typeface="Times New Roman"/>
              </a:rPr>
              <a:t>.</a:t>
            </a:r>
          </a:p>
          <a:p>
            <a:r>
              <a:rPr lang="ru-RU" sz="2000" dirty="0">
                <a:highlight>
                  <a:srgbClr val="FFFFFF"/>
                </a:highlight>
                <a:latin typeface="Times New Roman"/>
                <a:cs typeface="Times New Roman"/>
              </a:rPr>
              <a:t>CBC </a:t>
            </a:r>
            <a:r>
              <a:rPr lang="ru-RU" sz="2000" err="1">
                <a:highlight>
                  <a:srgbClr val="FFFFFF"/>
                </a:highlight>
                <a:latin typeface="Times New Roman"/>
                <a:cs typeface="Times New Roman"/>
              </a:rPr>
              <a:t>mode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provides</a:t>
            </a:r>
            <a:r>
              <a:rPr lang="ru-RU" sz="2000" dirty="0">
                <a:highlight>
                  <a:srgbClr val="FFFFFF"/>
                </a:highlight>
                <a:latin typeface="Times New Roman"/>
                <a:cs typeface="Times New Roman"/>
              </a:rPr>
              <a:t> IND-CPA </a:t>
            </a:r>
            <a:r>
              <a:rPr lang="ru-RU" sz="2000" err="1">
                <a:highlight>
                  <a:srgbClr val="FFFFFF"/>
                </a:highlight>
                <a:latin typeface="Times New Roman"/>
                <a:cs typeface="Times New Roman"/>
              </a:rPr>
              <a:t>security</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with</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proper</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random</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IVs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but</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requires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careful</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padding</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implementation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to</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avoid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oracle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attacks</a:t>
            </a:r>
            <a:r>
              <a:rPr lang="ru-RU" sz="2000" dirty="0">
                <a:highlight>
                  <a:srgbClr val="FFFFFF"/>
                </a:highlight>
                <a:latin typeface="Times New Roman"/>
                <a:cs typeface="Times New Roman"/>
              </a:rPr>
              <a:t>.</a:t>
            </a:r>
          </a:p>
          <a:p>
            <a:r>
              <a:rPr lang="ru-RU" sz="2000" dirty="0">
                <a:highlight>
                  <a:srgbClr val="FFFFFF"/>
                </a:highlight>
                <a:latin typeface="Times New Roman"/>
                <a:cs typeface="Times New Roman"/>
              </a:rPr>
              <a:t>CTR </a:t>
            </a:r>
            <a:r>
              <a:rPr lang="ru-RU" sz="2000" err="1">
                <a:highlight>
                  <a:srgbClr val="FFFFFF"/>
                </a:highlight>
                <a:latin typeface="Times New Roman"/>
                <a:cs typeface="Times New Roman"/>
              </a:rPr>
              <a:t>mode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offers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excellent</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performance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through</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parallelization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flexible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nonce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management</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making</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it</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the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preferred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choice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for</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modern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high-speed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encryption</a:t>
            </a:r>
            <a:r>
              <a:rPr lang="ru-RU" sz="2000" dirty="0">
                <a:highlight>
                  <a:srgbClr val="FFFFFF"/>
                </a:highlight>
                <a:latin typeface="Times New Roman"/>
                <a:cs typeface="Times New Roman"/>
              </a:rPr>
              <a:t>.</a:t>
            </a:r>
          </a:p>
          <a:p>
            <a:r>
              <a:rPr lang="ru-RU" sz="2000" dirty="0">
                <a:highlight>
                  <a:srgbClr val="FFFFFF"/>
                </a:highlight>
                <a:latin typeface="Times New Roman"/>
                <a:cs typeface="Times New Roman"/>
              </a:rPr>
              <a:t>All </a:t>
            </a:r>
            <a:r>
              <a:rPr lang="ru-RU" sz="2000" err="1">
                <a:highlight>
                  <a:srgbClr val="FFFFFF"/>
                </a:highlight>
                <a:latin typeface="Times New Roman"/>
                <a:cs typeface="Times New Roman"/>
              </a:rPr>
              <a:t>encryption-only</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modes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are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malleable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require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authentication</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for</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integrity</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protection</a:t>
            </a:r>
            <a:r>
              <a:rPr lang="ru-RU" sz="2000" dirty="0">
                <a:highlight>
                  <a:srgbClr val="FFFFFF"/>
                </a:highlight>
                <a:latin typeface="Times New Roman"/>
                <a:cs typeface="Times New Roman"/>
              </a:rPr>
              <a:t>.</a:t>
            </a:r>
          </a:p>
          <a:p>
            <a:r>
              <a:rPr lang="ru-RU" sz="2000" err="1">
                <a:highlight>
                  <a:srgbClr val="FFFFFF"/>
                </a:highlight>
                <a:latin typeface="Times New Roman"/>
                <a:cs typeface="Times New Roman"/>
              </a:rPr>
              <a:t>Proper</a:t>
            </a:r>
            <a:r>
              <a:rPr lang="ru-RU" sz="2000" dirty="0">
                <a:highlight>
                  <a:srgbClr val="FFFFFF"/>
                </a:highlight>
                <a:latin typeface="Times New Roman"/>
                <a:cs typeface="Times New Roman"/>
              </a:rPr>
              <a:t> IV/</a:t>
            </a:r>
            <a:r>
              <a:rPr lang="ru-RU" sz="2000" err="1">
                <a:highlight>
                  <a:srgbClr val="FFFFFF"/>
                </a:highlight>
                <a:latin typeface="Times New Roman"/>
                <a:cs typeface="Times New Roman"/>
              </a:rPr>
              <a:t>nonce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management</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is</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critical</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random</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and</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unpredictable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for</a:t>
            </a:r>
            <a:r>
              <a:rPr lang="ru-RU" sz="2000" dirty="0">
                <a:highlight>
                  <a:srgbClr val="FFFFFF"/>
                </a:highlight>
                <a:latin typeface="Times New Roman"/>
                <a:cs typeface="Times New Roman"/>
              </a:rPr>
              <a:t> CBC, </a:t>
            </a:r>
            <a:r>
              <a:rPr lang="ru-RU" sz="2000" err="1">
                <a:highlight>
                  <a:srgbClr val="FFFFFF"/>
                </a:highlight>
                <a:latin typeface="Times New Roman"/>
                <a:cs typeface="Times New Roman"/>
              </a:rPr>
              <a:t>unique</a:t>
            </a:r>
            <a:r>
              <a:rPr lang="ru-RU" sz="2000" dirty="0">
                <a:highlight>
                  <a:srgbClr val="FFFFFF"/>
                </a:highlight>
                <a:latin typeface="Times New Roman"/>
                <a:cs typeface="Times New Roman"/>
              </a:rPr>
              <a:t> </a:t>
            </a:r>
            <a:r>
              <a:rPr lang="ru-RU" sz="2000" err="1">
                <a:highlight>
                  <a:srgbClr val="FFFFFF"/>
                </a:highlight>
                <a:latin typeface="Times New Roman"/>
                <a:cs typeface="Times New Roman"/>
              </a:rPr>
              <a:t>for</a:t>
            </a:r>
            <a:r>
              <a:rPr lang="ru-RU" sz="2000" dirty="0">
                <a:highlight>
                  <a:srgbClr val="FFFFFF"/>
                </a:highlight>
                <a:latin typeface="Times New Roman"/>
                <a:cs typeface="Times New Roman"/>
              </a:rPr>
              <a:t> CTR.</a:t>
            </a:r>
          </a:p>
          <a:p>
            <a:endParaRPr lang="ru-RU" sz="2000" dirty="0">
              <a:latin typeface="Times New Roman"/>
              <a:cs typeface="Times New Roman"/>
            </a:endParaRPr>
          </a:p>
        </p:txBody>
      </p:sp>
    </p:spTree>
    <p:extLst>
      <p:ext uri="{BB962C8B-B14F-4D97-AF65-F5344CB8AC3E}">
        <p14:creationId xmlns:p14="http://schemas.microsoft.com/office/powerpoint/2010/main" val="962697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C9DFD70-A80A-B07B-A0A7-CD2DEDA7BC50}"/>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7.1 </a:t>
            </a:r>
            <a:r>
              <a:rPr lang="ru-RU" sz="4000" b="1" dirty="0" err="1">
                <a:solidFill>
                  <a:srgbClr val="FFFFFF"/>
                </a:solidFill>
                <a:latin typeface="Times New Roman"/>
                <a:cs typeface="Times New Roman"/>
              </a:rPr>
              <a:t>Practical</a:t>
            </a:r>
            <a:r>
              <a:rPr lang="ru-RU" sz="4000" b="1" dirty="0">
                <a:solidFill>
                  <a:srgbClr val="FFFFFF"/>
                </a:solidFill>
                <a:latin typeface="Times New Roman"/>
                <a:cs typeface="Times New Roman"/>
              </a:rPr>
              <a:t> </a:t>
            </a:r>
            <a:r>
              <a:rPr lang="ru-RU" sz="4000" b="1" dirty="0" err="1">
                <a:solidFill>
                  <a:srgbClr val="FFFFFF"/>
                </a:solidFill>
                <a:latin typeface="Times New Roman"/>
                <a:cs typeface="Times New Roman"/>
              </a:rPr>
              <a:t>Implementation</a:t>
            </a:r>
            <a:r>
              <a:rPr lang="ru-RU" sz="4000" b="1" dirty="0">
                <a:solidFill>
                  <a:srgbClr val="FFFFFF"/>
                </a:solidFill>
                <a:latin typeface="Times New Roman"/>
                <a:cs typeface="Times New Roman"/>
              </a:rPr>
              <a:t> </a:t>
            </a:r>
            <a:r>
              <a:rPr lang="ru-RU" sz="4000" b="1" dirty="0" err="1">
                <a:solidFill>
                  <a:srgbClr val="FFFFFF"/>
                </a:solidFill>
                <a:latin typeface="Times New Roman"/>
                <a:cs typeface="Times New Roman"/>
              </a:rPr>
              <a:t>Guidance</a:t>
            </a:r>
            <a:endParaRPr lang="ru-RU" sz="4000" b="1" dirty="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61C2DD0B-E9D3-79F8-71DB-EC4F4DE202D4}"/>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en-US" sz="2000">
                <a:highlight>
                  <a:srgbClr val="FFFFFF"/>
                </a:highlight>
                <a:latin typeface="Times New Roman"/>
                <a:cs typeface="Times New Roman"/>
              </a:rPr>
              <a:t>Always use well-tested cryptographic libraries (OpenSSL, libsodium, cryptography.io) rather than implementing modes manually.</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Generate IVs/nonces using cryptographically secure random number generators.</a:t>
            </a:r>
          </a:p>
          <a:p>
            <a:r>
              <a:rPr lang="en-US" sz="2000">
                <a:highlight>
                  <a:srgbClr val="FFFFFF"/>
                </a:highlight>
                <a:latin typeface="Times New Roman"/>
                <a:cs typeface="Times New Roman"/>
              </a:rPr>
              <a:t>For CTR mode, maintain state to prevent nonce reuse across process restarts.</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Implement constant-time padding validation to prevent timing attacks.</a:t>
            </a:r>
          </a:p>
          <a:p>
            <a:r>
              <a:rPr lang="ru-RU" sz="2000">
                <a:highlight>
                  <a:srgbClr val="FFFFFF"/>
                </a:highlight>
                <a:latin typeface="Times New Roman"/>
                <a:cs typeface="Times New Roman"/>
              </a:rPr>
              <a:t>Never roll your own crypto: use standardized modes and implementations.</a:t>
            </a:r>
          </a:p>
          <a:p>
            <a:endParaRPr lang="ru-RU" sz="2000">
              <a:latin typeface="Times New Roman"/>
              <a:cs typeface="Times New Roman"/>
            </a:endParaRPr>
          </a:p>
        </p:txBody>
      </p:sp>
    </p:spTree>
    <p:extLst>
      <p:ext uri="{BB962C8B-B14F-4D97-AF65-F5344CB8AC3E}">
        <p14:creationId xmlns:p14="http://schemas.microsoft.com/office/powerpoint/2010/main" val="36279785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6AEE8B2A-9433-BC0B-6773-8E9DABF0DAAC}"/>
              </a:ext>
            </a:extLst>
          </p:cNvPr>
          <p:cNvSpPr>
            <a:spLocks noGrp="1"/>
          </p:cNvSpPr>
          <p:nvPr>
            <p:ph type="title"/>
          </p:nvPr>
        </p:nvSpPr>
        <p:spPr>
          <a:xfrm>
            <a:off x="1371599" y="294538"/>
            <a:ext cx="9895951" cy="1033669"/>
          </a:xfrm>
        </p:spPr>
        <p:txBody>
          <a:bodyPr>
            <a:normAutofit/>
          </a:bodyPr>
          <a:lstStyle/>
          <a:p>
            <a:r>
              <a:rPr lang="ru-RU" sz="4000" b="1" dirty="0">
                <a:solidFill>
                  <a:srgbClr val="FFFFFF"/>
                </a:solidFill>
                <a:latin typeface="Times New Roman"/>
                <a:cs typeface="Times New Roman"/>
              </a:rPr>
              <a:t>7.2 </a:t>
            </a:r>
            <a:r>
              <a:rPr lang="ru-RU" sz="4000" b="1" err="1">
                <a:solidFill>
                  <a:srgbClr val="FFFFFF"/>
                </a:solidFill>
                <a:latin typeface="Times New Roman"/>
                <a:cs typeface="Times New Roman"/>
              </a:rPr>
              <a:t>Looking</a:t>
            </a:r>
            <a:r>
              <a:rPr lang="ru-RU" sz="4000" b="1" dirty="0">
                <a:solidFill>
                  <a:srgbClr val="FFFFFF"/>
                </a:solidFill>
                <a:latin typeface="Times New Roman"/>
                <a:cs typeface="Times New Roman"/>
              </a:rPr>
              <a:t> </a:t>
            </a:r>
            <a:r>
              <a:rPr lang="ru-RU" sz="4000" b="1" err="1">
                <a:solidFill>
                  <a:srgbClr val="FFFFFF"/>
                </a:solidFill>
                <a:latin typeface="Times New Roman"/>
                <a:cs typeface="Times New Roman"/>
              </a:rPr>
              <a:t>Forward</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2476FF63-218D-3B78-9933-6EDD81A1C5F0}"/>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ru-RU" sz="2000" b="1" dirty="0">
                <a:highlight>
                  <a:srgbClr val="FFFFFF"/>
                </a:highlight>
                <a:latin typeface="Times New Roman"/>
                <a:cs typeface="Times New Roman"/>
              </a:rPr>
              <a:t>Next </a:t>
            </a:r>
            <a:r>
              <a:rPr lang="ru-RU" sz="2000" b="1" dirty="0" err="1">
                <a:highlight>
                  <a:srgbClr val="FFFFFF"/>
                </a:highlight>
                <a:latin typeface="Times New Roman"/>
                <a:cs typeface="Times New Roman"/>
              </a:rPr>
              <a:t>Lecture</a:t>
            </a:r>
            <a:r>
              <a:rPr lang="ru-RU" sz="2000" b="1" dirty="0">
                <a:highlight>
                  <a:srgbClr val="FFFFFF"/>
                </a:highlight>
                <a:latin typeface="Times New Roman"/>
                <a:cs typeface="Times New Roman"/>
              </a:rPr>
              <a:t> (Week 4): </a:t>
            </a:r>
            <a:r>
              <a:rPr lang="ru-RU" sz="2000" dirty="0">
                <a:highlight>
                  <a:srgbClr val="FFFFFF"/>
                </a:highlight>
                <a:latin typeface="Times New Roman"/>
                <a:cs typeface="Times New Roman"/>
              </a:rPr>
              <a:t>Stream </a:t>
            </a:r>
            <a:r>
              <a:rPr lang="ru-RU" sz="2000" dirty="0" err="1">
                <a:highlight>
                  <a:srgbClr val="FFFFFF"/>
                </a:highlight>
                <a:latin typeface="Times New Roman"/>
                <a:cs typeface="Times New Roman"/>
              </a:rPr>
              <a:t>Ciphers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and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Authenticated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Encryption</a:t>
            </a:r>
            <a:r>
              <a:rPr lang="ru-RU" sz="2000" dirty="0">
                <a:highlight>
                  <a:srgbClr val="FFFFFF"/>
                </a:highlight>
                <a:latin typeface="Times New Roman"/>
                <a:cs typeface="Times New Roman"/>
              </a:rPr>
              <a:t>. We </a:t>
            </a:r>
            <a:r>
              <a:rPr lang="ru-RU" sz="2000" dirty="0" err="1">
                <a:highlight>
                  <a:srgbClr val="FFFFFF"/>
                </a:highlight>
                <a:latin typeface="Times New Roman"/>
                <a:cs typeface="Times New Roman"/>
              </a:rPr>
              <a:t>will</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study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dedicated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stream</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cipher</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designs</a:t>
            </a:r>
            <a:r>
              <a:rPr lang="ru-RU" sz="2000" dirty="0">
                <a:highlight>
                  <a:srgbClr val="FFFFFF"/>
                </a:highlight>
                <a:latin typeface="Times New Roman"/>
                <a:cs typeface="Times New Roman"/>
              </a:rPr>
              <a:t> (ChaCha20, </a:t>
            </a:r>
            <a:r>
              <a:rPr lang="ru-RU" sz="2000" dirty="0" err="1">
                <a:highlight>
                  <a:srgbClr val="FFFFFF"/>
                </a:highlight>
                <a:latin typeface="Times New Roman"/>
                <a:cs typeface="Times New Roman"/>
              </a:rPr>
              <a:t>historical</a:t>
            </a:r>
            <a:r>
              <a:rPr lang="ru-RU" sz="2000" dirty="0">
                <a:highlight>
                  <a:srgbClr val="FFFFFF"/>
                </a:highlight>
                <a:latin typeface="Times New Roman"/>
                <a:cs typeface="Times New Roman"/>
              </a:rPr>
              <a:t> RC4), </a:t>
            </a:r>
            <a:r>
              <a:rPr lang="ru-RU" sz="2000" dirty="0" err="1">
                <a:highlight>
                  <a:srgbClr val="FFFFFF"/>
                </a:highlight>
                <a:latin typeface="Times New Roman"/>
                <a:cs typeface="Times New Roman"/>
              </a:rPr>
              <a:t>then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introduce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authenticated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encryption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modes</a:t>
            </a:r>
            <a:r>
              <a:rPr lang="ru-RU" sz="2000" dirty="0">
                <a:highlight>
                  <a:srgbClr val="FFFFFF"/>
                </a:highlight>
                <a:latin typeface="Times New Roman"/>
                <a:cs typeface="Times New Roman"/>
              </a:rPr>
              <a:t> (AES-GCM, ChaCha20-Poly1305) </a:t>
            </a:r>
            <a:r>
              <a:rPr lang="ru-RU" sz="2000" dirty="0" err="1">
                <a:highlight>
                  <a:srgbClr val="FFFFFF"/>
                </a:highlight>
                <a:latin typeface="Times New Roman"/>
                <a:cs typeface="Times New Roman"/>
              </a:rPr>
              <a:t>that</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provide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both</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confidentiality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and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integrity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in</a:t>
            </a:r>
            <a:r>
              <a:rPr lang="ru-RU" sz="2000" dirty="0">
                <a:highlight>
                  <a:srgbClr val="FFFFFF"/>
                </a:highlight>
                <a:latin typeface="Times New Roman"/>
                <a:cs typeface="Times New Roman"/>
              </a:rPr>
              <a:t> a </a:t>
            </a:r>
            <a:r>
              <a:rPr lang="ru-RU" sz="2000" dirty="0" err="1">
                <a:highlight>
                  <a:srgbClr val="FFFFFF"/>
                </a:highlight>
                <a:latin typeface="Times New Roman"/>
                <a:cs typeface="Times New Roman"/>
              </a:rPr>
              <a:t>single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construction</a:t>
            </a:r>
            <a:r>
              <a:rPr lang="ru-RU" sz="2000" dirty="0">
                <a:highlight>
                  <a:srgbClr val="FFFFFF"/>
                </a:highlight>
                <a:latin typeface="Times New Roman"/>
                <a:cs typeface="Times New Roman"/>
              </a:rPr>
              <a:t>. We </a:t>
            </a:r>
            <a:r>
              <a:rPr lang="ru-RU" sz="2000" dirty="0" err="1">
                <a:highlight>
                  <a:srgbClr val="FFFFFF"/>
                </a:highlight>
                <a:latin typeface="Times New Roman"/>
                <a:cs typeface="Times New Roman"/>
              </a:rPr>
              <a:t>will</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explore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why</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authentication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is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essential</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and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how</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to</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combine</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encryption</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and</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MACs</a:t>
            </a:r>
            <a:r>
              <a:rPr lang="ru-RU" sz="2000" dirty="0">
                <a:highlight>
                  <a:srgbClr val="FFFFFF"/>
                </a:highlight>
                <a:latin typeface="Times New Roman"/>
                <a:cs typeface="Times New Roman"/>
              </a:rPr>
              <a:t> </a:t>
            </a:r>
            <a:r>
              <a:rPr lang="ru-RU" sz="2000" dirty="0" err="1">
                <a:highlight>
                  <a:srgbClr val="FFFFFF"/>
                </a:highlight>
                <a:latin typeface="Times New Roman"/>
                <a:cs typeface="Times New Roman"/>
              </a:rPr>
              <a:t>correctly</a:t>
            </a:r>
            <a:r>
              <a:rPr lang="ru-RU" sz="2000" dirty="0">
                <a:highlight>
                  <a:srgbClr val="FFFFFF"/>
                </a:highlight>
                <a:latin typeface="Times New Roman"/>
                <a:cs typeface="Times New Roman"/>
              </a:rPr>
              <a:t>.</a:t>
            </a:r>
            <a:endParaRPr lang="ru-RU" dirty="0"/>
          </a:p>
        </p:txBody>
      </p:sp>
    </p:spTree>
    <p:extLst>
      <p:ext uri="{BB962C8B-B14F-4D97-AF65-F5344CB8AC3E}">
        <p14:creationId xmlns:p14="http://schemas.microsoft.com/office/powerpoint/2010/main" val="19040113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08522C28-B2BE-DD33-38D2-0864962F9B53}"/>
              </a:ext>
            </a:extLst>
          </p:cNvPr>
          <p:cNvSpPr>
            <a:spLocks noGrp="1"/>
          </p:cNvSpPr>
          <p:nvPr>
            <p:ph type="title"/>
          </p:nvPr>
        </p:nvSpPr>
        <p:spPr>
          <a:xfrm>
            <a:off x="1371599" y="294538"/>
            <a:ext cx="9895951" cy="1033669"/>
          </a:xfrm>
        </p:spPr>
        <p:txBody>
          <a:bodyPr>
            <a:normAutofit/>
          </a:bodyPr>
          <a:lstStyle/>
          <a:p>
            <a:r>
              <a:rPr lang="ru-RU" sz="4000" b="1">
                <a:solidFill>
                  <a:srgbClr val="FFFFFF"/>
                </a:solidFill>
                <a:latin typeface="Times New Roman"/>
                <a:cs typeface="Times New Roman"/>
              </a:rPr>
              <a:t>7.3 Preparation for Next Lecture</a:t>
            </a:r>
            <a:endParaRPr lang="ru-RU" sz="4000">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6BD9DB6F-BC49-93A4-03AA-1D92AC023505}"/>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ru-RU" sz="2000">
                <a:highlight>
                  <a:srgbClr val="FFFFFF"/>
                </a:highlight>
                <a:latin typeface="Times New Roman"/>
                <a:cs typeface="Times New Roman"/>
              </a:rPr>
              <a:t>Read Ferguson et al., Chapter 6: Message Authentication Codes</a:t>
            </a:r>
          </a:p>
          <a:p>
            <a:r>
              <a:rPr lang="ru-RU" sz="2000">
                <a:highlight>
                  <a:srgbClr val="FFFFFF"/>
                </a:highlight>
                <a:latin typeface="Times New Roman"/>
                <a:cs typeface="Times New Roman"/>
              </a:rPr>
              <a:t>Read Ferguson et al., Chapter 7: The Secure Channel</a:t>
            </a:r>
          </a:p>
          <a:p>
            <a:r>
              <a:rPr lang="en-US" sz="2000">
                <a:highlight>
                  <a:srgbClr val="FFFFFF"/>
                </a:highlight>
                <a:latin typeface="Times New Roman"/>
                <a:cs typeface="Times New Roman"/>
              </a:rPr>
              <a:t>Read Aumasson, Chapter 5: Stream Ciphers</a:t>
            </a:r>
            <a:endParaRPr lang="ru-RU" sz="2000">
              <a:highlight>
                <a:srgbClr val="FFFFFF"/>
              </a:highlight>
              <a:latin typeface="Times New Roman"/>
              <a:cs typeface="Times New Roman"/>
            </a:endParaRPr>
          </a:p>
          <a:p>
            <a:r>
              <a:rPr lang="en-US" sz="2000">
                <a:highlight>
                  <a:srgbClr val="FFFFFF"/>
                </a:highlight>
                <a:latin typeface="Times New Roman"/>
                <a:cs typeface="Times New Roman"/>
              </a:rPr>
              <a:t>Read Aumasson, Chapter 8: Authenticated Encryption</a:t>
            </a:r>
            <a:endParaRPr lang="ru-RU" sz="2000">
              <a:highlight>
                <a:srgbClr val="FFFFFF"/>
              </a:highlight>
              <a:latin typeface="Times New Roman"/>
              <a:cs typeface="Times New Roman"/>
            </a:endParaRPr>
          </a:p>
          <a:p>
            <a:r>
              <a:rPr lang="ru-RU" sz="2000">
                <a:highlight>
                  <a:srgbClr val="FFFFFF"/>
                </a:highlight>
                <a:latin typeface="Times New Roman"/>
                <a:cs typeface="Times New Roman"/>
              </a:rPr>
              <a:t>Lab 1 Due: Complete symmetric cipher implementation project.</a:t>
            </a:r>
          </a:p>
          <a:p>
            <a:endParaRPr lang="ru-RU" sz="2000">
              <a:latin typeface="Times New Roman"/>
              <a:cs typeface="Times New Roman"/>
            </a:endParaRPr>
          </a:p>
        </p:txBody>
      </p:sp>
    </p:spTree>
    <p:extLst>
      <p:ext uri="{BB962C8B-B14F-4D97-AF65-F5344CB8AC3E}">
        <p14:creationId xmlns:p14="http://schemas.microsoft.com/office/powerpoint/2010/main" val="39385244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Заголовок 1">
            <a:extLst>
              <a:ext uri="{FF2B5EF4-FFF2-40B4-BE49-F238E27FC236}">
                <a16:creationId xmlns:a16="http://schemas.microsoft.com/office/drawing/2014/main" id="{01318B7A-8C03-89DC-9E9B-7EFBB3A83CF5}"/>
              </a:ext>
            </a:extLst>
          </p:cNvPr>
          <p:cNvSpPr>
            <a:spLocks noGrp="1"/>
          </p:cNvSpPr>
          <p:nvPr>
            <p:ph type="title"/>
          </p:nvPr>
        </p:nvSpPr>
        <p:spPr>
          <a:xfrm>
            <a:off x="1371599" y="294538"/>
            <a:ext cx="9895951" cy="1033669"/>
          </a:xfrm>
        </p:spPr>
        <p:txBody>
          <a:bodyPr>
            <a:normAutofit/>
          </a:bodyPr>
          <a:lstStyle/>
          <a:p>
            <a:r>
              <a:rPr lang="ru-RU" sz="4000" b="1" err="1">
                <a:solidFill>
                  <a:srgbClr val="FFFFFF"/>
                </a:solidFill>
                <a:latin typeface="Times New Roman"/>
                <a:cs typeface="Times New Roman"/>
              </a:rPr>
              <a:t>References</a:t>
            </a:r>
            <a:endParaRPr lang="ru-RU" sz="4000" b="1">
              <a:solidFill>
                <a:srgbClr val="FFFFFF"/>
              </a:solidFill>
              <a:latin typeface="Times New Roman"/>
              <a:cs typeface="Times New Roman"/>
            </a:endParaRPr>
          </a:p>
        </p:txBody>
      </p:sp>
      <p:sp>
        <p:nvSpPr>
          <p:cNvPr id="3" name="Объект 2">
            <a:extLst>
              <a:ext uri="{FF2B5EF4-FFF2-40B4-BE49-F238E27FC236}">
                <a16:creationId xmlns:a16="http://schemas.microsoft.com/office/drawing/2014/main" id="{5EE41D21-4FD4-7612-EC41-1EEFA255269D}"/>
              </a:ext>
            </a:extLst>
          </p:cNvPr>
          <p:cNvSpPr>
            <a:spLocks noGrp="1"/>
          </p:cNvSpPr>
          <p:nvPr>
            <p:ph idx="1"/>
          </p:nvPr>
        </p:nvSpPr>
        <p:spPr>
          <a:xfrm>
            <a:off x="1371599" y="2318197"/>
            <a:ext cx="9724031" cy="3683358"/>
          </a:xfrm>
        </p:spPr>
        <p:txBody>
          <a:bodyPr vert="horz" lIns="91440" tIns="45720" rIns="91440" bIns="45720" rtlCol="0" anchor="ctr">
            <a:noAutofit/>
          </a:bodyPr>
          <a:lstStyle/>
          <a:p>
            <a:r>
              <a:rPr lang="en-US" sz="1800" err="1">
                <a:highlight>
                  <a:srgbClr val="FFE5E5"/>
                </a:highlight>
                <a:latin typeface="Times New Roman"/>
                <a:cs typeface="Times New Roman"/>
              </a:rPr>
              <a:t>Aumasson</a:t>
            </a:r>
            <a:r>
              <a:rPr lang="en-US" sz="1800" dirty="0">
                <a:highlight>
                  <a:srgbClr val="FFFFFF"/>
                </a:highlight>
                <a:latin typeface="Times New Roman"/>
                <a:cs typeface="Times New Roman"/>
              </a:rPr>
              <a:t>, J.-P. (2018). </a:t>
            </a:r>
            <a:r>
              <a:rPr lang="en-US" sz="1800" i="1" dirty="0">
                <a:highlight>
                  <a:srgbClr val="FFFFFF"/>
                </a:highlight>
                <a:latin typeface="Times New Roman"/>
                <a:cs typeface="Times New Roman"/>
              </a:rPr>
              <a:t>Serious cryptography: A practical introduction to modern encryption</a:t>
            </a:r>
            <a:r>
              <a:rPr lang="en-US" sz="1800" dirty="0">
                <a:highlight>
                  <a:srgbClr val="FFFFFF"/>
                </a:highlight>
                <a:latin typeface="Times New Roman"/>
                <a:cs typeface="Times New Roman"/>
              </a:rPr>
              <a:t>. No Starch Press.</a:t>
            </a:r>
            <a:endParaRPr lang="ru-RU" sz="1800" dirty="0">
              <a:highlight>
                <a:srgbClr val="FFFFFF"/>
              </a:highlight>
              <a:latin typeface="Times New Roman"/>
              <a:cs typeface="Times New Roman"/>
            </a:endParaRPr>
          </a:p>
          <a:p>
            <a:r>
              <a:rPr lang="ru-RU" sz="1800" err="1">
                <a:highlight>
                  <a:srgbClr val="FFFFFF"/>
                </a:highlight>
                <a:latin typeface="Times New Roman"/>
                <a:cs typeface="Times New Roman"/>
              </a:rPr>
              <a:t>Dworkin</a:t>
            </a:r>
            <a:r>
              <a:rPr lang="ru-RU" sz="1800" dirty="0">
                <a:highlight>
                  <a:srgbClr val="FFFFFF"/>
                </a:highlight>
                <a:latin typeface="Times New Roman"/>
                <a:cs typeface="Times New Roman"/>
              </a:rPr>
              <a:t>, M. (2001). </a:t>
            </a:r>
            <a:r>
              <a:rPr lang="ru-RU" sz="1800" i="1" err="1">
                <a:highlight>
                  <a:srgbClr val="FFFFFF"/>
                </a:highlight>
                <a:latin typeface="Times New Roman"/>
                <a:cs typeface="Times New Roman"/>
              </a:rPr>
              <a:t>Recommendation</a:t>
            </a:r>
            <a:r>
              <a:rPr lang="ru-RU" sz="1800" i="1" dirty="0">
                <a:highlight>
                  <a:srgbClr val="FFFFFF"/>
                </a:highlight>
                <a:latin typeface="Times New Roman"/>
                <a:cs typeface="Times New Roman"/>
              </a:rPr>
              <a:t> </a:t>
            </a:r>
            <a:r>
              <a:rPr lang="ru-RU" sz="1800" i="1" err="1">
                <a:highlight>
                  <a:srgbClr val="FFFFFF"/>
                </a:highlight>
                <a:latin typeface="Times New Roman"/>
                <a:cs typeface="Times New Roman"/>
              </a:rPr>
              <a:t>for</a:t>
            </a:r>
            <a:r>
              <a:rPr lang="ru-RU" sz="1800" i="1" dirty="0">
                <a:highlight>
                  <a:srgbClr val="FFFFFF"/>
                </a:highlight>
                <a:latin typeface="Times New Roman"/>
                <a:cs typeface="Times New Roman"/>
              </a:rPr>
              <a:t> </a:t>
            </a:r>
            <a:r>
              <a:rPr lang="ru-RU" sz="1800" i="1" err="1">
                <a:highlight>
                  <a:srgbClr val="FFFFFF"/>
                </a:highlight>
                <a:latin typeface="Times New Roman"/>
                <a:cs typeface="Times New Roman"/>
              </a:rPr>
              <a:t>block</a:t>
            </a:r>
            <a:r>
              <a:rPr lang="ru-RU" sz="1800" i="1" dirty="0">
                <a:highlight>
                  <a:srgbClr val="FFFFFF"/>
                </a:highlight>
                <a:latin typeface="Times New Roman"/>
                <a:cs typeface="Times New Roman"/>
              </a:rPr>
              <a:t> </a:t>
            </a:r>
            <a:r>
              <a:rPr lang="ru-RU" sz="1800" i="1" err="1">
                <a:highlight>
                  <a:srgbClr val="FFFFFF"/>
                </a:highlight>
                <a:latin typeface="Times New Roman"/>
                <a:cs typeface="Times New Roman"/>
              </a:rPr>
              <a:t>cipher</a:t>
            </a:r>
            <a:r>
              <a:rPr lang="ru-RU" sz="1800" i="1" dirty="0">
                <a:highlight>
                  <a:srgbClr val="FFFFFF"/>
                </a:highlight>
                <a:latin typeface="Times New Roman"/>
                <a:cs typeface="Times New Roman"/>
              </a:rPr>
              <a:t> </a:t>
            </a:r>
            <a:r>
              <a:rPr lang="ru-RU" sz="1800" i="1" err="1">
                <a:highlight>
                  <a:srgbClr val="FFFFFF"/>
                </a:highlight>
                <a:latin typeface="Times New Roman"/>
                <a:cs typeface="Times New Roman"/>
              </a:rPr>
              <a:t>modes</a:t>
            </a:r>
            <a:r>
              <a:rPr lang="ru-RU" sz="1800" i="1" dirty="0">
                <a:highlight>
                  <a:srgbClr val="FFFFFF"/>
                </a:highlight>
                <a:latin typeface="Times New Roman"/>
                <a:cs typeface="Times New Roman"/>
              </a:rPr>
              <a:t> </a:t>
            </a:r>
            <a:r>
              <a:rPr lang="ru-RU" sz="1800" i="1" err="1">
                <a:highlight>
                  <a:srgbClr val="FFFFFF"/>
                </a:highlight>
                <a:latin typeface="Times New Roman"/>
                <a:cs typeface="Times New Roman"/>
              </a:rPr>
              <a:t>of</a:t>
            </a:r>
            <a:r>
              <a:rPr lang="ru-RU" sz="1800" i="1" dirty="0">
                <a:highlight>
                  <a:srgbClr val="FFFFFF"/>
                </a:highlight>
                <a:latin typeface="Times New Roman"/>
                <a:cs typeface="Times New Roman"/>
              </a:rPr>
              <a:t> </a:t>
            </a:r>
            <a:r>
              <a:rPr lang="ru-RU" sz="1800" i="1" err="1">
                <a:highlight>
                  <a:srgbClr val="FFFFFF"/>
                </a:highlight>
                <a:latin typeface="Times New Roman"/>
                <a:cs typeface="Times New Roman"/>
              </a:rPr>
              <a:t>operation</a:t>
            </a:r>
            <a:r>
              <a:rPr lang="ru-RU" sz="1800" dirty="0">
                <a:highlight>
                  <a:srgbClr val="FFFFFF"/>
                </a:highlight>
                <a:latin typeface="Times New Roman"/>
                <a:cs typeface="Times New Roman"/>
              </a:rPr>
              <a:t> (NIST Special </a:t>
            </a:r>
            <a:r>
              <a:rPr lang="ru-RU" sz="1800" err="1">
                <a:highlight>
                  <a:srgbClr val="FFFFFF"/>
                </a:highlight>
                <a:latin typeface="Times New Roman"/>
                <a:cs typeface="Times New Roman"/>
              </a:rPr>
              <a:t>Publication</a:t>
            </a:r>
            <a:r>
              <a:rPr lang="ru-RU" sz="1800" dirty="0">
                <a:highlight>
                  <a:srgbClr val="FFFFFF"/>
                </a:highlight>
                <a:latin typeface="Times New Roman"/>
                <a:cs typeface="Times New Roman"/>
              </a:rPr>
              <a:t> 800-38A). National Institute </a:t>
            </a:r>
            <a:r>
              <a:rPr lang="ru-RU" sz="1800" err="1">
                <a:highlight>
                  <a:srgbClr val="FFFFFF"/>
                </a:highlight>
                <a:latin typeface="Times New Roman"/>
                <a:cs typeface="Times New Roman"/>
              </a:rPr>
              <a:t>of</a:t>
            </a:r>
            <a:r>
              <a:rPr lang="ru-RU" sz="1800" dirty="0">
                <a:highlight>
                  <a:srgbClr val="FFFFFF"/>
                </a:highlight>
                <a:latin typeface="Times New Roman"/>
                <a:cs typeface="Times New Roman"/>
              </a:rPr>
              <a:t> Standards </a:t>
            </a:r>
            <a:r>
              <a:rPr lang="ru-RU" sz="1800" err="1">
                <a:highlight>
                  <a:srgbClr val="FFFFFF"/>
                </a:highlight>
                <a:latin typeface="Times New Roman"/>
                <a:cs typeface="Times New Roman"/>
              </a:rPr>
              <a:t>and</a:t>
            </a:r>
            <a:r>
              <a:rPr lang="ru-RU" sz="1800" dirty="0">
                <a:highlight>
                  <a:srgbClr val="FFFFFF"/>
                </a:highlight>
                <a:latin typeface="Times New Roman"/>
                <a:cs typeface="Times New Roman"/>
              </a:rPr>
              <a:t> Technology.</a:t>
            </a:r>
          </a:p>
          <a:p>
            <a:r>
              <a:rPr lang="ru-RU" sz="1800" err="1">
                <a:highlight>
                  <a:srgbClr val="FFFFFF"/>
                </a:highlight>
                <a:latin typeface="Times New Roman"/>
                <a:cs typeface="Times New Roman"/>
              </a:rPr>
              <a:t>Ferguson</a:t>
            </a:r>
            <a:r>
              <a:rPr lang="ru-RU" sz="1800" dirty="0">
                <a:highlight>
                  <a:srgbClr val="FFFFFF"/>
                </a:highlight>
                <a:latin typeface="Times New Roman"/>
                <a:cs typeface="Times New Roman"/>
              </a:rPr>
              <a:t>, N., </a:t>
            </a:r>
            <a:r>
              <a:rPr lang="ru-RU" sz="1800" err="1">
                <a:highlight>
                  <a:srgbClr val="FFFFFF"/>
                </a:highlight>
                <a:latin typeface="Times New Roman"/>
                <a:cs typeface="Times New Roman"/>
              </a:rPr>
              <a:t>Schneier</a:t>
            </a:r>
            <a:r>
              <a:rPr lang="ru-RU" sz="1800" dirty="0">
                <a:highlight>
                  <a:srgbClr val="FFFFFF"/>
                </a:highlight>
                <a:latin typeface="Times New Roman"/>
                <a:cs typeface="Times New Roman"/>
              </a:rPr>
              <a:t>, B., &amp; </a:t>
            </a:r>
            <a:r>
              <a:rPr lang="ru-RU" sz="1800" err="1">
                <a:highlight>
                  <a:srgbClr val="FFFFFF"/>
                </a:highlight>
                <a:latin typeface="Times New Roman"/>
                <a:cs typeface="Times New Roman"/>
              </a:rPr>
              <a:t>Kohno</a:t>
            </a:r>
            <a:r>
              <a:rPr lang="ru-RU" sz="1800" dirty="0">
                <a:highlight>
                  <a:srgbClr val="FFFFFF"/>
                </a:highlight>
                <a:latin typeface="Times New Roman"/>
                <a:cs typeface="Times New Roman"/>
              </a:rPr>
              <a:t>, T. (2010). </a:t>
            </a:r>
            <a:r>
              <a:rPr lang="ru-RU" sz="1800" i="1" err="1">
                <a:highlight>
                  <a:srgbClr val="FFFFFF"/>
                </a:highlight>
                <a:latin typeface="Times New Roman"/>
                <a:cs typeface="Times New Roman"/>
              </a:rPr>
              <a:t>Cryptography</a:t>
            </a:r>
            <a:r>
              <a:rPr lang="ru-RU" sz="1800" i="1" dirty="0">
                <a:highlight>
                  <a:srgbClr val="FFFFFF"/>
                </a:highlight>
                <a:latin typeface="Times New Roman"/>
                <a:cs typeface="Times New Roman"/>
              </a:rPr>
              <a:t> </a:t>
            </a:r>
            <a:r>
              <a:rPr lang="ru-RU" sz="1800" i="1" err="1">
                <a:highlight>
                  <a:srgbClr val="FFFFFF"/>
                </a:highlight>
                <a:latin typeface="Times New Roman"/>
                <a:cs typeface="Times New Roman"/>
              </a:rPr>
              <a:t>engineering</a:t>
            </a:r>
            <a:r>
              <a:rPr lang="ru-RU" sz="1800" i="1" dirty="0">
                <a:highlight>
                  <a:srgbClr val="FFFFFF"/>
                </a:highlight>
                <a:latin typeface="Times New Roman"/>
                <a:cs typeface="Times New Roman"/>
              </a:rPr>
              <a:t>: Design </a:t>
            </a:r>
            <a:r>
              <a:rPr lang="ru-RU" sz="1800" i="1" err="1">
                <a:highlight>
                  <a:srgbClr val="FFFFFF"/>
                </a:highlight>
                <a:latin typeface="Times New Roman"/>
                <a:cs typeface="Times New Roman"/>
              </a:rPr>
              <a:t>principles</a:t>
            </a:r>
            <a:r>
              <a:rPr lang="ru-RU" sz="1800" i="1" dirty="0">
                <a:highlight>
                  <a:srgbClr val="FFFFFF"/>
                </a:highlight>
                <a:latin typeface="Times New Roman"/>
                <a:cs typeface="Times New Roman"/>
              </a:rPr>
              <a:t> </a:t>
            </a:r>
            <a:r>
              <a:rPr lang="ru-RU" sz="1800" i="1" err="1">
                <a:highlight>
                  <a:srgbClr val="FFFFFF"/>
                </a:highlight>
                <a:latin typeface="Times New Roman"/>
                <a:cs typeface="Times New Roman"/>
              </a:rPr>
              <a:t>and</a:t>
            </a:r>
            <a:r>
              <a:rPr lang="ru-RU" sz="1800" i="1" dirty="0">
                <a:highlight>
                  <a:srgbClr val="FFFFFF"/>
                </a:highlight>
                <a:latin typeface="Times New Roman"/>
                <a:cs typeface="Times New Roman"/>
              </a:rPr>
              <a:t> </a:t>
            </a:r>
            <a:r>
              <a:rPr lang="ru-RU" sz="1800" i="1" err="1">
                <a:highlight>
                  <a:srgbClr val="FFFFFF"/>
                </a:highlight>
                <a:latin typeface="Times New Roman"/>
                <a:cs typeface="Times New Roman"/>
              </a:rPr>
              <a:t>practical</a:t>
            </a:r>
            <a:r>
              <a:rPr lang="ru-RU" sz="1800" i="1" dirty="0">
                <a:highlight>
                  <a:srgbClr val="FFFFFF"/>
                </a:highlight>
                <a:latin typeface="Times New Roman"/>
                <a:cs typeface="Times New Roman"/>
              </a:rPr>
              <a:t> </a:t>
            </a:r>
            <a:r>
              <a:rPr lang="ru-RU" sz="1800" i="1" err="1">
                <a:highlight>
                  <a:srgbClr val="FFFFFF"/>
                </a:highlight>
                <a:latin typeface="Times New Roman"/>
                <a:cs typeface="Times New Roman"/>
              </a:rPr>
              <a:t>applications</a:t>
            </a:r>
            <a:r>
              <a:rPr lang="ru-RU" sz="1800" dirty="0">
                <a:highlight>
                  <a:srgbClr val="FFFFFF"/>
                </a:highlight>
                <a:latin typeface="Times New Roman"/>
                <a:cs typeface="Times New Roman"/>
              </a:rPr>
              <a:t>. </a:t>
            </a:r>
            <a:r>
              <a:rPr lang="ru-RU" sz="1800" err="1">
                <a:highlight>
                  <a:srgbClr val="FFFFFF"/>
                </a:highlight>
                <a:latin typeface="Times New Roman"/>
                <a:cs typeface="Times New Roman"/>
              </a:rPr>
              <a:t>Wiley</a:t>
            </a:r>
            <a:r>
              <a:rPr lang="ru-RU" sz="1800" dirty="0">
                <a:highlight>
                  <a:srgbClr val="FFFFFF"/>
                </a:highlight>
                <a:latin typeface="Times New Roman"/>
                <a:cs typeface="Times New Roman"/>
              </a:rPr>
              <a:t> Publishing, Inc.</a:t>
            </a:r>
          </a:p>
          <a:p>
            <a:r>
              <a:rPr lang="ru-RU" sz="1800" err="1">
                <a:highlight>
                  <a:srgbClr val="FFFFFF"/>
                </a:highlight>
                <a:latin typeface="Times New Roman"/>
                <a:cs typeface="Times New Roman"/>
              </a:rPr>
              <a:t>McGrew</a:t>
            </a:r>
            <a:r>
              <a:rPr lang="ru-RU" sz="1800" dirty="0">
                <a:highlight>
                  <a:srgbClr val="FFFFFF"/>
                </a:highlight>
                <a:latin typeface="Times New Roman"/>
                <a:cs typeface="Times New Roman"/>
              </a:rPr>
              <a:t>, D. A., &amp; </a:t>
            </a:r>
            <a:r>
              <a:rPr lang="ru-RU" sz="1800" err="1">
                <a:highlight>
                  <a:srgbClr val="FFFFFF"/>
                </a:highlight>
                <a:latin typeface="Times New Roman"/>
                <a:cs typeface="Times New Roman"/>
              </a:rPr>
              <a:t>Viega</a:t>
            </a:r>
            <a:r>
              <a:rPr lang="ru-RU" sz="1800" dirty="0">
                <a:highlight>
                  <a:srgbClr val="FFFFFF"/>
                </a:highlight>
                <a:latin typeface="Times New Roman"/>
                <a:cs typeface="Times New Roman"/>
              </a:rPr>
              <a:t>, J. (2004). The </a:t>
            </a:r>
            <a:r>
              <a:rPr lang="ru-RU" sz="1800" err="1">
                <a:highlight>
                  <a:srgbClr val="FFFFFF"/>
                </a:highlight>
                <a:latin typeface="Times New Roman"/>
                <a:cs typeface="Times New Roman"/>
              </a:rPr>
              <a:t>security</a:t>
            </a:r>
            <a:r>
              <a:rPr lang="ru-RU" sz="1800" dirty="0">
                <a:highlight>
                  <a:srgbClr val="FFFFFF"/>
                </a:highlight>
                <a:latin typeface="Times New Roman"/>
                <a:cs typeface="Times New Roman"/>
              </a:rPr>
              <a:t> </a:t>
            </a:r>
            <a:r>
              <a:rPr lang="ru-RU" sz="1800" err="1">
                <a:highlight>
                  <a:srgbClr val="FFFFFF"/>
                </a:highlight>
                <a:latin typeface="Times New Roman"/>
                <a:cs typeface="Times New Roman"/>
              </a:rPr>
              <a:t>and</a:t>
            </a:r>
            <a:r>
              <a:rPr lang="ru-RU" sz="1800" dirty="0">
                <a:highlight>
                  <a:srgbClr val="FFFFFF"/>
                </a:highlight>
                <a:latin typeface="Times New Roman"/>
                <a:cs typeface="Times New Roman"/>
              </a:rPr>
              <a:t> </a:t>
            </a:r>
            <a:r>
              <a:rPr lang="ru-RU" sz="1800" err="1">
                <a:highlight>
                  <a:srgbClr val="FFFFFF"/>
                </a:highlight>
                <a:latin typeface="Times New Roman"/>
                <a:cs typeface="Times New Roman"/>
              </a:rPr>
              <a:t>performance</a:t>
            </a:r>
            <a:r>
              <a:rPr lang="ru-RU" sz="1800" dirty="0">
                <a:highlight>
                  <a:srgbClr val="FFFFFF"/>
                </a:highlight>
                <a:latin typeface="Times New Roman"/>
                <a:cs typeface="Times New Roman"/>
              </a:rPr>
              <a:t> </a:t>
            </a:r>
            <a:r>
              <a:rPr lang="ru-RU" sz="1800" err="1">
                <a:highlight>
                  <a:srgbClr val="FFFFFF"/>
                </a:highlight>
                <a:latin typeface="Times New Roman"/>
                <a:cs typeface="Times New Roman"/>
              </a:rPr>
              <a:t>of</a:t>
            </a:r>
            <a:r>
              <a:rPr lang="ru-RU" sz="1800" dirty="0">
                <a:highlight>
                  <a:srgbClr val="FFFFFF"/>
                </a:highlight>
                <a:latin typeface="Times New Roman"/>
                <a:cs typeface="Times New Roman"/>
              </a:rPr>
              <a:t> </a:t>
            </a:r>
            <a:r>
              <a:rPr lang="ru-RU" sz="1800" err="1">
                <a:highlight>
                  <a:srgbClr val="FFFFFF"/>
                </a:highlight>
                <a:latin typeface="Times New Roman"/>
                <a:cs typeface="Times New Roman"/>
              </a:rPr>
              <a:t>the</a:t>
            </a:r>
            <a:r>
              <a:rPr lang="ru-RU" sz="1800" dirty="0">
                <a:highlight>
                  <a:srgbClr val="FFFFFF"/>
                </a:highlight>
                <a:latin typeface="Times New Roman"/>
                <a:cs typeface="Times New Roman"/>
              </a:rPr>
              <a:t> </a:t>
            </a:r>
            <a:r>
              <a:rPr lang="ru-RU" sz="1800" err="1">
                <a:highlight>
                  <a:srgbClr val="FFFFFF"/>
                </a:highlight>
                <a:latin typeface="Times New Roman"/>
                <a:cs typeface="Times New Roman"/>
              </a:rPr>
              <a:t>Galois</a:t>
            </a:r>
            <a:r>
              <a:rPr lang="ru-RU" sz="1800" dirty="0">
                <a:highlight>
                  <a:srgbClr val="FFFFFF"/>
                </a:highlight>
                <a:latin typeface="Times New Roman"/>
                <a:cs typeface="Times New Roman"/>
              </a:rPr>
              <a:t>/Counter Mode (GCM) </a:t>
            </a:r>
            <a:r>
              <a:rPr lang="ru-RU" sz="1800" err="1">
                <a:highlight>
                  <a:srgbClr val="FFFFFF"/>
                </a:highlight>
                <a:latin typeface="Times New Roman"/>
                <a:cs typeface="Times New Roman"/>
              </a:rPr>
              <a:t>of</a:t>
            </a:r>
            <a:r>
              <a:rPr lang="ru-RU" sz="1800" dirty="0">
                <a:highlight>
                  <a:srgbClr val="FFFFFF"/>
                </a:highlight>
                <a:latin typeface="Times New Roman"/>
                <a:cs typeface="Times New Roman"/>
              </a:rPr>
              <a:t> </a:t>
            </a:r>
            <a:r>
              <a:rPr lang="ru-RU" sz="1800" err="1">
                <a:highlight>
                  <a:srgbClr val="FFFFFF"/>
                </a:highlight>
                <a:latin typeface="Times New Roman"/>
                <a:cs typeface="Times New Roman"/>
              </a:rPr>
              <a:t>operation</a:t>
            </a:r>
            <a:r>
              <a:rPr lang="ru-RU" sz="1800" dirty="0">
                <a:highlight>
                  <a:srgbClr val="FFFFFF"/>
                </a:highlight>
                <a:latin typeface="Times New Roman"/>
                <a:cs typeface="Times New Roman"/>
              </a:rPr>
              <a:t>. In </a:t>
            </a:r>
            <a:r>
              <a:rPr lang="ru-RU" sz="1800" i="1" err="1">
                <a:highlight>
                  <a:srgbClr val="FFFFFF"/>
                </a:highlight>
                <a:latin typeface="Times New Roman"/>
                <a:cs typeface="Times New Roman"/>
              </a:rPr>
              <a:t>Progress</a:t>
            </a:r>
            <a:r>
              <a:rPr lang="ru-RU" sz="1800" i="1" dirty="0">
                <a:highlight>
                  <a:srgbClr val="FFFFFF"/>
                </a:highlight>
                <a:latin typeface="Times New Roman"/>
                <a:cs typeface="Times New Roman"/>
              </a:rPr>
              <a:t> </a:t>
            </a:r>
            <a:r>
              <a:rPr lang="ru-RU" sz="1800" i="1" err="1">
                <a:highlight>
                  <a:srgbClr val="FFFFFF"/>
                </a:highlight>
                <a:latin typeface="Times New Roman"/>
                <a:cs typeface="Times New Roman"/>
              </a:rPr>
              <a:t>in</a:t>
            </a:r>
            <a:r>
              <a:rPr lang="ru-RU" sz="1800" i="1" dirty="0">
                <a:highlight>
                  <a:srgbClr val="FFFFFF"/>
                </a:highlight>
                <a:latin typeface="Times New Roman"/>
                <a:cs typeface="Times New Roman"/>
              </a:rPr>
              <a:t> </a:t>
            </a:r>
            <a:r>
              <a:rPr lang="ru-RU" sz="1800" i="1" err="1">
                <a:highlight>
                  <a:srgbClr val="FFFFFF"/>
                </a:highlight>
                <a:latin typeface="Times New Roman"/>
                <a:cs typeface="Times New Roman"/>
              </a:rPr>
              <a:t>Cryptology</a:t>
            </a:r>
            <a:r>
              <a:rPr lang="ru-RU" sz="1800" i="1" dirty="0">
                <a:highlight>
                  <a:srgbClr val="FFFFFF"/>
                </a:highlight>
                <a:latin typeface="Times New Roman"/>
                <a:cs typeface="Times New Roman"/>
              </a:rPr>
              <a:t>—INDOCRYPT 2004</a:t>
            </a:r>
            <a:r>
              <a:rPr lang="ru-RU" sz="1800" dirty="0">
                <a:highlight>
                  <a:srgbClr val="FFFFFF"/>
                </a:highlight>
                <a:latin typeface="Times New Roman"/>
                <a:cs typeface="Times New Roman"/>
              </a:rPr>
              <a:t> (</a:t>
            </a:r>
            <a:r>
              <a:rPr lang="ru-RU" sz="1800" err="1">
                <a:highlight>
                  <a:srgbClr val="FFFFFF"/>
                </a:highlight>
                <a:latin typeface="Times New Roman"/>
                <a:cs typeface="Times New Roman"/>
              </a:rPr>
              <a:t>pp</a:t>
            </a:r>
            <a:r>
              <a:rPr lang="ru-RU" sz="1800" dirty="0">
                <a:highlight>
                  <a:srgbClr val="FFFFFF"/>
                </a:highlight>
                <a:latin typeface="Times New Roman"/>
                <a:cs typeface="Times New Roman"/>
              </a:rPr>
              <a:t>. 343-355). Springer.</a:t>
            </a:r>
          </a:p>
          <a:p>
            <a:r>
              <a:rPr lang="en-US" sz="1800" err="1">
                <a:highlight>
                  <a:srgbClr val="FFFFFF"/>
                </a:highlight>
                <a:latin typeface="Times New Roman"/>
                <a:cs typeface="Times New Roman"/>
              </a:rPr>
              <a:t>Rogaway</a:t>
            </a:r>
            <a:r>
              <a:rPr lang="en-US" sz="1800" dirty="0">
                <a:highlight>
                  <a:srgbClr val="FFFFFF"/>
                </a:highlight>
                <a:latin typeface="Times New Roman"/>
                <a:cs typeface="Times New Roman"/>
              </a:rPr>
              <a:t>, P. (2011). Evaluation of some </a:t>
            </a:r>
            <a:r>
              <a:rPr lang="en-US" sz="1800" err="1">
                <a:highlight>
                  <a:srgbClr val="FFFFFF"/>
                </a:highlight>
                <a:latin typeface="Times New Roman"/>
                <a:cs typeface="Times New Roman"/>
              </a:rPr>
              <a:t>blockcipher</a:t>
            </a:r>
            <a:r>
              <a:rPr lang="en-US" sz="1800" dirty="0">
                <a:highlight>
                  <a:srgbClr val="FFFFFF"/>
                </a:highlight>
                <a:latin typeface="Times New Roman"/>
                <a:cs typeface="Times New Roman"/>
              </a:rPr>
              <a:t> modes of operation. </a:t>
            </a:r>
            <a:r>
              <a:rPr lang="en-US" sz="1800" i="1" dirty="0">
                <a:highlight>
                  <a:srgbClr val="FFFFFF"/>
                </a:highlight>
                <a:latin typeface="Times New Roman"/>
                <a:cs typeface="Times New Roman"/>
              </a:rPr>
              <a:t>Cryptography Research and Evaluation Committees (CRYPTREC)</a:t>
            </a:r>
            <a:r>
              <a:rPr lang="en-US" sz="1800" dirty="0">
                <a:highlight>
                  <a:srgbClr val="FFFFFF"/>
                </a:highlight>
                <a:latin typeface="Times New Roman"/>
                <a:cs typeface="Times New Roman"/>
              </a:rPr>
              <a:t> for the Government of Japan.</a:t>
            </a:r>
            <a:endParaRPr lang="ru-RU" sz="1800" dirty="0">
              <a:highlight>
                <a:srgbClr val="FFFFFF"/>
              </a:highlight>
              <a:latin typeface="Times New Roman"/>
              <a:cs typeface="Times New Roman"/>
            </a:endParaRPr>
          </a:p>
          <a:p>
            <a:r>
              <a:rPr lang="en-US" sz="1800" err="1">
                <a:highlight>
                  <a:srgbClr val="FFFFFF"/>
                </a:highlight>
                <a:latin typeface="Times New Roman"/>
                <a:cs typeface="Times New Roman"/>
              </a:rPr>
              <a:t>Rosulek</a:t>
            </a:r>
            <a:r>
              <a:rPr lang="en-US" sz="1800" dirty="0">
                <a:highlight>
                  <a:srgbClr val="FFFFFF"/>
                </a:highlight>
                <a:latin typeface="Times New Roman"/>
                <a:cs typeface="Times New Roman"/>
              </a:rPr>
              <a:t>, M. (2021). </a:t>
            </a:r>
            <a:r>
              <a:rPr lang="en-US" sz="1800" i="1" dirty="0">
                <a:highlight>
                  <a:srgbClr val="FFFFFF"/>
                </a:highlight>
                <a:latin typeface="Times New Roman"/>
                <a:cs typeface="Times New Roman"/>
              </a:rPr>
              <a:t>The joy of cryptography</a:t>
            </a:r>
            <a:r>
              <a:rPr lang="en-US" sz="1800" dirty="0">
                <a:highlight>
                  <a:srgbClr val="FFFFFF"/>
                </a:highlight>
                <a:latin typeface="Times New Roman"/>
                <a:cs typeface="Times New Roman"/>
              </a:rPr>
              <a:t>. Oregon State University. </a:t>
            </a:r>
            <a:r>
              <a:rPr lang="en-US" sz="1800" dirty="0">
                <a:highlight>
                  <a:srgbClr val="FFFFFF"/>
                </a:highlight>
                <a:latin typeface="Times New Roman"/>
                <a:cs typeface="Times New Roman"/>
                <a:hlinkClick r:id="rId2"/>
              </a:rPr>
              <a:t>https://joyofcryptography.com</a:t>
            </a:r>
            <a:endParaRPr lang="ru-RU" sz="1800" dirty="0">
              <a:highlight>
                <a:srgbClr val="FFFFFF"/>
              </a:highlight>
              <a:latin typeface="Times New Roman"/>
              <a:cs typeface="Times New Roman"/>
            </a:endParaRPr>
          </a:p>
          <a:p>
            <a:r>
              <a:rPr lang="en-US" sz="1800" err="1">
                <a:highlight>
                  <a:srgbClr val="FFFFFF"/>
                </a:highlight>
                <a:latin typeface="Times New Roman"/>
                <a:cs typeface="Times New Roman"/>
              </a:rPr>
              <a:t>Vaudenay</a:t>
            </a:r>
            <a:r>
              <a:rPr lang="en-US" sz="1800" dirty="0">
                <a:highlight>
                  <a:srgbClr val="FFFFFF"/>
                </a:highlight>
                <a:latin typeface="Times New Roman"/>
                <a:cs typeface="Times New Roman"/>
              </a:rPr>
              <a:t>, S. (2002). Security flaws induced by CBC padding—Applications to SSL, IPSEC, WTLS. In </a:t>
            </a:r>
            <a:r>
              <a:rPr lang="en-US" sz="1800" i="1" dirty="0">
                <a:highlight>
                  <a:srgbClr val="FFFFFF"/>
                </a:highlight>
                <a:latin typeface="Times New Roman"/>
                <a:cs typeface="Times New Roman"/>
              </a:rPr>
              <a:t>Advances in Cryptology—EUROCRYPT 2002</a:t>
            </a:r>
            <a:r>
              <a:rPr lang="en-US" sz="1800" dirty="0">
                <a:highlight>
                  <a:srgbClr val="FFFFFF"/>
                </a:highlight>
                <a:latin typeface="Times New Roman"/>
                <a:cs typeface="Times New Roman"/>
              </a:rPr>
              <a:t> (pp. 534-545). Springer.</a:t>
            </a:r>
            <a:endParaRPr lang="ru-RU" sz="1800" dirty="0">
              <a:highlight>
                <a:srgbClr val="FFFFFF"/>
              </a:highlight>
              <a:latin typeface="Times New Roman"/>
              <a:cs typeface="Times New Roman"/>
            </a:endParaRPr>
          </a:p>
          <a:p>
            <a:endParaRPr lang="ru-RU" sz="1800" dirty="0">
              <a:latin typeface="Times New Roman"/>
              <a:cs typeface="Times New Roman"/>
            </a:endParaRPr>
          </a:p>
        </p:txBody>
      </p:sp>
    </p:spTree>
    <p:extLst>
      <p:ext uri="{BB962C8B-B14F-4D97-AF65-F5344CB8AC3E}">
        <p14:creationId xmlns:p14="http://schemas.microsoft.com/office/powerpoint/2010/main" val="3980633743"/>
      </p:ext>
    </p:extLst>
  </p:cSld>
  <p:clrMapOvr>
    <a:masterClrMapping/>
  </p:clrMapOvr>
</p:sld>
</file>

<file path=ppt/theme/theme1.xml><?xml version="1.0" encoding="utf-8"?>
<a:theme xmlns:a="http://schemas.openxmlformats.org/drawingml/2006/main" name="Тема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A8D18DF04E7B24DB531D034DE08C523" ma:contentTypeVersion="3" ma:contentTypeDescription="Create a new document." ma:contentTypeScope="" ma:versionID="b8f428bb502a5d78b36408c0d350d9b2">
  <xsd:schema xmlns:xsd="http://www.w3.org/2001/XMLSchema" xmlns:xs="http://www.w3.org/2001/XMLSchema" xmlns:p="http://schemas.microsoft.com/office/2006/metadata/properties" xmlns:ns2="97039dda-64f8-41f1-b3d6-f92ff14c1096" targetNamespace="http://schemas.microsoft.com/office/2006/metadata/properties" ma:root="true" ma:fieldsID="c71adba50243d8c77707b0c12b57a4a4" ns2:_="">
    <xsd:import namespace="97039dda-64f8-41f1-b3d6-f92ff14c109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039dda-64f8-41f1-b3d6-f92ff14c10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FA1DCA-3496-4A61-A65D-DCC562FB94F3}">
  <ds:schemaRefs>
    <ds:schemaRef ds:uri="http://schemas.microsoft.com/sharepoint/v3/contenttype/forms"/>
  </ds:schemaRefs>
</ds:datastoreItem>
</file>

<file path=customXml/itemProps2.xml><?xml version="1.0" encoding="utf-8"?>
<ds:datastoreItem xmlns:ds="http://schemas.openxmlformats.org/officeDocument/2006/customXml" ds:itemID="{82D5979F-259B-4F17-BB4F-556472A49BD4}">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29FD5811-BCE0-46D1-A4FE-B0C305285C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7039dda-64f8-41f1-b3d6-f92ff14c109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203</TotalTime>
  <Words>5590</Words>
  <Application>Microsoft Office PowerPoint</Application>
  <PresentationFormat>Широкоэкранный</PresentationFormat>
  <Paragraphs>377</Paragraphs>
  <Slides>50</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50</vt:i4>
      </vt:variant>
    </vt:vector>
  </HeadingPairs>
  <TitlesOfParts>
    <vt:vector size="56" baseType="lpstr">
      <vt:lpstr>Aptos</vt:lpstr>
      <vt:lpstr>Aptos Display</vt:lpstr>
      <vt:lpstr>Arial</vt:lpstr>
      <vt:lpstr>Courier New</vt:lpstr>
      <vt:lpstr>Times New Roman</vt:lpstr>
      <vt:lpstr>Тема Office</vt:lpstr>
      <vt:lpstr>Lecture 3: Block Cipher Modes of Operation</vt:lpstr>
      <vt:lpstr>Agenda</vt:lpstr>
      <vt:lpstr>1.Introduction: The Need for Modes of Operation</vt:lpstr>
      <vt:lpstr>1.Introduction: The Need for Modes of Operation</vt:lpstr>
      <vt:lpstr>1.1 The Fundamental Problem</vt:lpstr>
      <vt:lpstr>1.2 Definition of Mode of Operation</vt:lpstr>
      <vt:lpstr>1.3 Security Requirements for Modes</vt:lpstr>
      <vt:lpstr>2.Electronic Codebook (ECB) Mode</vt:lpstr>
      <vt:lpstr>2. Electronic Codebook (ECB) Mode</vt:lpstr>
      <vt:lpstr>2.1 ECB Encryption and Decryption</vt:lpstr>
      <vt:lpstr>Example 2.1: ECB Encryption</vt:lpstr>
      <vt:lpstr>2.2 Critical Security Flaws in ECB</vt:lpstr>
      <vt:lpstr>2.2 Critical Security Flaws in ECB</vt:lpstr>
      <vt:lpstr>Example 2.2: The ECB Penguin</vt:lpstr>
      <vt:lpstr>2.3 When (If Ever) to Use ECB</vt:lpstr>
      <vt:lpstr>3.Cipher Block Chaining (CBC) Mode</vt:lpstr>
      <vt:lpstr>3. Cipher Block Chaining (CBC) Mode</vt:lpstr>
      <vt:lpstr>3.1 CBC Encryption and Decryption</vt:lpstr>
      <vt:lpstr>Example 3.1: CBC Encryption</vt:lpstr>
      <vt:lpstr>3.2 Initialization Vector (IV) Requirements</vt:lpstr>
      <vt:lpstr>3.2 Initialization Vector (IV) Requirements</vt:lpstr>
      <vt:lpstr>Example 3.2: Predictable IV Attack</vt:lpstr>
      <vt:lpstr>3.3 Padding in CBC Mode</vt:lpstr>
      <vt:lpstr>Example 3.3: PKCS#7 Padding</vt:lpstr>
      <vt:lpstr>3.4 Padding Oracle Attack</vt:lpstr>
      <vt:lpstr>3.4 Padding Oracle Attack</vt:lpstr>
      <vt:lpstr>3.5 CBC Properties Summary</vt:lpstr>
      <vt:lpstr>4.Counter (CTR) Mode</vt:lpstr>
      <vt:lpstr>4. Counter (CTR) Mode</vt:lpstr>
      <vt:lpstr>4.1 CTR Encryption and Decryption</vt:lpstr>
      <vt:lpstr>Example 4.1: CTR Mode Encryption</vt:lpstr>
      <vt:lpstr>4.2 Nonce Requirements and Security</vt:lpstr>
      <vt:lpstr>Example 4.2: Nonce Reuse Attack in CTR</vt:lpstr>
      <vt:lpstr>4.3 Advantages of CTR Mode</vt:lpstr>
      <vt:lpstr>4.4 Disadvantages and Caveats</vt:lpstr>
      <vt:lpstr>5.Other Modes: CFB and OFB</vt:lpstr>
      <vt:lpstr>5.Other Modes: CFB and OFB</vt:lpstr>
      <vt:lpstr>5.1 Cipher Feedback (CFB) Mode</vt:lpstr>
      <vt:lpstr>5.1 Cipher Feedback (CFB) Mode</vt:lpstr>
      <vt:lpstr>5.2 Output Feedback (OFB) Mode</vt:lpstr>
      <vt:lpstr>5.2 Output Feedback (OFB) Mode</vt:lpstr>
      <vt:lpstr>6.Security Analysis and Comparison</vt:lpstr>
      <vt:lpstr>6.1 Comparative Security Analysis</vt:lpstr>
      <vt:lpstr>6.2 Malleability: A Shared Weakness</vt:lpstr>
      <vt:lpstr>6.3 Mode Selection Guidelines</vt:lpstr>
      <vt:lpstr>7. Conclusion</vt:lpstr>
      <vt:lpstr>7.1 Practical Implementation Guidance</vt:lpstr>
      <vt:lpstr>7.2 Looking Forward</vt:lpstr>
      <vt:lpstr>7.3 Preparation for Next Lecture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Nikolay Ishutin</cp:lastModifiedBy>
  <cp:revision>470</cp:revision>
  <dcterms:created xsi:type="dcterms:W3CDTF">2026-02-01T13:34:41Z</dcterms:created>
  <dcterms:modified xsi:type="dcterms:W3CDTF">2026-02-02T18:24:27Z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0x0101009A8D18DF04E7B24DB531D034DE08C523</vt:lpwstr>
  </property>
</Properties>
</file>