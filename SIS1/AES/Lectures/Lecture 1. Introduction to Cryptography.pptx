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97" r:id="rId12"/>
    <p:sldId id="298" r:id="rId13"/>
    <p:sldId id="299" r:id="rId14"/>
    <p:sldId id="300" r:id="rId15"/>
    <p:sldId id="301" r:id="rId16"/>
    <p:sldId id="303" r:id="rId17"/>
    <p:sldId id="304" r:id="rId18"/>
    <p:sldId id="305" r:id="rId19"/>
    <p:sldId id="306" r:id="rId20"/>
    <p:sldId id="307" r:id="rId21"/>
    <p:sldId id="308" r:id="rId22"/>
    <p:sldId id="309" r:id="rId23"/>
    <p:sldId id="310" r:id="rId24"/>
    <p:sldId id="311" r:id="rId25"/>
    <p:sldId id="313" r:id="rId26"/>
    <p:sldId id="315" r:id="rId27"/>
    <p:sldId id="316" r:id="rId28"/>
    <p:sldId id="318" r:id="rId29"/>
    <p:sldId id="319" r:id="rId30"/>
    <p:sldId id="320" r:id="rId31"/>
    <p:sldId id="322" r:id="rId32"/>
    <p:sldId id="323" r:id="rId33"/>
    <p:sldId id="324" r:id="rId34"/>
    <p:sldId id="325" r:id="rId35"/>
    <p:sldId id="326" r:id="rId36"/>
    <p:sldId id="327" r:id="rId37"/>
    <p:sldId id="328" r:id="rId38"/>
    <p:sldId id="329" r:id="rId39"/>
    <p:sldId id="331" r:id="rId40"/>
    <p:sldId id="332" r:id="rId41"/>
    <p:sldId id="333" r:id="rId42"/>
    <p:sldId id="334" r:id="rId43"/>
    <p:sldId id="335" r:id="rId44"/>
    <p:sldId id="336" r:id="rId45"/>
    <p:sldId id="337" r:id="rId46"/>
    <p:sldId id="338" r:id="rId47"/>
    <p:sldId id="340" r:id="rId48"/>
    <p:sldId id="341" r:id="rId49"/>
    <p:sldId id="342" r:id="rId50"/>
    <p:sldId id="343" r:id="rId51"/>
    <p:sldId id="344" r:id="rId52"/>
    <p:sldId id="345" r:id="rId5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FEB04A-6001-CBC2-DAF7-A42D0523FBB2}" v="1" dt="2026-01-20T09:10:12.355"/>
    <p1510:client id="{DEF8133E-20CD-E5AD-B8E8-422E95B217EF}" v="1" dt="2026-01-19T20:16:53.361"/>
    <p1510:client id="{EF9F3563-3C26-568A-D56A-76CB1498CD65}" v="5" dt="2026-01-20T06:39:07.8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nur Yessenbek" userId="S::ai_yessenbek@kbtu.kz::f36f4eb7-664e-4413-ba20-53c26ec93e98" providerId="AD" clId="Web-{5DFEB04A-6001-CBC2-DAF7-A42D0523FBB2}"/>
    <pc:docChg chg="delSld">
      <pc:chgData name="Ainur Yessenbek" userId="S::ai_yessenbek@kbtu.kz::f36f4eb7-664e-4413-ba20-53c26ec93e98" providerId="AD" clId="Web-{5DFEB04A-6001-CBC2-DAF7-A42D0523FBB2}" dt="2026-01-20T09:10:12.355" v="0"/>
      <pc:docMkLst>
        <pc:docMk/>
      </pc:docMkLst>
      <pc:sldChg chg="del">
        <pc:chgData name="Ainur Yessenbek" userId="S::ai_yessenbek@kbtu.kz::f36f4eb7-664e-4413-ba20-53c26ec93e98" providerId="AD" clId="Web-{5DFEB04A-6001-CBC2-DAF7-A42D0523FBB2}" dt="2026-01-20T09:10:12.355" v="0"/>
        <pc:sldMkLst>
          <pc:docMk/>
          <pc:sldMk cId="3723293679" sldId="317"/>
        </pc:sldMkLst>
      </pc:sldChg>
    </pc:docChg>
  </pc:docChgLst>
  <pc:docChgLst>
    <pc:chgData name="Sofya Roganskaya" userId="S::s_roganskaya@kbtu.kz::30008102-0e54-4e09-a2f7-fa786966cc05" providerId="AD" clId="Web-{EF9F3563-3C26-568A-D56A-76CB1498CD65}"/>
    <pc:docChg chg="modSld">
      <pc:chgData name="Sofya Roganskaya" userId="S::s_roganskaya@kbtu.kz::30008102-0e54-4e09-a2f7-fa786966cc05" providerId="AD" clId="Web-{EF9F3563-3C26-568A-D56A-76CB1498CD65}" dt="2026-01-20T06:39:07.800" v="4" actId="1076"/>
      <pc:docMkLst>
        <pc:docMk/>
      </pc:docMkLst>
      <pc:sldChg chg="modSp">
        <pc:chgData name="Sofya Roganskaya" userId="S::s_roganskaya@kbtu.kz::30008102-0e54-4e09-a2f7-fa786966cc05" providerId="AD" clId="Web-{EF9F3563-3C26-568A-D56A-76CB1498CD65}" dt="2026-01-20T06:17:09.885" v="2" actId="20577"/>
        <pc:sldMkLst>
          <pc:docMk/>
          <pc:sldMk cId="2428601935" sldId="327"/>
        </pc:sldMkLst>
        <pc:spChg chg="mod">
          <ac:chgData name="Sofya Roganskaya" userId="S::s_roganskaya@kbtu.kz::30008102-0e54-4e09-a2f7-fa786966cc05" providerId="AD" clId="Web-{EF9F3563-3C26-568A-D56A-76CB1498CD65}" dt="2026-01-20T06:17:09.885" v="2" actId="20577"/>
          <ac:spMkLst>
            <pc:docMk/>
            <pc:sldMk cId="2428601935" sldId="327"/>
            <ac:spMk id="3" creationId="{BC5E1F9C-5108-7BDC-8BED-805D5F6AF7C5}"/>
          </ac:spMkLst>
        </pc:spChg>
      </pc:sldChg>
      <pc:sldChg chg="modSp">
        <pc:chgData name="Sofya Roganskaya" userId="S::s_roganskaya@kbtu.kz::30008102-0e54-4e09-a2f7-fa786966cc05" providerId="AD" clId="Web-{EF9F3563-3C26-568A-D56A-76CB1498CD65}" dt="2026-01-20T06:39:07.800" v="4" actId="1076"/>
        <pc:sldMkLst>
          <pc:docMk/>
          <pc:sldMk cId="2778240881" sldId="343"/>
        </pc:sldMkLst>
        <pc:spChg chg="mod">
          <ac:chgData name="Sofya Roganskaya" userId="S::s_roganskaya@kbtu.kz::30008102-0e54-4e09-a2f7-fa786966cc05" providerId="AD" clId="Web-{EF9F3563-3C26-568A-D56A-76CB1498CD65}" dt="2026-01-20T06:39:07.800" v="4" actId="1076"/>
          <ac:spMkLst>
            <pc:docMk/>
            <pc:sldMk cId="2778240881" sldId="343"/>
            <ac:spMk id="3" creationId="{D67CF532-BDAD-3CA6-D70B-9E1EE2086409}"/>
          </ac:spMkLst>
        </pc:spChg>
      </pc:sldChg>
    </pc:docChg>
  </pc:docChgLst>
  <pc:docChgLst>
    <pc:chgData name="Temirlan Zhaxalykov" userId="S::t.zhaxalykov@kbtu.kz::037320a9-8ef1-4acb-bb74-1ab60141db9d" providerId="AD" clId="Web-{13B824B9-2F41-1AAF-6313-D7FFEE62BCC7}"/>
    <pc:docChg chg="addSld delSld modSld">
      <pc:chgData name="Temirlan Zhaxalykov" userId="S::t.zhaxalykov@kbtu.kz::037320a9-8ef1-4acb-bb74-1ab60141db9d" providerId="AD" clId="Web-{13B824B9-2F41-1AAF-6313-D7FFEE62BCC7}" dt="2026-01-18T13:42:49.062" v="1963"/>
      <pc:docMkLst>
        <pc:docMk/>
      </pc:docMkLst>
      <pc:sldChg chg="addSp delSp modSp mod setBg">
        <pc:chgData name="Temirlan Zhaxalykov" userId="S::t.zhaxalykov@kbtu.kz::037320a9-8ef1-4acb-bb74-1ab60141db9d" providerId="AD" clId="Web-{13B824B9-2F41-1AAF-6313-D7FFEE62BCC7}" dt="2026-01-18T12:59:04.944" v="1002"/>
        <pc:sldMkLst>
          <pc:docMk/>
          <pc:sldMk cId="1351651579" sldId="256"/>
        </pc:sldMkLst>
        <pc:spChg chg="mod">
          <ac:chgData name="Temirlan Zhaxalykov" userId="S::t.zhaxalykov@kbtu.kz::037320a9-8ef1-4acb-bb74-1ab60141db9d" providerId="AD" clId="Web-{13B824B9-2F41-1AAF-6313-D7FFEE62BCC7}" dt="2026-01-18T12:59:04.944" v="1002"/>
          <ac:spMkLst>
            <pc:docMk/>
            <pc:sldMk cId="1351651579" sldId="256"/>
            <ac:spMk id="2" creationId="{00000000-0000-0000-0000-000000000000}"/>
          </ac:spMkLst>
        </pc:spChg>
        <pc:spChg chg="mod">
          <ac:chgData name="Temirlan Zhaxalykov" userId="S::t.zhaxalykov@kbtu.kz::037320a9-8ef1-4acb-bb74-1ab60141db9d" providerId="AD" clId="Web-{13B824B9-2F41-1AAF-6313-D7FFEE62BCC7}" dt="2026-01-18T12:59:04.944" v="1002"/>
          <ac:spMkLst>
            <pc:docMk/>
            <pc:sldMk cId="1351651579" sldId="256"/>
            <ac:spMk id="3" creationId="{00000000-0000-0000-0000-000000000000}"/>
          </ac:spMkLst>
        </pc:spChg>
        <pc:spChg chg="add">
          <ac:chgData name="Temirlan Zhaxalykov" userId="S::t.zhaxalykov@kbtu.kz::037320a9-8ef1-4acb-bb74-1ab60141db9d" providerId="AD" clId="Web-{13B824B9-2F41-1AAF-6313-D7FFEE62BCC7}" dt="2026-01-18T12:59:04.944" v="1002"/>
          <ac:spMkLst>
            <pc:docMk/>
            <pc:sldMk cId="1351651579" sldId="256"/>
            <ac:spMk id="58" creationId="{9715DAF0-AE1B-46C9-8A6B-DB2AA05AB91D}"/>
          </ac:spMkLst>
        </pc:spChg>
        <pc:spChg chg="add">
          <ac:chgData name="Temirlan Zhaxalykov" userId="S::t.zhaxalykov@kbtu.kz::037320a9-8ef1-4acb-bb74-1ab60141db9d" providerId="AD" clId="Web-{13B824B9-2F41-1AAF-6313-D7FFEE62BCC7}" dt="2026-01-18T12:59:04.944" v="1002"/>
          <ac:spMkLst>
            <pc:docMk/>
            <pc:sldMk cId="1351651579" sldId="256"/>
            <ac:spMk id="60" creationId="{6016219D-510E-4184-9090-6D5578A87BD1}"/>
          </ac:spMkLst>
        </pc:spChg>
        <pc:spChg chg="add">
          <ac:chgData name="Temirlan Zhaxalykov" userId="S::t.zhaxalykov@kbtu.kz::037320a9-8ef1-4acb-bb74-1ab60141db9d" providerId="AD" clId="Web-{13B824B9-2F41-1AAF-6313-D7FFEE62BCC7}" dt="2026-01-18T12:59:04.944" v="1002"/>
          <ac:spMkLst>
            <pc:docMk/>
            <pc:sldMk cId="1351651579" sldId="256"/>
            <ac:spMk id="62" creationId="{AFF4A713-7B75-4B21-90D7-5AB19547C728}"/>
          </ac:spMkLst>
        </pc:spChg>
        <pc:spChg chg="add">
          <ac:chgData name="Temirlan Zhaxalykov" userId="S::t.zhaxalykov@kbtu.kz::037320a9-8ef1-4acb-bb74-1ab60141db9d" providerId="AD" clId="Web-{13B824B9-2F41-1AAF-6313-D7FFEE62BCC7}" dt="2026-01-18T12:59:04.944" v="1002"/>
          <ac:spMkLst>
            <pc:docMk/>
            <pc:sldMk cId="1351651579" sldId="256"/>
            <ac:spMk id="66" creationId="{C29501E6-A978-4A61-9689-9085AF97A53A}"/>
          </ac:spMkLst>
        </pc:spChg>
      </pc:sldChg>
      <pc:sldChg chg="addSp modSp new mod setBg">
        <pc:chgData name="Temirlan Zhaxalykov" userId="S::t.zhaxalykov@kbtu.kz::037320a9-8ef1-4acb-bb74-1ab60141db9d" providerId="AD" clId="Web-{13B824B9-2F41-1AAF-6313-D7FFEE62BCC7}" dt="2026-01-18T12:13:29.331" v="677" actId="20577"/>
        <pc:sldMkLst>
          <pc:docMk/>
          <pc:sldMk cId="2119738102" sldId="257"/>
        </pc:sldMkLst>
        <pc:spChg chg="mod">
          <ac:chgData name="Temirlan Zhaxalykov" userId="S::t.zhaxalykov@kbtu.kz::037320a9-8ef1-4acb-bb74-1ab60141db9d" providerId="AD" clId="Web-{13B824B9-2F41-1AAF-6313-D7FFEE62BCC7}" dt="2026-01-18T12:13:29.331" v="677" actId="20577"/>
          <ac:spMkLst>
            <pc:docMk/>
            <pc:sldMk cId="2119738102" sldId="257"/>
            <ac:spMk id="2" creationId="{EEB3B7F5-2478-01F0-58E2-A91FD64E0CEA}"/>
          </ac:spMkLst>
        </pc:spChg>
        <pc:spChg chg="mod">
          <ac:chgData name="Temirlan Zhaxalykov" userId="S::t.zhaxalykov@kbtu.kz::037320a9-8ef1-4acb-bb74-1ab60141db9d" providerId="AD" clId="Web-{13B824B9-2F41-1AAF-6313-D7FFEE62BCC7}" dt="2026-01-18T12:03:26.499" v="559" actId="20577"/>
          <ac:spMkLst>
            <pc:docMk/>
            <pc:sldMk cId="2119738102" sldId="257"/>
            <ac:spMk id="3" creationId="{2B59A079-0914-DFD5-65FD-C322D5DD356C}"/>
          </ac:spMkLst>
        </pc:spChg>
        <pc:spChg chg="add">
          <ac:chgData name="Temirlan Zhaxalykov" userId="S::t.zhaxalykov@kbtu.kz::037320a9-8ef1-4acb-bb74-1ab60141db9d" providerId="AD" clId="Web-{13B824B9-2F41-1AAF-6313-D7FFEE62BCC7}" dt="2026-01-18T11:52:20.965" v="111"/>
          <ac:spMkLst>
            <pc:docMk/>
            <pc:sldMk cId="2119738102" sldId="257"/>
            <ac:spMk id="8" creationId="{DEE2AD96-B495-4E06-9291-B71706F728CB}"/>
          </ac:spMkLst>
        </pc:spChg>
        <pc:spChg chg="add">
          <ac:chgData name="Temirlan Zhaxalykov" userId="S::t.zhaxalykov@kbtu.kz::037320a9-8ef1-4acb-bb74-1ab60141db9d" providerId="AD" clId="Web-{13B824B9-2F41-1AAF-6313-D7FFEE62BCC7}" dt="2026-01-18T11:52:20.965" v="111"/>
          <ac:spMkLst>
            <pc:docMk/>
            <pc:sldMk cId="2119738102" sldId="257"/>
            <ac:spMk id="10" creationId="{53CF6D67-C5A8-4ADD-9E8E-1E38CA1D3166}"/>
          </ac:spMkLst>
        </pc:spChg>
        <pc:spChg chg="add">
          <ac:chgData name="Temirlan Zhaxalykov" userId="S::t.zhaxalykov@kbtu.kz::037320a9-8ef1-4acb-bb74-1ab60141db9d" providerId="AD" clId="Web-{13B824B9-2F41-1AAF-6313-D7FFEE62BCC7}" dt="2026-01-18T11:52:20.965" v="111"/>
          <ac:spMkLst>
            <pc:docMk/>
            <pc:sldMk cId="2119738102" sldId="257"/>
            <ac:spMk id="12" creationId="{86909FA0-B515-4681-B7A8-FA281D133B94}"/>
          </ac:spMkLst>
        </pc:spChg>
        <pc:spChg chg="add">
          <ac:chgData name="Temirlan Zhaxalykov" userId="S::t.zhaxalykov@kbtu.kz::037320a9-8ef1-4acb-bb74-1ab60141db9d" providerId="AD" clId="Web-{13B824B9-2F41-1AAF-6313-D7FFEE62BCC7}" dt="2026-01-18T11:52:20.965" v="111"/>
          <ac:spMkLst>
            <pc:docMk/>
            <pc:sldMk cId="2119738102" sldId="257"/>
            <ac:spMk id="14" creationId="{21C9FE86-FCC3-4A31-AA1C-C882262B7FE7}"/>
          </ac:spMkLst>
        </pc:spChg>
        <pc:spChg chg="add">
          <ac:chgData name="Temirlan Zhaxalykov" userId="S::t.zhaxalykov@kbtu.kz::037320a9-8ef1-4acb-bb74-1ab60141db9d" providerId="AD" clId="Web-{13B824B9-2F41-1AAF-6313-D7FFEE62BCC7}" dt="2026-01-18T11:52:20.965" v="111"/>
          <ac:spMkLst>
            <pc:docMk/>
            <pc:sldMk cId="2119738102" sldId="257"/>
            <ac:spMk id="16" creationId="{7D96243B-ECED-4B71-8E06-AE9A285EAD20}"/>
          </ac:spMkLst>
        </pc:spChg>
        <pc:spChg chg="add">
          <ac:chgData name="Temirlan Zhaxalykov" userId="S::t.zhaxalykov@kbtu.kz::037320a9-8ef1-4acb-bb74-1ab60141db9d" providerId="AD" clId="Web-{13B824B9-2F41-1AAF-6313-D7FFEE62BCC7}" dt="2026-01-18T11:52:20.965" v="111"/>
          <ac:spMkLst>
            <pc:docMk/>
            <pc:sldMk cId="2119738102" sldId="257"/>
            <ac:spMk id="18" creationId="{A09989E4-EFDC-4A90-A633-E0525FB4139E}"/>
          </ac:spMkLst>
        </pc:spChg>
      </pc:sldChg>
      <pc:sldChg chg="addSp delSp modSp new mod setBg">
        <pc:chgData name="Temirlan Zhaxalykov" userId="S::t.zhaxalykov@kbtu.kz::037320a9-8ef1-4acb-bb74-1ab60141db9d" providerId="AD" clId="Web-{13B824B9-2F41-1AAF-6313-D7FFEE62BCC7}" dt="2026-01-18T12:13:32.346" v="679" actId="20577"/>
        <pc:sldMkLst>
          <pc:docMk/>
          <pc:sldMk cId="1116120242" sldId="258"/>
        </pc:sldMkLst>
        <pc:spChg chg="mod">
          <ac:chgData name="Temirlan Zhaxalykov" userId="S::t.zhaxalykov@kbtu.kz::037320a9-8ef1-4acb-bb74-1ab60141db9d" providerId="AD" clId="Web-{13B824B9-2F41-1AAF-6313-D7FFEE62BCC7}" dt="2026-01-18T12:13:32.346" v="679" actId="20577"/>
          <ac:spMkLst>
            <pc:docMk/>
            <pc:sldMk cId="1116120242" sldId="258"/>
            <ac:spMk id="2" creationId="{D5F57000-8ED6-8AC1-E75A-EEEF851369D2}"/>
          </ac:spMkLst>
        </pc:spChg>
        <pc:spChg chg="mod">
          <ac:chgData name="Temirlan Zhaxalykov" userId="S::t.zhaxalykov@kbtu.kz::037320a9-8ef1-4acb-bb74-1ab60141db9d" providerId="AD" clId="Web-{13B824B9-2F41-1AAF-6313-D7FFEE62BCC7}" dt="2026-01-18T12:03:39.218" v="563" actId="20577"/>
          <ac:spMkLst>
            <pc:docMk/>
            <pc:sldMk cId="1116120242" sldId="258"/>
            <ac:spMk id="3" creationId="{AC2C7761-AC5A-C8D0-7461-17F6A23CFEB9}"/>
          </ac:spMkLst>
        </pc:spChg>
        <pc:spChg chg="add">
          <ac:chgData name="Temirlan Zhaxalykov" userId="S::t.zhaxalykov@kbtu.kz::037320a9-8ef1-4acb-bb74-1ab60141db9d" providerId="AD" clId="Web-{13B824B9-2F41-1AAF-6313-D7FFEE62BCC7}" dt="2026-01-18T11:56:59.795" v="343"/>
          <ac:spMkLst>
            <pc:docMk/>
            <pc:sldMk cId="1116120242" sldId="258"/>
            <ac:spMk id="25" creationId="{3B2E3793-BFE6-45A2-9B7B-E18844431C99}"/>
          </ac:spMkLst>
        </pc:spChg>
        <pc:spChg chg="add">
          <ac:chgData name="Temirlan Zhaxalykov" userId="S::t.zhaxalykov@kbtu.kz::037320a9-8ef1-4acb-bb74-1ab60141db9d" providerId="AD" clId="Web-{13B824B9-2F41-1AAF-6313-D7FFEE62BCC7}" dt="2026-01-18T11:56:59.795" v="343"/>
          <ac:spMkLst>
            <pc:docMk/>
            <pc:sldMk cId="1116120242" sldId="258"/>
            <ac:spMk id="27" creationId="{BC4C4868-CB8F-4AF9-9CDB-8108F2C19B67}"/>
          </ac:spMkLst>
        </pc:spChg>
        <pc:spChg chg="add">
          <ac:chgData name="Temirlan Zhaxalykov" userId="S::t.zhaxalykov@kbtu.kz::037320a9-8ef1-4acb-bb74-1ab60141db9d" providerId="AD" clId="Web-{13B824B9-2F41-1AAF-6313-D7FFEE62BCC7}" dt="2026-01-18T11:56:59.795" v="343"/>
          <ac:spMkLst>
            <pc:docMk/>
            <pc:sldMk cId="1116120242" sldId="258"/>
            <ac:spMk id="29" creationId="{375E0459-6403-40CD-989D-56A4407CA12E}"/>
          </ac:spMkLst>
        </pc:spChg>
      </pc:sldChg>
      <pc:sldChg chg="addSp modSp new mod setBg">
        <pc:chgData name="Temirlan Zhaxalykov" userId="S::t.zhaxalykov@kbtu.kz::037320a9-8ef1-4acb-bb74-1ab60141db9d" providerId="AD" clId="Web-{13B824B9-2F41-1AAF-6313-D7FFEE62BCC7}" dt="2026-01-18T12:51:57.756" v="938"/>
        <pc:sldMkLst>
          <pc:docMk/>
          <pc:sldMk cId="745367958" sldId="259"/>
        </pc:sldMkLst>
        <pc:spChg chg="mod">
          <ac:chgData name="Temirlan Zhaxalykov" userId="S::t.zhaxalykov@kbtu.kz::037320a9-8ef1-4acb-bb74-1ab60141db9d" providerId="AD" clId="Web-{13B824B9-2F41-1AAF-6313-D7FFEE62BCC7}" dt="2026-01-18T12:51:57.756" v="938"/>
          <ac:spMkLst>
            <pc:docMk/>
            <pc:sldMk cId="745367958" sldId="259"/>
            <ac:spMk id="2" creationId="{4271C76D-537F-2734-C88D-31AE6BE196A2}"/>
          </ac:spMkLst>
        </pc:spChg>
        <pc:spChg chg="mod">
          <ac:chgData name="Temirlan Zhaxalykov" userId="S::t.zhaxalykov@kbtu.kz::037320a9-8ef1-4acb-bb74-1ab60141db9d" providerId="AD" clId="Web-{13B824B9-2F41-1AAF-6313-D7FFEE62BCC7}" dt="2026-01-18T12:51:57.756" v="938"/>
          <ac:spMkLst>
            <pc:docMk/>
            <pc:sldMk cId="745367958" sldId="259"/>
            <ac:spMk id="3" creationId="{0CCA5E6D-BB21-5631-63C2-3BEDC0471732}"/>
          </ac:spMkLst>
        </pc:spChg>
        <pc:spChg chg="add">
          <ac:chgData name="Temirlan Zhaxalykov" userId="S::t.zhaxalykov@kbtu.kz::037320a9-8ef1-4acb-bb74-1ab60141db9d" providerId="AD" clId="Web-{13B824B9-2F41-1AAF-6313-D7FFEE62BCC7}" dt="2026-01-18T12:51:57.756" v="938"/>
          <ac:spMkLst>
            <pc:docMk/>
            <pc:sldMk cId="745367958" sldId="259"/>
            <ac:spMk id="8" creationId="{1B15ED52-F352-441B-82BF-E0EA34836D08}"/>
          </ac:spMkLst>
        </pc:spChg>
        <pc:spChg chg="add">
          <ac:chgData name="Temirlan Zhaxalykov" userId="S::t.zhaxalykov@kbtu.kz::037320a9-8ef1-4acb-bb74-1ab60141db9d" providerId="AD" clId="Web-{13B824B9-2F41-1AAF-6313-D7FFEE62BCC7}" dt="2026-01-18T12:51:57.756" v="938"/>
          <ac:spMkLst>
            <pc:docMk/>
            <pc:sldMk cId="745367958" sldId="259"/>
            <ac:spMk id="10" creationId="{3B2E3793-BFE6-45A2-9B7B-E18844431C99}"/>
          </ac:spMkLst>
        </pc:spChg>
        <pc:spChg chg="add">
          <ac:chgData name="Temirlan Zhaxalykov" userId="S::t.zhaxalykov@kbtu.kz::037320a9-8ef1-4acb-bb74-1ab60141db9d" providerId="AD" clId="Web-{13B824B9-2F41-1AAF-6313-D7FFEE62BCC7}" dt="2026-01-18T12:51:57.756" v="938"/>
          <ac:spMkLst>
            <pc:docMk/>
            <pc:sldMk cId="745367958" sldId="259"/>
            <ac:spMk id="12" creationId="{BC4C4868-CB8F-4AF9-9CDB-8108F2C19B67}"/>
          </ac:spMkLst>
        </pc:spChg>
        <pc:spChg chg="add">
          <ac:chgData name="Temirlan Zhaxalykov" userId="S::t.zhaxalykov@kbtu.kz::037320a9-8ef1-4acb-bb74-1ab60141db9d" providerId="AD" clId="Web-{13B824B9-2F41-1AAF-6313-D7FFEE62BCC7}" dt="2026-01-18T12:51:57.756" v="938"/>
          <ac:spMkLst>
            <pc:docMk/>
            <pc:sldMk cId="745367958" sldId="259"/>
            <ac:spMk id="14" creationId="{375E0459-6403-40CD-989D-56A4407CA12E}"/>
          </ac:spMkLst>
        </pc:spChg>
        <pc:spChg chg="add">
          <ac:chgData name="Temirlan Zhaxalykov" userId="S::t.zhaxalykov@kbtu.kz::037320a9-8ef1-4acb-bb74-1ab60141db9d" providerId="AD" clId="Web-{13B824B9-2F41-1AAF-6313-D7FFEE62BCC7}" dt="2026-01-18T12:51:57.756" v="938"/>
          <ac:spMkLst>
            <pc:docMk/>
            <pc:sldMk cId="745367958" sldId="259"/>
            <ac:spMk id="16" creationId="{53E5B1A8-3AC9-4BD1-9BBC-78CA94F2D1BA}"/>
          </ac:spMkLst>
        </pc:spChg>
      </pc:sldChg>
      <pc:sldChg chg="addSp modSp new mod setBg">
        <pc:chgData name="Temirlan Zhaxalykov" userId="S::t.zhaxalykov@kbtu.kz::037320a9-8ef1-4acb-bb74-1ab60141db9d" providerId="AD" clId="Web-{13B824B9-2F41-1AAF-6313-D7FFEE62BCC7}" dt="2026-01-18T12:52:18.881" v="939"/>
        <pc:sldMkLst>
          <pc:docMk/>
          <pc:sldMk cId="200269054" sldId="260"/>
        </pc:sldMkLst>
        <pc:spChg chg="mod">
          <ac:chgData name="Temirlan Zhaxalykov" userId="S::t.zhaxalykov@kbtu.kz::037320a9-8ef1-4acb-bb74-1ab60141db9d" providerId="AD" clId="Web-{13B824B9-2F41-1AAF-6313-D7FFEE62BCC7}" dt="2026-01-18T12:52:18.881" v="939"/>
          <ac:spMkLst>
            <pc:docMk/>
            <pc:sldMk cId="200269054" sldId="260"/>
            <ac:spMk id="2" creationId="{65D63FDD-D1E4-3E93-A206-E27D26E84180}"/>
          </ac:spMkLst>
        </pc:spChg>
        <pc:spChg chg="mod">
          <ac:chgData name="Temirlan Zhaxalykov" userId="S::t.zhaxalykov@kbtu.kz::037320a9-8ef1-4acb-bb74-1ab60141db9d" providerId="AD" clId="Web-{13B824B9-2F41-1AAF-6313-D7FFEE62BCC7}" dt="2026-01-18T12:52:18.881" v="939"/>
          <ac:spMkLst>
            <pc:docMk/>
            <pc:sldMk cId="200269054" sldId="260"/>
            <ac:spMk id="3" creationId="{04252CA8-D25E-2866-5EB0-F3073EACAB1F}"/>
          </ac:spMkLst>
        </pc:spChg>
        <pc:spChg chg="add">
          <ac:chgData name="Temirlan Zhaxalykov" userId="S::t.zhaxalykov@kbtu.kz::037320a9-8ef1-4acb-bb74-1ab60141db9d" providerId="AD" clId="Web-{13B824B9-2F41-1AAF-6313-D7FFEE62BCC7}" dt="2026-01-18T12:52:18.881" v="939"/>
          <ac:spMkLst>
            <pc:docMk/>
            <pc:sldMk cId="200269054" sldId="260"/>
            <ac:spMk id="8" creationId="{1B15ED52-F352-441B-82BF-E0EA34836D08}"/>
          </ac:spMkLst>
        </pc:spChg>
        <pc:spChg chg="add">
          <ac:chgData name="Temirlan Zhaxalykov" userId="S::t.zhaxalykov@kbtu.kz::037320a9-8ef1-4acb-bb74-1ab60141db9d" providerId="AD" clId="Web-{13B824B9-2F41-1AAF-6313-D7FFEE62BCC7}" dt="2026-01-18T12:52:18.881" v="939"/>
          <ac:spMkLst>
            <pc:docMk/>
            <pc:sldMk cId="200269054" sldId="260"/>
            <ac:spMk id="10" creationId="{3B2E3793-BFE6-45A2-9B7B-E18844431C99}"/>
          </ac:spMkLst>
        </pc:spChg>
        <pc:spChg chg="add">
          <ac:chgData name="Temirlan Zhaxalykov" userId="S::t.zhaxalykov@kbtu.kz::037320a9-8ef1-4acb-bb74-1ab60141db9d" providerId="AD" clId="Web-{13B824B9-2F41-1AAF-6313-D7FFEE62BCC7}" dt="2026-01-18T12:52:18.881" v="939"/>
          <ac:spMkLst>
            <pc:docMk/>
            <pc:sldMk cId="200269054" sldId="260"/>
            <ac:spMk id="12" creationId="{BC4C4868-CB8F-4AF9-9CDB-8108F2C19B67}"/>
          </ac:spMkLst>
        </pc:spChg>
        <pc:spChg chg="add">
          <ac:chgData name="Temirlan Zhaxalykov" userId="S::t.zhaxalykov@kbtu.kz::037320a9-8ef1-4acb-bb74-1ab60141db9d" providerId="AD" clId="Web-{13B824B9-2F41-1AAF-6313-D7FFEE62BCC7}" dt="2026-01-18T12:52:18.881" v="939"/>
          <ac:spMkLst>
            <pc:docMk/>
            <pc:sldMk cId="200269054" sldId="260"/>
            <ac:spMk id="14" creationId="{375E0459-6403-40CD-989D-56A4407CA12E}"/>
          </ac:spMkLst>
        </pc:spChg>
        <pc:spChg chg="add">
          <ac:chgData name="Temirlan Zhaxalykov" userId="S::t.zhaxalykov@kbtu.kz::037320a9-8ef1-4acb-bb74-1ab60141db9d" providerId="AD" clId="Web-{13B824B9-2F41-1AAF-6313-D7FFEE62BCC7}" dt="2026-01-18T12:52:18.881" v="939"/>
          <ac:spMkLst>
            <pc:docMk/>
            <pc:sldMk cId="200269054" sldId="260"/>
            <ac:spMk id="16" creationId="{53E5B1A8-3AC9-4BD1-9BBC-78CA94F2D1BA}"/>
          </ac:spMkLst>
        </pc:spChg>
      </pc:sldChg>
      <pc:sldChg chg="addSp modSp new mod setBg">
        <pc:chgData name="Temirlan Zhaxalykov" userId="S::t.zhaxalykov@kbtu.kz::037320a9-8ef1-4acb-bb74-1ab60141db9d" providerId="AD" clId="Web-{13B824B9-2F41-1AAF-6313-D7FFEE62BCC7}" dt="2026-01-18T12:52:28.959" v="940"/>
        <pc:sldMkLst>
          <pc:docMk/>
          <pc:sldMk cId="1319675874" sldId="261"/>
        </pc:sldMkLst>
        <pc:spChg chg="mod">
          <ac:chgData name="Temirlan Zhaxalykov" userId="S::t.zhaxalykov@kbtu.kz::037320a9-8ef1-4acb-bb74-1ab60141db9d" providerId="AD" clId="Web-{13B824B9-2F41-1AAF-6313-D7FFEE62BCC7}" dt="2026-01-18T12:52:28.959" v="940"/>
          <ac:spMkLst>
            <pc:docMk/>
            <pc:sldMk cId="1319675874" sldId="261"/>
            <ac:spMk id="2" creationId="{C6961D19-FD1C-8E5A-5D2C-CE3969D6325C}"/>
          </ac:spMkLst>
        </pc:spChg>
        <pc:spChg chg="mod">
          <ac:chgData name="Temirlan Zhaxalykov" userId="S::t.zhaxalykov@kbtu.kz::037320a9-8ef1-4acb-bb74-1ab60141db9d" providerId="AD" clId="Web-{13B824B9-2F41-1AAF-6313-D7FFEE62BCC7}" dt="2026-01-18T12:52:28.959" v="940"/>
          <ac:spMkLst>
            <pc:docMk/>
            <pc:sldMk cId="1319675874" sldId="261"/>
            <ac:spMk id="3" creationId="{C13FCBAC-A60B-F3FE-2062-8965C48690F4}"/>
          </ac:spMkLst>
        </pc:spChg>
        <pc:spChg chg="add">
          <ac:chgData name="Temirlan Zhaxalykov" userId="S::t.zhaxalykov@kbtu.kz::037320a9-8ef1-4acb-bb74-1ab60141db9d" providerId="AD" clId="Web-{13B824B9-2F41-1AAF-6313-D7FFEE62BCC7}" dt="2026-01-18T12:52:28.959" v="940"/>
          <ac:spMkLst>
            <pc:docMk/>
            <pc:sldMk cId="1319675874" sldId="261"/>
            <ac:spMk id="8" creationId="{1B15ED52-F352-441B-82BF-E0EA34836D08}"/>
          </ac:spMkLst>
        </pc:spChg>
        <pc:spChg chg="add">
          <ac:chgData name="Temirlan Zhaxalykov" userId="S::t.zhaxalykov@kbtu.kz::037320a9-8ef1-4acb-bb74-1ab60141db9d" providerId="AD" clId="Web-{13B824B9-2F41-1AAF-6313-D7FFEE62BCC7}" dt="2026-01-18T12:52:28.959" v="940"/>
          <ac:spMkLst>
            <pc:docMk/>
            <pc:sldMk cId="1319675874" sldId="261"/>
            <ac:spMk id="10" creationId="{3B2E3793-BFE6-45A2-9B7B-E18844431C99}"/>
          </ac:spMkLst>
        </pc:spChg>
        <pc:spChg chg="add">
          <ac:chgData name="Temirlan Zhaxalykov" userId="S::t.zhaxalykov@kbtu.kz::037320a9-8ef1-4acb-bb74-1ab60141db9d" providerId="AD" clId="Web-{13B824B9-2F41-1AAF-6313-D7FFEE62BCC7}" dt="2026-01-18T12:52:28.959" v="940"/>
          <ac:spMkLst>
            <pc:docMk/>
            <pc:sldMk cId="1319675874" sldId="261"/>
            <ac:spMk id="12" creationId="{BC4C4868-CB8F-4AF9-9CDB-8108F2C19B67}"/>
          </ac:spMkLst>
        </pc:spChg>
        <pc:spChg chg="add">
          <ac:chgData name="Temirlan Zhaxalykov" userId="S::t.zhaxalykov@kbtu.kz::037320a9-8ef1-4acb-bb74-1ab60141db9d" providerId="AD" clId="Web-{13B824B9-2F41-1AAF-6313-D7FFEE62BCC7}" dt="2026-01-18T12:52:28.959" v="940"/>
          <ac:spMkLst>
            <pc:docMk/>
            <pc:sldMk cId="1319675874" sldId="261"/>
            <ac:spMk id="14" creationId="{375E0459-6403-40CD-989D-56A4407CA12E}"/>
          </ac:spMkLst>
        </pc:spChg>
        <pc:spChg chg="add">
          <ac:chgData name="Temirlan Zhaxalykov" userId="S::t.zhaxalykov@kbtu.kz::037320a9-8ef1-4acb-bb74-1ab60141db9d" providerId="AD" clId="Web-{13B824B9-2F41-1AAF-6313-D7FFEE62BCC7}" dt="2026-01-18T12:52:28.959" v="940"/>
          <ac:spMkLst>
            <pc:docMk/>
            <pc:sldMk cId="1319675874" sldId="261"/>
            <ac:spMk id="16" creationId="{53E5B1A8-3AC9-4BD1-9BBC-78CA94F2D1BA}"/>
          </ac:spMkLst>
        </pc:spChg>
      </pc:sldChg>
      <pc:sldChg chg="addSp modSp new mod setBg">
        <pc:chgData name="Temirlan Zhaxalykov" userId="S::t.zhaxalykov@kbtu.kz::037320a9-8ef1-4acb-bb74-1ab60141db9d" providerId="AD" clId="Web-{13B824B9-2F41-1AAF-6313-D7FFEE62BCC7}" dt="2026-01-18T12:52:38.928" v="941"/>
        <pc:sldMkLst>
          <pc:docMk/>
          <pc:sldMk cId="2354135621" sldId="262"/>
        </pc:sldMkLst>
        <pc:spChg chg="mod">
          <ac:chgData name="Temirlan Zhaxalykov" userId="S::t.zhaxalykov@kbtu.kz::037320a9-8ef1-4acb-bb74-1ab60141db9d" providerId="AD" clId="Web-{13B824B9-2F41-1AAF-6313-D7FFEE62BCC7}" dt="2026-01-18T12:52:38.928" v="941"/>
          <ac:spMkLst>
            <pc:docMk/>
            <pc:sldMk cId="2354135621" sldId="262"/>
            <ac:spMk id="2" creationId="{4584F7E9-ECB7-C8DF-57C0-E0A03B310396}"/>
          </ac:spMkLst>
        </pc:spChg>
        <pc:spChg chg="mod">
          <ac:chgData name="Temirlan Zhaxalykov" userId="S::t.zhaxalykov@kbtu.kz::037320a9-8ef1-4acb-bb74-1ab60141db9d" providerId="AD" clId="Web-{13B824B9-2F41-1AAF-6313-D7FFEE62BCC7}" dt="2026-01-18T12:52:38.928" v="941"/>
          <ac:spMkLst>
            <pc:docMk/>
            <pc:sldMk cId="2354135621" sldId="262"/>
            <ac:spMk id="3" creationId="{A20E57FC-9489-92F6-97DA-BFAB6C8361CF}"/>
          </ac:spMkLst>
        </pc:spChg>
        <pc:spChg chg="add">
          <ac:chgData name="Temirlan Zhaxalykov" userId="S::t.zhaxalykov@kbtu.kz::037320a9-8ef1-4acb-bb74-1ab60141db9d" providerId="AD" clId="Web-{13B824B9-2F41-1AAF-6313-D7FFEE62BCC7}" dt="2026-01-18T12:52:38.928" v="941"/>
          <ac:spMkLst>
            <pc:docMk/>
            <pc:sldMk cId="2354135621" sldId="262"/>
            <ac:spMk id="8" creationId="{1B15ED52-F352-441B-82BF-E0EA34836D08}"/>
          </ac:spMkLst>
        </pc:spChg>
        <pc:spChg chg="add">
          <ac:chgData name="Temirlan Zhaxalykov" userId="S::t.zhaxalykov@kbtu.kz::037320a9-8ef1-4acb-bb74-1ab60141db9d" providerId="AD" clId="Web-{13B824B9-2F41-1AAF-6313-D7FFEE62BCC7}" dt="2026-01-18T12:52:38.928" v="941"/>
          <ac:spMkLst>
            <pc:docMk/>
            <pc:sldMk cId="2354135621" sldId="262"/>
            <ac:spMk id="10" creationId="{3B2E3793-BFE6-45A2-9B7B-E18844431C99}"/>
          </ac:spMkLst>
        </pc:spChg>
        <pc:spChg chg="add">
          <ac:chgData name="Temirlan Zhaxalykov" userId="S::t.zhaxalykov@kbtu.kz::037320a9-8ef1-4acb-bb74-1ab60141db9d" providerId="AD" clId="Web-{13B824B9-2F41-1AAF-6313-D7FFEE62BCC7}" dt="2026-01-18T12:52:38.928" v="941"/>
          <ac:spMkLst>
            <pc:docMk/>
            <pc:sldMk cId="2354135621" sldId="262"/>
            <ac:spMk id="12" creationId="{BC4C4868-CB8F-4AF9-9CDB-8108F2C19B67}"/>
          </ac:spMkLst>
        </pc:spChg>
        <pc:spChg chg="add">
          <ac:chgData name="Temirlan Zhaxalykov" userId="S::t.zhaxalykov@kbtu.kz::037320a9-8ef1-4acb-bb74-1ab60141db9d" providerId="AD" clId="Web-{13B824B9-2F41-1AAF-6313-D7FFEE62BCC7}" dt="2026-01-18T12:52:38.928" v="941"/>
          <ac:spMkLst>
            <pc:docMk/>
            <pc:sldMk cId="2354135621" sldId="262"/>
            <ac:spMk id="14" creationId="{375E0459-6403-40CD-989D-56A4407CA12E}"/>
          </ac:spMkLst>
        </pc:spChg>
        <pc:spChg chg="add">
          <ac:chgData name="Temirlan Zhaxalykov" userId="S::t.zhaxalykov@kbtu.kz::037320a9-8ef1-4acb-bb74-1ab60141db9d" providerId="AD" clId="Web-{13B824B9-2F41-1AAF-6313-D7FFEE62BCC7}" dt="2026-01-18T12:52:38.928" v="941"/>
          <ac:spMkLst>
            <pc:docMk/>
            <pc:sldMk cId="2354135621" sldId="262"/>
            <ac:spMk id="16" creationId="{53E5B1A8-3AC9-4BD1-9BBC-78CA94F2D1BA}"/>
          </ac:spMkLst>
        </pc:spChg>
      </pc:sldChg>
      <pc:sldChg chg="addSp delSp modSp new mod setBg">
        <pc:chgData name="Temirlan Zhaxalykov" userId="S::t.zhaxalykov@kbtu.kz::037320a9-8ef1-4acb-bb74-1ab60141db9d" providerId="AD" clId="Web-{13B824B9-2F41-1AAF-6313-D7FFEE62BCC7}" dt="2026-01-18T12:55:40.272" v="951"/>
        <pc:sldMkLst>
          <pc:docMk/>
          <pc:sldMk cId="432503727" sldId="297"/>
        </pc:sldMkLst>
        <pc:spChg chg="mod">
          <ac:chgData name="Temirlan Zhaxalykov" userId="S::t.zhaxalykov@kbtu.kz::037320a9-8ef1-4acb-bb74-1ab60141db9d" providerId="AD" clId="Web-{13B824B9-2F41-1AAF-6313-D7FFEE62BCC7}" dt="2026-01-18T12:55:40.240" v="950"/>
          <ac:spMkLst>
            <pc:docMk/>
            <pc:sldMk cId="432503727" sldId="297"/>
            <ac:spMk id="2" creationId="{4711D198-BC54-1A26-E453-415B3A49633C}"/>
          </ac:spMkLst>
        </pc:spChg>
        <pc:spChg chg="add">
          <ac:chgData name="Temirlan Zhaxalykov" userId="S::t.zhaxalykov@kbtu.kz::037320a9-8ef1-4acb-bb74-1ab60141db9d" providerId="AD" clId="Web-{13B824B9-2F41-1AAF-6313-D7FFEE62BCC7}" dt="2026-01-18T12:55:06.475" v="946"/>
          <ac:spMkLst>
            <pc:docMk/>
            <pc:sldMk cId="432503727" sldId="297"/>
            <ac:spMk id="8" creationId="{DEE2AD96-B495-4E06-9291-B71706F728CB}"/>
          </ac:spMkLst>
        </pc:spChg>
        <pc:spChg chg="add">
          <ac:chgData name="Temirlan Zhaxalykov" userId="S::t.zhaxalykov@kbtu.kz::037320a9-8ef1-4acb-bb74-1ab60141db9d" providerId="AD" clId="Web-{13B824B9-2F41-1AAF-6313-D7FFEE62BCC7}" dt="2026-01-18T12:55:06.475" v="946"/>
          <ac:spMkLst>
            <pc:docMk/>
            <pc:sldMk cId="432503727" sldId="297"/>
            <ac:spMk id="10" creationId="{53CF6D67-C5A8-4ADD-9E8E-1E38CA1D3166}"/>
          </ac:spMkLst>
        </pc:spChg>
        <pc:spChg chg="add">
          <ac:chgData name="Temirlan Zhaxalykov" userId="S::t.zhaxalykov@kbtu.kz::037320a9-8ef1-4acb-bb74-1ab60141db9d" providerId="AD" clId="Web-{13B824B9-2F41-1AAF-6313-D7FFEE62BCC7}" dt="2026-01-18T12:55:06.475" v="946"/>
          <ac:spMkLst>
            <pc:docMk/>
            <pc:sldMk cId="432503727" sldId="297"/>
            <ac:spMk id="12" creationId="{86909FA0-B515-4681-B7A8-FA281D133B94}"/>
          </ac:spMkLst>
        </pc:spChg>
        <pc:spChg chg="add">
          <ac:chgData name="Temirlan Zhaxalykov" userId="S::t.zhaxalykov@kbtu.kz::037320a9-8ef1-4acb-bb74-1ab60141db9d" providerId="AD" clId="Web-{13B824B9-2F41-1AAF-6313-D7FFEE62BCC7}" dt="2026-01-18T12:55:06.475" v="946"/>
          <ac:spMkLst>
            <pc:docMk/>
            <pc:sldMk cId="432503727" sldId="297"/>
            <ac:spMk id="14" creationId="{21C9FE86-FCC3-4A31-AA1C-C882262B7FE7}"/>
          </ac:spMkLst>
        </pc:spChg>
        <pc:spChg chg="add">
          <ac:chgData name="Temirlan Zhaxalykov" userId="S::t.zhaxalykov@kbtu.kz::037320a9-8ef1-4acb-bb74-1ab60141db9d" providerId="AD" clId="Web-{13B824B9-2F41-1AAF-6313-D7FFEE62BCC7}" dt="2026-01-18T12:55:06.475" v="946"/>
          <ac:spMkLst>
            <pc:docMk/>
            <pc:sldMk cId="432503727" sldId="297"/>
            <ac:spMk id="16" creationId="{7D96243B-ECED-4B71-8E06-AE9A285EAD20}"/>
          </ac:spMkLst>
        </pc:spChg>
        <pc:spChg chg="add mod">
          <ac:chgData name="Temirlan Zhaxalykov" userId="S::t.zhaxalykov@kbtu.kz::037320a9-8ef1-4acb-bb74-1ab60141db9d" providerId="AD" clId="Web-{13B824B9-2F41-1AAF-6313-D7FFEE62BCC7}" dt="2026-01-18T12:55:40.272" v="951"/>
          <ac:spMkLst>
            <pc:docMk/>
            <pc:sldMk cId="432503727" sldId="297"/>
            <ac:spMk id="17" creationId="{6E566CF4-7CD9-4868-7FB8-95D549613A1E}"/>
          </ac:spMkLst>
        </pc:spChg>
        <pc:spChg chg="add">
          <ac:chgData name="Temirlan Zhaxalykov" userId="S::t.zhaxalykov@kbtu.kz::037320a9-8ef1-4acb-bb74-1ab60141db9d" providerId="AD" clId="Web-{13B824B9-2F41-1AAF-6313-D7FFEE62BCC7}" dt="2026-01-18T12:55:06.475" v="946"/>
          <ac:spMkLst>
            <pc:docMk/>
            <pc:sldMk cId="432503727" sldId="297"/>
            <ac:spMk id="18" creationId="{A09989E4-EFDC-4A90-A633-E0525FB4139E}"/>
          </ac:spMkLst>
        </pc:spChg>
      </pc:sldChg>
      <pc:sldChg chg="addSp modSp new mod setBg">
        <pc:chgData name="Temirlan Zhaxalykov" userId="S::t.zhaxalykov@kbtu.kz::037320a9-8ef1-4acb-bb74-1ab60141db9d" providerId="AD" clId="Web-{13B824B9-2F41-1AAF-6313-D7FFEE62BCC7}" dt="2026-01-18T12:56:11.522" v="959"/>
        <pc:sldMkLst>
          <pc:docMk/>
          <pc:sldMk cId="2668763695" sldId="298"/>
        </pc:sldMkLst>
        <pc:spChg chg="mod">
          <ac:chgData name="Temirlan Zhaxalykov" userId="S::t.zhaxalykov@kbtu.kz::037320a9-8ef1-4acb-bb74-1ab60141db9d" providerId="AD" clId="Web-{13B824B9-2F41-1AAF-6313-D7FFEE62BCC7}" dt="2026-01-18T12:56:11.522" v="959"/>
          <ac:spMkLst>
            <pc:docMk/>
            <pc:sldMk cId="2668763695" sldId="298"/>
            <ac:spMk id="2" creationId="{0140527F-FCE1-8CA2-129E-81FCCA36BC6F}"/>
          </ac:spMkLst>
        </pc:spChg>
        <pc:spChg chg="mod">
          <ac:chgData name="Temirlan Zhaxalykov" userId="S::t.zhaxalykov@kbtu.kz::037320a9-8ef1-4acb-bb74-1ab60141db9d" providerId="AD" clId="Web-{13B824B9-2F41-1AAF-6313-D7FFEE62BCC7}" dt="2026-01-18T12:56:11.522" v="959"/>
          <ac:spMkLst>
            <pc:docMk/>
            <pc:sldMk cId="2668763695" sldId="298"/>
            <ac:spMk id="3" creationId="{91C52A93-924A-579B-3E34-180CB8E77DCD}"/>
          </ac:spMkLst>
        </pc:spChg>
        <pc:spChg chg="add">
          <ac:chgData name="Temirlan Zhaxalykov" userId="S::t.zhaxalykov@kbtu.kz::037320a9-8ef1-4acb-bb74-1ab60141db9d" providerId="AD" clId="Web-{13B824B9-2F41-1AAF-6313-D7FFEE62BCC7}" dt="2026-01-18T12:56:11.522" v="959"/>
          <ac:spMkLst>
            <pc:docMk/>
            <pc:sldMk cId="2668763695" sldId="298"/>
            <ac:spMk id="8" creationId="{1B15ED52-F352-441B-82BF-E0EA34836D08}"/>
          </ac:spMkLst>
        </pc:spChg>
        <pc:spChg chg="add">
          <ac:chgData name="Temirlan Zhaxalykov" userId="S::t.zhaxalykov@kbtu.kz::037320a9-8ef1-4acb-bb74-1ab60141db9d" providerId="AD" clId="Web-{13B824B9-2F41-1AAF-6313-D7FFEE62BCC7}" dt="2026-01-18T12:56:11.522" v="959"/>
          <ac:spMkLst>
            <pc:docMk/>
            <pc:sldMk cId="2668763695" sldId="298"/>
            <ac:spMk id="10" creationId="{3B2E3793-BFE6-45A2-9B7B-E18844431C99}"/>
          </ac:spMkLst>
        </pc:spChg>
        <pc:spChg chg="add">
          <ac:chgData name="Temirlan Zhaxalykov" userId="S::t.zhaxalykov@kbtu.kz::037320a9-8ef1-4acb-bb74-1ab60141db9d" providerId="AD" clId="Web-{13B824B9-2F41-1AAF-6313-D7FFEE62BCC7}" dt="2026-01-18T12:56:11.522" v="959"/>
          <ac:spMkLst>
            <pc:docMk/>
            <pc:sldMk cId="2668763695" sldId="298"/>
            <ac:spMk id="12" creationId="{BC4C4868-CB8F-4AF9-9CDB-8108F2C19B67}"/>
          </ac:spMkLst>
        </pc:spChg>
        <pc:spChg chg="add">
          <ac:chgData name="Temirlan Zhaxalykov" userId="S::t.zhaxalykov@kbtu.kz::037320a9-8ef1-4acb-bb74-1ab60141db9d" providerId="AD" clId="Web-{13B824B9-2F41-1AAF-6313-D7FFEE62BCC7}" dt="2026-01-18T12:56:11.522" v="959"/>
          <ac:spMkLst>
            <pc:docMk/>
            <pc:sldMk cId="2668763695" sldId="298"/>
            <ac:spMk id="14" creationId="{375E0459-6403-40CD-989D-56A4407CA12E}"/>
          </ac:spMkLst>
        </pc:spChg>
        <pc:spChg chg="add">
          <ac:chgData name="Temirlan Zhaxalykov" userId="S::t.zhaxalykov@kbtu.kz::037320a9-8ef1-4acb-bb74-1ab60141db9d" providerId="AD" clId="Web-{13B824B9-2F41-1AAF-6313-D7FFEE62BCC7}" dt="2026-01-18T12:56:11.522" v="959"/>
          <ac:spMkLst>
            <pc:docMk/>
            <pc:sldMk cId="2668763695" sldId="298"/>
            <ac:spMk id="16" creationId="{53E5B1A8-3AC9-4BD1-9BBC-78CA94F2D1BA}"/>
          </ac:spMkLst>
        </pc:spChg>
      </pc:sldChg>
      <pc:sldChg chg="addSp modSp new mod setBg">
        <pc:chgData name="Temirlan Zhaxalykov" userId="S::t.zhaxalykov@kbtu.kz::037320a9-8ef1-4acb-bb74-1ab60141db9d" providerId="AD" clId="Web-{13B824B9-2F41-1AAF-6313-D7FFEE62BCC7}" dt="2026-01-18T13:01:28.241" v="1067"/>
        <pc:sldMkLst>
          <pc:docMk/>
          <pc:sldMk cId="2716055109" sldId="299"/>
        </pc:sldMkLst>
        <pc:spChg chg="mod">
          <ac:chgData name="Temirlan Zhaxalykov" userId="S::t.zhaxalykov@kbtu.kz::037320a9-8ef1-4acb-bb74-1ab60141db9d" providerId="AD" clId="Web-{13B824B9-2F41-1AAF-6313-D7FFEE62BCC7}" dt="2026-01-18T12:56:41.303" v="964" actId="20577"/>
          <ac:spMkLst>
            <pc:docMk/>
            <pc:sldMk cId="2716055109" sldId="299"/>
            <ac:spMk id="2" creationId="{35C1CFD3-2058-A6F5-9490-5C3E97DD4504}"/>
          </ac:spMkLst>
        </pc:spChg>
        <pc:spChg chg="mod">
          <ac:chgData name="Temirlan Zhaxalykov" userId="S::t.zhaxalykov@kbtu.kz::037320a9-8ef1-4acb-bb74-1ab60141db9d" providerId="AD" clId="Web-{13B824B9-2F41-1AAF-6313-D7FFEE62BCC7}" dt="2026-01-18T13:01:28.241" v="1067"/>
          <ac:spMkLst>
            <pc:docMk/>
            <pc:sldMk cId="2716055109" sldId="299"/>
            <ac:spMk id="3" creationId="{A8B0BCDC-E830-FB31-B478-8B4D3E8B6409}"/>
          </ac:spMkLst>
        </pc:spChg>
        <pc:spChg chg="add">
          <ac:chgData name="Temirlan Zhaxalykov" userId="S::t.zhaxalykov@kbtu.kz::037320a9-8ef1-4acb-bb74-1ab60141db9d" providerId="AD" clId="Web-{13B824B9-2F41-1AAF-6313-D7FFEE62BCC7}" dt="2026-01-18T12:56:38.506" v="963"/>
          <ac:spMkLst>
            <pc:docMk/>
            <pc:sldMk cId="2716055109" sldId="299"/>
            <ac:spMk id="8" creationId="{1B15ED52-F352-441B-82BF-E0EA34836D08}"/>
          </ac:spMkLst>
        </pc:spChg>
        <pc:spChg chg="add">
          <ac:chgData name="Temirlan Zhaxalykov" userId="S::t.zhaxalykov@kbtu.kz::037320a9-8ef1-4acb-bb74-1ab60141db9d" providerId="AD" clId="Web-{13B824B9-2F41-1AAF-6313-D7FFEE62BCC7}" dt="2026-01-18T12:56:38.506" v="963"/>
          <ac:spMkLst>
            <pc:docMk/>
            <pc:sldMk cId="2716055109" sldId="299"/>
            <ac:spMk id="10" creationId="{3B2E3793-BFE6-45A2-9B7B-E18844431C99}"/>
          </ac:spMkLst>
        </pc:spChg>
        <pc:spChg chg="add">
          <ac:chgData name="Temirlan Zhaxalykov" userId="S::t.zhaxalykov@kbtu.kz::037320a9-8ef1-4acb-bb74-1ab60141db9d" providerId="AD" clId="Web-{13B824B9-2F41-1AAF-6313-D7FFEE62BCC7}" dt="2026-01-18T12:56:38.506" v="963"/>
          <ac:spMkLst>
            <pc:docMk/>
            <pc:sldMk cId="2716055109" sldId="299"/>
            <ac:spMk id="12" creationId="{BC4C4868-CB8F-4AF9-9CDB-8108F2C19B67}"/>
          </ac:spMkLst>
        </pc:spChg>
        <pc:spChg chg="add">
          <ac:chgData name="Temirlan Zhaxalykov" userId="S::t.zhaxalykov@kbtu.kz::037320a9-8ef1-4acb-bb74-1ab60141db9d" providerId="AD" clId="Web-{13B824B9-2F41-1AAF-6313-D7FFEE62BCC7}" dt="2026-01-18T12:56:38.506" v="963"/>
          <ac:spMkLst>
            <pc:docMk/>
            <pc:sldMk cId="2716055109" sldId="299"/>
            <ac:spMk id="14" creationId="{375E0459-6403-40CD-989D-56A4407CA12E}"/>
          </ac:spMkLst>
        </pc:spChg>
        <pc:spChg chg="add">
          <ac:chgData name="Temirlan Zhaxalykov" userId="S::t.zhaxalykov@kbtu.kz::037320a9-8ef1-4acb-bb74-1ab60141db9d" providerId="AD" clId="Web-{13B824B9-2F41-1AAF-6313-D7FFEE62BCC7}" dt="2026-01-18T12:56:38.506" v="963"/>
          <ac:spMkLst>
            <pc:docMk/>
            <pc:sldMk cId="2716055109" sldId="299"/>
            <ac:spMk id="16" creationId="{53E5B1A8-3AC9-4BD1-9BBC-78CA94F2D1BA}"/>
          </ac:spMkLst>
        </pc:spChg>
      </pc:sldChg>
      <pc:sldChg chg="addSp modSp new mod setBg">
        <pc:chgData name="Temirlan Zhaxalykov" userId="S::t.zhaxalykov@kbtu.kz::037320a9-8ef1-4acb-bb74-1ab60141db9d" providerId="AD" clId="Web-{13B824B9-2F41-1AAF-6313-D7FFEE62BCC7}" dt="2026-01-18T13:01:22.851" v="1066"/>
        <pc:sldMkLst>
          <pc:docMk/>
          <pc:sldMk cId="3712972672" sldId="300"/>
        </pc:sldMkLst>
        <pc:spChg chg="mod">
          <ac:chgData name="Temirlan Zhaxalykov" userId="S::t.zhaxalykov@kbtu.kz::037320a9-8ef1-4acb-bb74-1ab60141db9d" providerId="AD" clId="Web-{13B824B9-2F41-1AAF-6313-D7FFEE62BCC7}" dt="2026-01-18T13:01:22.741" v="1065"/>
          <ac:spMkLst>
            <pc:docMk/>
            <pc:sldMk cId="3712972672" sldId="300"/>
            <ac:spMk id="2" creationId="{0E9D3CBE-41C5-64B9-7B4F-E7A3C1EF9455}"/>
          </ac:spMkLst>
        </pc:spChg>
        <pc:spChg chg="mod">
          <ac:chgData name="Temirlan Zhaxalykov" userId="S::t.zhaxalykov@kbtu.kz::037320a9-8ef1-4acb-bb74-1ab60141db9d" providerId="AD" clId="Web-{13B824B9-2F41-1AAF-6313-D7FFEE62BCC7}" dt="2026-01-18T13:01:22.851" v="1066"/>
          <ac:spMkLst>
            <pc:docMk/>
            <pc:sldMk cId="3712972672" sldId="300"/>
            <ac:spMk id="3" creationId="{29E56049-BB79-B980-5DB5-B14E2C8A686E}"/>
          </ac:spMkLst>
        </pc:spChg>
        <pc:spChg chg="add">
          <ac:chgData name="Temirlan Zhaxalykov" userId="S::t.zhaxalykov@kbtu.kz::037320a9-8ef1-4acb-bb74-1ab60141db9d" providerId="AD" clId="Web-{13B824B9-2F41-1AAF-6313-D7FFEE62BCC7}" dt="2026-01-18T12:58:07.819" v="986"/>
          <ac:spMkLst>
            <pc:docMk/>
            <pc:sldMk cId="3712972672" sldId="300"/>
            <ac:spMk id="8" creationId="{1B15ED52-F352-441B-82BF-E0EA34836D08}"/>
          </ac:spMkLst>
        </pc:spChg>
        <pc:spChg chg="add">
          <ac:chgData name="Temirlan Zhaxalykov" userId="S::t.zhaxalykov@kbtu.kz::037320a9-8ef1-4acb-bb74-1ab60141db9d" providerId="AD" clId="Web-{13B824B9-2F41-1AAF-6313-D7FFEE62BCC7}" dt="2026-01-18T12:58:07.819" v="986"/>
          <ac:spMkLst>
            <pc:docMk/>
            <pc:sldMk cId="3712972672" sldId="300"/>
            <ac:spMk id="10" creationId="{3B2E3793-BFE6-45A2-9B7B-E18844431C99}"/>
          </ac:spMkLst>
        </pc:spChg>
        <pc:spChg chg="add">
          <ac:chgData name="Temirlan Zhaxalykov" userId="S::t.zhaxalykov@kbtu.kz::037320a9-8ef1-4acb-bb74-1ab60141db9d" providerId="AD" clId="Web-{13B824B9-2F41-1AAF-6313-D7FFEE62BCC7}" dt="2026-01-18T12:58:07.819" v="986"/>
          <ac:spMkLst>
            <pc:docMk/>
            <pc:sldMk cId="3712972672" sldId="300"/>
            <ac:spMk id="12" creationId="{BC4C4868-CB8F-4AF9-9CDB-8108F2C19B67}"/>
          </ac:spMkLst>
        </pc:spChg>
        <pc:spChg chg="add">
          <ac:chgData name="Temirlan Zhaxalykov" userId="S::t.zhaxalykov@kbtu.kz::037320a9-8ef1-4acb-bb74-1ab60141db9d" providerId="AD" clId="Web-{13B824B9-2F41-1AAF-6313-D7FFEE62BCC7}" dt="2026-01-18T12:58:07.819" v="986"/>
          <ac:spMkLst>
            <pc:docMk/>
            <pc:sldMk cId="3712972672" sldId="300"/>
            <ac:spMk id="14" creationId="{375E0459-6403-40CD-989D-56A4407CA12E}"/>
          </ac:spMkLst>
        </pc:spChg>
        <pc:spChg chg="add">
          <ac:chgData name="Temirlan Zhaxalykov" userId="S::t.zhaxalykov@kbtu.kz::037320a9-8ef1-4acb-bb74-1ab60141db9d" providerId="AD" clId="Web-{13B824B9-2F41-1AAF-6313-D7FFEE62BCC7}" dt="2026-01-18T12:58:07.819" v="986"/>
          <ac:spMkLst>
            <pc:docMk/>
            <pc:sldMk cId="3712972672" sldId="300"/>
            <ac:spMk id="16" creationId="{53E5B1A8-3AC9-4BD1-9BBC-78CA94F2D1BA}"/>
          </ac:spMkLst>
        </pc:spChg>
      </pc:sldChg>
      <pc:sldChg chg="addSp modSp new mod setBg">
        <pc:chgData name="Temirlan Zhaxalykov" userId="S::t.zhaxalykov@kbtu.kz::037320a9-8ef1-4acb-bb74-1ab60141db9d" providerId="AD" clId="Web-{13B824B9-2F41-1AAF-6313-D7FFEE62BCC7}" dt="2026-01-18T13:01:17.569" v="1064"/>
        <pc:sldMkLst>
          <pc:docMk/>
          <pc:sldMk cId="1105730265" sldId="301"/>
        </pc:sldMkLst>
        <pc:spChg chg="mod">
          <ac:chgData name="Temirlan Zhaxalykov" userId="S::t.zhaxalykov@kbtu.kz::037320a9-8ef1-4acb-bb74-1ab60141db9d" providerId="AD" clId="Web-{13B824B9-2F41-1AAF-6313-D7FFEE62BCC7}" dt="2026-01-18T13:01:17.476" v="1063"/>
          <ac:spMkLst>
            <pc:docMk/>
            <pc:sldMk cId="1105730265" sldId="301"/>
            <ac:spMk id="2" creationId="{B2DF14B8-EF55-0AFC-7531-3EDCADB1420B}"/>
          </ac:spMkLst>
        </pc:spChg>
        <pc:spChg chg="mod">
          <ac:chgData name="Temirlan Zhaxalykov" userId="S::t.zhaxalykov@kbtu.kz::037320a9-8ef1-4acb-bb74-1ab60141db9d" providerId="AD" clId="Web-{13B824B9-2F41-1AAF-6313-D7FFEE62BCC7}" dt="2026-01-18T13:01:17.569" v="1064"/>
          <ac:spMkLst>
            <pc:docMk/>
            <pc:sldMk cId="1105730265" sldId="301"/>
            <ac:spMk id="3" creationId="{19530339-AB7B-FCAD-306E-2517D61654CA}"/>
          </ac:spMkLst>
        </pc:spChg>
        <pc:spChg chg="add">
          <ac:chgData name="Temirlan Zhaxalykov" userId="S::t.zhaxalykov@kbtu.kz::037320a9-8ef1-4acb-bb74-1ab60141db9d" providerId="AD" clId="Web-{13B824B9-2F41-1AAF-6313-D7FFEE62BCC7}" dt="2026-01-18T12:58:52.053" v="1001"/>
          <ac:spMkLst>
            <pc:docMk/>
            <pc:sldMk cId="1105730265" sldId="301"/>
            <ac:spMk id="8" creationId="{1B15ED52-F352-441B-82BF-E0EA34836D08}"/>
          </ac:spMkLst>
        </pc:spChg>
        <pc:spChg chg="add">
          <ac:chgData name="Temirlan Zhaxalykov" userId="S::t.zhaxalykov@kbtu.kz::037320a9-8ef1-4acb-bb74-1ab60141db9d" providerId="AD" clId="Web-{13B824B9-2F41-1AAF-6313-D7FFEE62BCC7}" dt="2026-01-18T12:58:52.053" v="1001"/>
          <ac:spMkLst>
            <pc:docMk/>
            <pc:sldMk cId="1105730265" sldId="301"/>
            <ac:spMk id="10" creationId="{3B2E3793-BFE6-45A2-9B7B-E18844431C99}"/>
          </ac:spMkLst>
        </pc:spChg>
        <pc:spChg chg="add">
          <ac:chgData name="Temirlan Zhaxalykov" userId="S::t.zhaxalykov@kbtu.kz::037320a9-8ef1-4acb-bb74-1ab60141db9d" providerId="AD" clId="Web-{13B824B9-2F41-1AAF-6313-D7FFEE62BCC7}" dt="2026-01-18T12:58:52.053" v="1001"/>
          <ac:spMkLst>
            <pc:docMk/>
            <pc:sldMk cId="1105730265" sldId="301"/>
            <ac:spMk id="12" creationId="{BC4C4868-CB8F-4AF9-9CDB-8108F2C19B67}"/>
          </ac:spMkLst>
        </pc:spChg>
        <pc:spChg chg="add">
          <ac:chgData name="Temirlan Zhaxalykov" userId="S::t.zhaxalykov@kbtu.kz::037320a9-8ef1-4acb-bb74-1ab60141db9d" providerId="AD" clId="Web-{13B824B9-2F41-1AAF-6313-D7FFEE62BCC7}" dt="2026-01-18T12:58:52.053" v="1001"/>
          <ac:spMkLst>
            <pc:docMk/>
            <pc:sldMk cId="1105730265" sldId="301"/>
            <ac:spMk id="14" creationId="{375E0459-6403-40CD-989D-56A4407CA12E}"/>
          </ac:spMkLst>
        </pc:spChg>
        <pc:spChg chg="add">
          <ac:chgData name="Temirlan Zhaxalykov" userId="S::t.zhaxalykov@kbtu.kz::037320a9-8ef1-4acb-bb74-1ab60141db9d" providerId="AD" clId="Web-{13B824B9-2F41-1AAF-6313-D7FFEE62BCC7}" dt="2026-01-18T12:58:52.053" v="1001"/>
          <ac:spMkLst>
            <pc:docMk/>
            <pc:sldMk cId="1105730265" sldId="301"/>
            <ac:spMk id="16" creationId="{53E5B1A8-3AC9-4BD1-9BBC-78CA94F2D1BA}"/>
          </ac:spMkLst>
        </pc:spChg>
      </pc:sldChg>
      <pc:sldChg chg="addSp delSp modSp add replId">
        <pc:chgData name="Temirlan Zhaxalykov" userId="S::t.zhaxalykov@kbtu.kz::037320a9-8ef1-4acb-bb74-1ab60141db9d" providerId="AD" clId="Web-{13B824B9-2F41-1AAF-6313-D7FFEE62BCC7}" dt="2026-01-18T13:01:11.819" v="1062"/>
        <pc:sldMkLst>
          <pc:docMk/>
          <pc:sldMk cId="1877072588" sldId="303"/>
        </pc:sldMkLst>
        <pc:spChg chg="mod">
          <ac:chgData name="Temirlan Zhaxalykov" userId="S::t.zhaxalykov@kbtu.kz::037320a9-8ef1-4acb-bb74-1ab60141db9d" providerId="AD" clId="Web-{13B824B9-2F41-1AAF-6313-D7FFEE62BCC7}" dt="2026-01-18T13:00:58.741" v="1061"/>
          <ac:spMkLst>
            <pc:docMk/>
            <pc:sldMk cId="1877072588" sldId="303"/>
            <ac:spMk id="2" creationId="{9940982A-6423-438A-0088-AADC4C95347C}"/>
          </ac:spMkLst>
        </pc:spChg>
        <pc:spChg chg="mod">
          <ac:chgData name="Temirlan Zhaxalykov" userId="S::t.zhaxalykov@kbtu.kz::037320a9-8ef1-4acb-bb74-1ab60141db9d" providerId="AD" clId="Web-{13B824B9-2F41-1AAF-6313-D7FFEE62BCC7}" dt="2026-01-18T13:01:11.819" v="1062"/>
          <ac:spMkLst>
            <pc:docMk/>
            <pc:sldMk cId="1877072588" sldId="303"/>
            <ac:spMk id="17" creationId="{E0CFC4AF-F74A-C1CF-E696-AADA8CE09CEC}"/>
          </ac:spMkLst>
        </pc:spChg>
        <pc:spChg chg="add">
          <ac:chgData name="Temirlan Zhaxalykov" userId="S::t.zhaxalykov@kbtu.kz::037320a9-8ef1-4acb-bb74-1ab60141db9d" providerId="AD" clId="Web-{13B824B9-2F41-1AAF-6313-D7FFEE62BCC7}" dt="2026-01-18T13:00:58.741" v="1061"/>
          <ac:spMkLst>
            <pc:docMk/>
            <pc:sldMk cId="1877072588" sldId="303"/>
            <ac:spMk id="23" creationId="{DEE2AD96-B495-4E06-9291-B71706F728CB}"/>
          </ac:spMkLst>
        </pc:spChg>
        <pc:spChg chg="add">
          <ac:chgData name="Temirlan Zhaxalykov" userId="S::t.zhaxalykov@kbtu.kz::037320a9-8ef1-4acb-bb74-1ab60141db9d" providerId="AD" clId="Web-{13B824B9-2F41-1AAF-6313-D7FFEE62BCC7}" dt="2026-01-18T13:00:58.741" v="1061"/>
          <ac:spMkLst>
            <pc:docMk/>
            <pc:sldMk cId="1877072588" sldId="303"/>
            <ac:spMk id="25" creationId="{53CF6D67-C5A8-4ADD-9E8E-1E38CA1D3166}"/>
          </ac:spMkLst>
        </pc:spChg>
        <pc:spChg chg="add">
          <ac:chgData name="Temirlan Zhaxalykov" userId="S::t.zhaxalykov@kbtu.kz::037320a9-8ef1-4acb-bb74-1ab60141db9d" providerId="AD" clId="Web-{13B824B9-2F41-1AAF-6313-D7FFEE62BCC7}" dt="2026-01-18T13:00:58.741" v="1061"/>
          <ac:spMkLst>
            <pc:docMk/>
            <pc:sldMk cId="1877072588" sldId="303"/>
            <ac:spMk id="27" creationId="{86909FA0-B515-4681-B7A8-FA281D133B94}"/>
          </ac:spMkLst>
        </pc:spChg>
      </pc:sldChg>
      <pc:sldChg chg="addSp delSp modSp new mod setBg">
        <pc:chgData name="Temirlan Zhaxalykov" userId="S::t.zhaxalykov@kbtu.kz::037320a9-8ef1-4acb-bb74-1ab60141db9d" providerId="AD" clId="Web-{13B824B9-2F41-1AAF-6313-D7FFEE62BCC7}" dt="2026-01-18T13:04:52.679" v="1109"/>
        <pc:sldMkLst>
          <pc:docMk/>
          <pc:sldMk cId="1796832100" sldId="304"/>
        </pc:sldMkLst>
        <pc:spChg chg="mod">
          <ac:chgData name="Temirlan Zhaxalykov" userId="S::t.zhaxalykov@kbtu.kz::037320a9-8ef1-4acb-bb74-1ab60141db9d" providerId="AD" clId="Web-{13B824B9-2F41-1AAF-6313-D7FFEE62BCC7}" dt="2026-01-18T13:04:52.648" v="1108"/>
          <ac:spMkLst>
            <pc:docMk/>
            <pc:sldMk cId="1796832100" sldId="304"/>
            <ac:spMk id="2" creationId="{CF69353D-D117-21C1-EC60-066C72C3C71F}"/>
          </ac:spMkLst>
        </pc:spChg>
        <pc:spChg chg="mod">
          <ac:chgData name="Temirlan Zhaxalykov" userId="S::t.zhaxalykov@kbtu.kz::037320a9-8ef1-4acb-bb74-1ab60141db9d" providerId="AD" clId="Web-{13B824B9-2F41-1AAF-6313-D7FFEE62BCC7}" dt="2026-01-18T13:04:52.679" v="1109"/>
          <ac:spMkLst>
            <pc:docMk/>
            <pc:sldMk cId="1796832100" sldId="304"/>
            <ac:spMk id="3" creationId="{D107485F-807E-9E1A-E48C-5C40D7593AA3}"/>
          </ac:spMkLst>
        </pc:spChg>
        <pc:spChg chg="add">
          <ac:chgData name="Temirlan Zhaxalykov" userId="S::t.zhaxalykov@kbtu.kz::037320a9-8ef1-4acb-bb74-1ab60141db9d" providerId="AD" clId="Web-{13B824B9-2F41-1AAF-6313-D7FFEE62BCC7}" dt="2026-01-18T13:02:57.991" v="1080"/>
          <ac:spMkLst>
            <pc:docMk/>
            <pc:sldMk cId="1796832100" sldId="304"/>
            <ac:spMk id="5" creationId="{1B15ED52-F352-441B-82BF-E0EA34836D08}"/>
          </ac:spMkLst>
        </pc:spChg>
        <pc:spChg chg="add">
          <ac:chgData name="Temirlan Zhaxalykov" userId="S::t.zhaxalykov@kbtu.kz::037320a9-8ef1-4acb-bb74-1ab60141db9d" providerId="AD" clId="Web-{13B824B9-2F41-1AAF-6313-D7FFEE62BCC7}" dt="2026-01-18T13:02:57.991" v="1080"/>
          <ac:spMkLst>
            <pc:docMk/>
            <pc:sldMk cId="1796832100" sldId="304"/>
            <ac:spMk id="6" creationId="{3B2E3793-BFE6-45A2-9B7B-E18844431C99}"/>
          </ac:spMkLst>
        </pc:spChg>
        <pc:spChg chg="add">
          <ac:chgData name="Temirlan Zhaxalykov" userId="S::t.zhaxalykov@kbtu.kz::037320a9-8ef1-4acb-bb74-1ab60141db9d" providerId="AD" clId="Web-{13B824B9-2F41-1AAF-6313-D7FFEE62BCC7}" dt="2026-01-18T13:02:57.991" v="1080"/>
          <ac:spMkLst>
            <pc:docMk/>
            <pc:sldMk cId="1796832100" sldId="304"/>
            <ac:spMk id="7" creationId="{BC4C4868-CB8F-4AF9-9CDB-8108F2C19B67}"/>
          </ac:spMkLst>
        </pc:spChg>
        <pc:spChg chg="add">
          <ac:chgData name="Temirlan Zhaxalykov" userId="S::t.zhaxalykov@kbtu.kz::037320a9-8ef1-4acb-bb74-1ab60141db9d" providerId="AD" clId="Web-{13B824B9-2F41-1AAF-6313-D7FFEE62BCC7}" dt="2026-01-18T13:02:57.991" v="1080"/>
          <ac:spMkLst>
            <pc:docMk/>
            <pc:sldMk cId="1796832100" sldId="304"/>
            <ac:spMk id="9" creationId="{375E0459-6403-40CD-989D-56A4407CA12E}"/>
          </ac:spMkLst>
        </pc:spChg>
        <pc:spChg chg="add">
          <ac:chgData name="Temirlan Zhaxalykov" userId="S::t.zhaxalykov@kbtu.kz::037320a9-8ef1-4acb-bb74-1ab60141db9d" providerId="AD" clId="Web-{13B824B9-2F41-1AAF-6313-D7FFEE62BCC7}" dt="2026-01-18T13:02:57.991" v="1080"/>
          <ac:spMkLst>
            <pc:docMk/>
            <pc:sldMk cId="1796832100" sldId="304"/>
            <ac:spMk id="11" creationId="{53E5B1A8-3AC9-4BD1-9BBC-78CA94F2D1BA}"/>
          </ac:spMkLst>
        </pc:spChg>
      </pc:sldChg>
      <pc:sldChg chg="addSp modSp new mod setBg">
        <pc:chgData name="Temirlan Zhaxalykov" userId="S::t.zhaxalykov@kbtu.kz::037320a9-8ef1-4acb-bb74-1ab60141db9d" providerId="AD" clId="Web-{13B824B9-2F41-1AAF-6313-D7FFEE62BCC7}" dt="2026-01-18T13:05:42.336" v="1120"/>
        <pc:sldMkLst>
          <pc:docMk/>
          <pc:sldMk cId="3409382768" sldId="305"/>
        </pc:sldMkLst>
        <pc:spChg chg="mod">
          <ac:chgData name="Temirlan Zhaxalykov" userId="S::t.zhaxalykov@kbtu.kz::037320a9-8ef1-4acb-bb74-1ab60141db9d" providerId="AD" clId="Web-{13B824B9-2F41-1AAF-6313-D7FFEE62BCC7}" dt="2026-01-18T13:05:42.304" v="1119"/>
          <ac:spMkLst>
            <pc:docMk/>
            <pc:sldMk cId="3409382768" sldId="305"/>
            <ac:spMk id="2" creationId="{D58B884D-D349-2512-A99E-499C43041D39}"/>
          </ac:spMkLst>
        </pc:spChg>
        <pc:spChg chg="mod">
          <ac:chgData name="Temirlan Zhaxalykov" userId="S::t.zhaxalykov@kbtu.kz::037320a9-8ef1-4acb-bb74-1ab60141db9d" providerId="AD" clId="Web-{13B824B9-2F41-1AAF-6313-D7FFEE62BCC7}" dt="2026-01-18T13:05:42.336" v="1120"/>
          <ac:spMkLst>
            <pc:docMk/>
            <pc:sldMk cId="3409382768" sldId="305"/>
            <ac:spMk id="3" creationId="{70412394-760B-1109-0685-DCCFC1120768}"/>
          </ac:spMkLst>
        </pc:spChg>
        <pc:spChg chg="add">
          <ac:chgData name="Temirlan Zhaxalykov" userId="S::t.zhaxalykov@kbtu.kz::037320a9-8ef1-4acb-bb74-1ab60141db9d" providerId="AD" clId="Web-{13B824B9-2F41-1AAF-6313-D7FFEE62BCC7}" dt="2026-01-18T13:05:28.367" v="1116"/>
          <ac:spMkLst>
            <pc:docMk/>
            <pc:sldMk cId="3409382768" sldId="305"/>
            <ac:spMk id="8" creationId="{1B15ED52-F352-441B-82BF-E0EA34836D08}"/>
          </ac:spMkLst>
        </pc:spChg>
        <pc:spChg chg="add">
          <ac:chgData name="Temirlan Zhaxalykov" userId="S::t.zhaxalykov@kbtu.kz::037320a9-8ef1-4acb-bb74-1ab60141db9d" providerId="AD" clId="Web-{13B824B9-2F41-1AAF-6313-D7FFEE62BCC7}" dt="2026-01-18T13:05:28.367" v="1116"/>
          <ac:spMkLst>
            <pc:docMk/>
            <pc:sldMk cId="3409382768" sldId="305"/>
            <ac:spMk id="10" creationId="{3B2E3793-BFE6-45A2-9B7B-E18844431C99}"/>
          </ac:spMkLst>
        </pc:spChg>
        <pc:spChg chg="add">
          <ac:chgData name="Temirlan Zhaxalykov" userId="S::t.zhaxalykov@kbtu.kz::037320a9-8ef1-4acb-bb74-1ab60141db9d" providerId="AD" clId="Web-{13B824B9-2F41-1AAF-6313-D7FFEE62BCC7}" dt="2026-01-18T13:05:28.367" v="1116"/>
          <ac:spMkLst>
            <pc:docMk/>
            <pc:sldMk cId="3409382768" sldId="305"/>
            <ac:spMk id="12" creationId="{BC4C4868-CB8F-4AF9-9CDB-8108F2C19B67}"/>
          </ac:spMkLst>
        </pc:spChg>
        <pc:spChg chg="add">
          <ac:chgData name="Temirlan Zhaxalykov" userId="S::t.zhaxalykov@kbtu.kz::037320a9-8ef1-4acb-bb74-1ab60141db9d" providerId="AD" clId="Web-{13B824B9-2F41-1AAF-6313-D7FFEE62BCC7}" dt="2026-01-18T13:05:28.367" v="1116"/>
          <ac:spMkLst>
            <pc:docMk/>
            <pc:sldMk cId="3409382768" sldId="305"/>
            <ac:spMk id="14" creationId="{375E0459-6403-40CD-989D-56A4407CA12E}"/>
          </ac:spMkLst>
        </pc:spChg>
        <pc:spChg chg="add">
          <ac:chgData name="Temirlan Zhaxalykov" userId="S::t.zhaxalykov@kbtu.kz::037320a9-8ef1-4acb-bb74-1ab60141db9d" providerId="AD" clId="Web-{13B824B9-2F41-1AAF-6313-D7FFEE62BCC7}" dt="2026-01-18T13:05:28.367" v="1116"/>
          <ac:spMkLst>
            <pc:docMk/>
            <pc:sldMk cId="3409382768" sldId="305"/>
            <ac:spMk id="16" creationId="{53E5B1A8-3AC9-4BD1-9BBC-78CA94F2D1BA}"/>
          </ac:spMkLst>
        </pc:spChg>
      </pc:sldChg>
      <pc:sldChg chg="addSp modSp new mod setBg">
        <pc:chgData name="Temirlan Zhaxalykov" userId="S::t.zhaxalykov@kbtu.kz::037320a9-8ef1-4acb-bb74-1ab60141db9d" providerId="AD" clId="Web-{13B824B9-2F41-1AAF-6313-D7FFEE62BCC7}" dt="2026-01-18T13:06:38.398" v="1134" actId="20577"/>
        <pc:sldMkLst>
          <pc:docMk/>
          <pc:sldMk cId="862532696" sldId="306"/>
        </pc:sldMkLst>
        <pc:spChg chg="mod">
          <ac:chgData name="Temirlan Zhaxalykov" userId="S::t.zhaxalykov@kbtu.kz::037320a9-8ef1-4acb-bb74-1ab60141db9d" providerId="AD" clId="Web-{13B824B9-2F41-1AAF-6313-D7FFEE62BCC7}" dt="2026-01-18T13:06:31.633" v="1131"/>
          <ac:spMkLst>
            <pc:docMk/>
            <pc:sldMk cId="862532696" sldId="306"/>
            <ac:spMk id="2" creationId="{0BCC54D4-10C3-08FA-9690-53E79DDE6251}"/>
          </ac:spMkLst>
        </pc:spChg>
        <pc:spChg chg="mod">
          <ac:chgData name="Temirlan Zhaxalykov" userId="S::t.zhaxalykov@kbtu.kz::037320a9-8ef1-4acb-bb74-1ab60141db9d" providerId="AD" clId="Web-{13B824B9-2F41-1AAF-6313-D7FFEE62BCC7}" dt="2026-01-18T13:06:38.398" v="1134" actId="20577"/>
          <ac:spMkLst>
            <pc:docMk/>
            <pc:sldMk cId="862532696" sldId="306"/>
            <ac:spMk id="3" creationId="{008CB1DF-E9CB-5574-7729-58F3574CB2EC}"/>
          </ac:spMkLst>
        </pc:spChg>
        <pc:spChg chg="add">
          <ac:chgData name="Temirlan Zhaxalykov" userId="S::t.zhaxalykov@kbtu.kz::037320a9-8ef1-4acb-bb74-1ab60141db9d" providerId="AD" clId="Web-{13B824B9-2F41-1AAF-6313-D7FFEE62BCC7}" dt="2026-01-18T13:06:25.226" v="1130"/>
          <ac:spMkLst>
            <pc:docMk/>
            <pc:sldMk cId="862532696" sldId="306"/>
            <ac:spMk id="8" creationId="{1B15ED52-F352-441B-82BF-E0EA34836D08}"/>
          </ac:spMkLst>
        </pc:spChg>
        <pc:spChg chg="add">
          <ac:chgData name="Temirlan Zhaxalykov" userId="S::t.zhaxalykov@kbtu.kz::037320a9-8ef1-4acb-bb74-1ab60141db9d" providerId="AD" clId="Web-{13B824B9-2F41-1AAF-6313-D7FFEE62BCC7}" dt="2026-01-18T13:06:25.226" v="1130"/>
          <ac:spMkLst>
            <pc:docMk/>
            <pc:sldMk cId="862532696" sldId="306"/>
            <ac:spMk id="10" creationId="{3B2E3793-BFE6-45A2-9B7B-E18844431C99}"/>
          </ac:spMkLst>
        </pc:spChg>
        <pc:spChg chg="add">
          <ac:chgData name="Temirlan Zhaxalykov" userId="S::t.zhaxalykov@kbtu.kz::037320a9-8ef1-4acb-bb74-1ab60141db9d" providerId="AD" clId="Web-{13B824B9-2F41-1AAF-6313-D7FFEE62BCC7}" dt="2026-01-18T13:06:25.226" v="1130"/>
          <ac:spMkLst>
            <pc:docMk/>
            <pc:sldMk cId="862532696" sldId="306"/>
            <ac:spMk id="12" creationId="{BC4C4868-CB8F-4AF9-9CDB-8108F2C19B67}"/>
          </ac:spMkLst>
        </pc:spChg>
        <pc:spChg chg="add">
          <ac:chgData name="Temirlan Zhaxalykov" userId="S::t.zhaxalykov@kbtu.kz::037320a9-8ef1-4acb-bb74-1ab60141db9d" providerId="AD" clId="Web-{13B824B9-2F41-1AAF-6313-D7FFEE62BCC7}" dt="2026-01-18T13:06:25.226" v="1130"/>
          <ac:spMkLst>
            <pc:docMk/>
            <pc:sldMk cId="862532696" sldId="306"/>
            <ac:spMk id="14" creationId="{375E0459-6403-40CD-989D-56A4407CA12E}"/>
          </ac:spMkLst>
        </pc:spChg>
        <pc:spChg chg="add">
          <ac:chgData name="Temirlan Zhaxalykov" userId="S::t.zhaxalykov@kbtu.kz::037320a9-8ef1-4acb-bb74-1ab60141db9d" providerId="AD" clId="Web-{13B824B9-2F41-1AAF-6313-D7FFEE62BCC7}" dt="2026-01-18T13:06:25.226" v="1130"/>
          <ac:spMkLst>
            <pc:docMk/>
            <pc:sldMk cId="862532696" sldId="306"/>
            <ac:spMk id="16" creationId="{53E5B1A8-3AC9-4BD1-9BBC-78CA94F2D1BA}"/>
          </ac:spMkLst>
        </pc:spChg>
      </pc:sldChg>
      <pc:sldChg chg="addSp modSp new mod setBg">
        <pc:chgData name="Temirlan Zhaxalykov" userId="S::t.zhaxalykov@kbtu.kz::037320a9-8ef1-4acb-bb74-1ab60141db9d" providerId="AD" clId="Web-{13B824B9-2F41-1AAF-6313-D7FFEE62BCC7}" dt="2026-01-18T13:07:29.729" v="1153" actId="20577"/>
        <pc:sldMkLst>
          <pc:docMk/>
          <pc:sldMk cId="4208846123" sldId="307"/>
        </pc:sldMkLst>
        <pc:spChg chg="mod">
          <ac:chgData name="Temirlan Zhaxalykov" userId="S::t.zhaxalykov@kbtu.kz::037320a9-8ef1-4acb-bb74-1ab60141db9d" providerId="AD" clId="Web-{13B824B9-2F41-1AAF-6313-D7FFEE62BCC7}" dt="2026-01-18T13:07:20.588" v="1148"/>
          <ac:spMkLst>
            <pc:docMk/>
            <pc:sldMk cId="4208846123" sldId="307"/>
            <ac:spMk id="2" creationId="{756BD49A-3085-FFA5-1DEE-84CE522F68EB}"/>
          </ac:spMkLst>
        </pc:spChg>
        <pc:spChg chg="mod">
          <ac:chgData name="Temirlan Zhaxalykov" userId="S::t.zhaxalykov@kbtu.kz::037320a9-8ef1-4acb-bb74-1ab60141db9d" providerId="AD" clId="Web-{13B824B9-2F41-1AAF-6313-D7FFEE62BCC7}" dt="2026-01-18T13:07:29.729" v="1153" actId="20577"/>
          <ac:spMkLst>
            <pc:docMk/>
            <pc:sldMk cId="4208846123" sldId="307"/>
            <ac:spMk id="3" creationId="{6076D1EE-CFAB-5D9F-006C-1A8C7AA50793}"/>
          </ac:spMkLst>
        </pc:spChg>
        <pc:spChg chg="add">
          <ac:chgData name="Temirlan Zhaxalykov" userId="S::t.zhaxalykov@kbtu.kz::037320a9-8ef1-4acb-bb74-1ab60141db9d" providerId="AD" clId="Web-{13B824B9-2F41-1AAF-6313-D7FFEE62BCC7}" dt="2026-01-18T13:07:13.385" v="1145"/>
          <ac:spMkLst>
            <pc:docMk/>
            <pc:sldMk cId="4208846123" sldId="307"/>
            <ac:spMk id="8" creationId="{1B15ED52-F352-441B-82BF-E0EA34836D08}"/>
          </ac:spMkLst>
        </pc:spChg>
        <pc:spChg chg="add">
          <ac:chgData name="Temirlan Zhaxalykov" userId="S::t.zhaxalykov@kbtu.kz::037320a9-8ef1-4acb-bb74-1ab60141db9d" providerId="AD" clId="Web-{13B824B9-2F41-1AAF-6313-D7FFEE62BCC7}" dt="2026-01-18T13:07:13.385" v="1145"/>
          <ac:spMkLst>
            <pc:docMk/>
            <pc:sldMk cId="4208846123" sldId="307"/>
            <ac:spMk id="10" creationId="{3B2E3793-BFE6-45A2-9B7B-E18844431C99}"/>
          </ac:spMkLst>
        </pc:spChg>
        <pc:spChg chg="add">
          <ac:chgData name="Temirlan Zhaxalykov" userId="S::t.zhaxalykov@kbtu.kz::037320a9-8ef1-4acb-bb74-1ab60141db9d" providerId="AD" clId="Web-{13B824B9-2F41-1AAF-6313-D7FFEE62BCC7}" dt="2026-01-18T13:07:13.385" v="1145"/>
          <ac:spMkLst>
            <pc:docMk/>
            <pc:sldMk cId="4208846123" sldId="307"/>
            <ac:spMk id="12" creationId="{BC4C4868-CB8F-4AF9-9CDB-8108F2C19B67}"/>
          </ac:spMkLst>
        </pc:spChg>
        <pc:spChg chg="add">
          <ac:chgData name="Temirlan Zhaxalykov" userId="S::t.zhaxalykov@kbtu.kz::037320a9-8ef1-4acb-bb74-1ab60141db9d" providerId="AD" clId="Web-{13B824B9-2F41-1AAF-6313-D7FFEE62BCC7}" dt="2026-01-18T13:07:13.385" v="1145"/>
          <ac:spMkLst>
            <pc:docMk/>
            <pc:sldMk cId="4208846123" sldId="307"/>
            <ac:spMk id="14" creationId="{375E0459-6403-40CD-989D-56A4407CA12E}"/>
          </ac:spMkLst>
        </pc:spChg>
        <pc:spChg chg="add">
          <ac:chgData name="Temirlan Zhaxalykov" userId="S::t.zhaxalykov@kbtu.kz::037320a9-8ef1-4acb-bb74-1ab60141db9d" providerId="AD" clId="Web-{13B824B9-2F41-1AAF-6313-D7FFEE62BCC7}" dt="2026-01-18T13:07:13.385" v="1145"/>
          <ac:spMkLst>
            <pc:docMk/>
            <pc:sldMk cId="4208846123" sldId="307"/>
            <ac:spMk id="16" creationId="{53E5B1A8-3AC9-4BD1-9BBC-78CA94F2D1BA}"/>
          </ac:spMkLst>
        </pc:spChg>
      </pc:sldChg>
      <pc:sldChg chg="addSp modSp new mod setBg">
        <pc:chgData name="Temirlan Zhaxalykov" userId="S::t.zhaxalykov@kbtu.kz::037320a9-8ef1-4acb-bb74-1ab60141db9d" providerId="AD" clId="Web-{13B824B9-2F41-1AAF-6313-D7FFEE62BCC7}" dt="2026-01-18T13:08:30.716" v="1167"/>
        <pc:sldMkLst>
          <pc:docMk/>
          <pc:sldMk cId="605510620" sldId="308"/>
        </pc:sldMkLst>
        <pc:spChg chg="mod">
          <ac:chgData name="Temirlan Zhaxalykov" userId="S::t.zhaxalykov@kbtu.kz::037320a9-8ef1-4acb-bb74-1ab60141db9d" providerId="AD" clId="Web-{13B824B9-2F41-1AAF-6313-D7FFEE62BCC7}" dt="2026-01-18T13:08:30.685" v="1166"/>
          <ac:spMkLst>
            <pc:docMk/>
            <pc:sldMk cId="605510620" sldId="308"/>
            <ac:spMk id="2" creationId="{215BE61E-AD15-9792-ACC8-89BEFE00EC87}"/>
          </ac:spMkLst>
        </pc:spChg>
        <pc:spChg chg="mod">
          <ac:chgData name="Temirlan Zhaxalykov" userId="S::t.zhaxalykov@kbtu.kz::037320a9-8ef1-4acb-bb74-1ab60141db9d" providerId="AD" clId="Web-{13B824B9-2F41-1AAF-6313-D7FFEE62BCC7}" dt="2026-01-18T13:08:30.716" v="1167"/>
          <ac:spMkLst>
            <pc:docMk/>
            <pc:sldMk cId="605510620" sldId="308"/>
            <ac:spMk id="3" creationId="{A962179E-CCD0-3EE0-2D42-F96578F8AA54}"/>
          </ac:spMkLst>
        </pc:spChg>
        <pc:spChg chg="add">
          <ac:chgData name="Temirlan Zhaxalykov" userId="S::t.zhaxalykov@kbtu.kz::037320a9-8ef1-4acb-bb74-1ab60141db9d" providerId="AD" clId="Web-{13B824B9-2F41-1AAF-6313-D7FFEE62BCC7}" dt="2026-01-18T13:08:19.622" v="1163"/>
          <ac:spMkLst>
            <pc:docMk/>
            <pc:sldMk cId="605510620" sldId="308"/>
            <ac:spMk id="8" creationId="{1B15ED52-F352-441B-82BF-E0EA34836D08}"/>
          </ac:spMkLst>
        </pc:spChg>
        <pc:spChg chg="add">
          <ac:chgData name="Temirlan Zhaxalykov" userId="S::t.zhaxalykov@kbtu.kz::037320a9-8ef1-4acb-bb74-1ab60141db9d" providerId="AD" clId="Web-{13B824B9-2F41-1AAF-6313-D7FFEE62BCC7}" dt="2026-01-18T13:08:19.622" v="1163"/>
          <ac:spMkLst>
            <pc:docMk/>
            <pc:sldMk cId="605510620" sldId="308"/>
            <ac:spMk id="10" creationId="{3B2E3793-BFE6-45A2-9B7B-E18844431C99}"/>
          </ac:spMkLst>
        </pc:spChg>
        <pc:spChg chg="add">
          <ac:chgData name="Temirlan Zhaxalykov" userId="S::t.zhaxalykov@kbtu.kz::037320a9-8ef1-4acb-bb74-1ab60141db9d" providerId="AD" clId="Web-{13B824B9-2F41-1AAF-6313-D7FFEE62BCC7}" dt="2026-01-18T13:08:19.622" v="1163"/>
          <ac:spMkLst>
            <pc:docMk/>
            <pc:sldMk cId="605510620" sldId="308"/>
            <ac:spMk id="12" creationId="{BC4C4868-CB8F-4AF9-9CDB-8108F2C19B67}"/>
          </ac:spMkLst>
        </pc:spChg>
        <pc:spChg chg="add">
          <ac:chgData name="Temirlan Zhaxalykov" userId="S::t.zhaxalykov@kbtu.kz::037320a9-8ef1-4acb-bb74-1ab60141db9d" providerId="AD" clId="Web-{13B824B9-2F41-1AAF-6313-D7FFEE62BCC7}" dt="2026-01-18T13:08:19.622" v="1163"/>
          <ac:spMkLst>
            <pc:docMk/>
            <pc:sldMk cId="605510620" sldId="308"/>
            <ac:spMk id="14" creationId="{375E0459-6403-40CD-989D-56A4407CA12E}"/>
          </ac:spMkLst>
        </pc:spChg>
        <pc:spChg chg="add">
          <ac:chgData name="Temirlan Zhaxalykov" userId="S::t.zhaxalykov@kbtu.kz::037320a9-8ef1-4acb-bb74-1ab60141db9d" providerId="AD" clId="Web-{13B824B9-2F41-1AAF-6313-D7FFEE62BCC7}" dt="2026-01-18T13:08:19.622" v="1163"/>
          <ac:spMkLst>
            <pc:docMk/>
            <pc:sldMk cId="605510620" sldId="308"/>
            <ac:spMk id="16" creationId="{53E5B1A8-3AC9-4BD1-9BBC-78CA94F2D1BA}"/>
          </ac:spMkLst>
        </pc:spChg>
      </pc:sldChg>
      <pc:sldChg chg="addSp modSp new mod setBg">
        <pc:chgData name="Temirlan Zhaxalykov" userId="S::t.zhaxalykov@kbtu.kz::037320a9-8ef1-4acb-bb74-1ab60141db9d" providerId="AD" clId="Web-{13B824B9-2F41-1AAF-6313-D7FFEE62BCC7}" dt="2026-01-18T13:09:21.686" v="1180"/>
        <pc:sldMkLst>
          <pc:docMk/>
          <pc:sldMk cId="354865821" sldId="309"/>
        </pc:sldMkLst>
        <pc:spChg chg="mod">
          <ac:chgData name="Temirlan Zhaxalykov" userId="S::t.zhaxalykov@kbtu.kz::037320a9-8ef1-4acb-bb74-1ab60141db9d" providerId="AD" clId="Web-{13B824B9-2F41-1AAF-6313-D7FFEE62BCC7}" dt="2026-01-18T13:09:21.670" v="1179"/>
          <ac:spMkLst>
            <pc:docMk/>
            <pc:sldMk cId="354865821" sldId="309"/>
            <ac:spMk id="2" creationId="{AF64AF6E-FA4F-7B50-51DC-AE81C2D53096}"/>
          </ac:spMkLst>
        </pc:spChg>
        <pc:spChg chg="mod">
          <ac:chgData name="Temirlan Zhaxalykov" userId="S::t.zhaxalykov@kbtu.kz::037320a9-8ef1-4acb-bb74-1ab60141db9d" providerId="AD" clId="Web-{13B824B9-2F41-1AAF-6313-D7FFEE62BCC7}" dt="2026-01-18T13:09:21.686" v="1180"/>
          <ac:spMkLst>
            <pc:docMk/>
            <pc:sldMk cId="354865821" sldId="309"/>
            <ac:spMk id="3" creationId="{85791FBC-7CE4-C4DD-CF44-6A1961D4750E}"/>
          </ac:spMkLst>
        </pc:spChg>
        <pc:spChg chg="add">
          <ac:chgData name="Temirlan Zhaxalykov" userId="S::t.zhaxalykov@kbtu.kz::037320a9-8ef1-4acb-bb74-1ab60141db9d" providerId="AD" clId="Web-{13B824B9-2F41-1AAF-6313-D7FFEE62BCC7}" dt="2026-01-18T13:09:13.685" v="1176"/>
          <ac:spMkLst>
            <pc:docMk/>
            <pc:sldMk cId="354865821" sldId="309"/>
            <ac:spMk id="8" creationId="{1B15ED52-F352-441B-82BF-E0EA34836D08}"/>
          </ac:spMkLst>
        </pc:spChg>
        <pc:spChg chg="add">
          <ac:chgData name="Temirlan Zhaxalykov" userId="S::t.zhaxalykov@kbtu.kz::037320a9-8ef1-4acb-bb74-1ab60141db9d" providerId="AD" clId="Web-{13B824B9-2F41-1AAF-6313-D7FFEE62BCC7}" dt="2026-01-18T13:09:13.685" v="1176"/>
          <ac:spMkLst>
            <pc:docMk/>
            <pc:sldMk cId="354865821" sldId="309"/>
            <ac:spMk id="10" creationId="{3B2E3793-BFE6-45A2-9B7B-E18844431C99}"/>
          </ac:spMkLst>
        </pc:spChg>
        <pc:spChg chg="add">
          <ac:chgData name="Temirlan Zhaxalykov" userId="S::t.zhaxalykov@kbtu.kz::037320a9-8ef1-4acb-bb74-1ab60141db9d" providerId="AD" clId="Web-{13B824B9-2F41-1AAF-6313-D7FFEE62BCC7}" dt="2026-01-18T13:09:13.685" v="1176"/>
          <ac:spMkLst>
            <pc:docMk/>
            <pc:sldMk cId="354865821" sldId="309"/>
            <ac:spMk id="12" creationId="{BC4C4868-CB8F-4AF9-9CDB-8108F2C19B67}"/>
          </ac:spMkLst>
        </pc:spChg>
        <pc:spChg chg="add">
          <ac:chgData name="Temirlan Zhaxalykov" userId="S::t.zhaxalykov@kbtu.kz::037320a9-8ef1-4acb-bb74-1ab60141db9d" providerId="AD" clId="Web-{13B824B9-2F41-1AAF-6313-D7FFEE62BCC7}" dt="2026-01-18T13:09:13.685" v="1176"/>
          <ac:spMkLst>
            <pc:docMk/>
            <pc:sldMk cId="354865821" sldId="309"/>
            <ac:spMk id="14" creationId="{375E0459-6403-40CD-989D-56A4407CA12E}"/>
          </ac:spMkLst>
        </pc:spChg>
        <pc:spChg chg="add">
          <ac:chgData name="Temirlan Zhaxalykov" userId="S::t.zhaxalykov@kbtu.kz::037320a9-8ef1-4acb-bb74-1ab60141db9d" providerId="AD" clId="Web-{13B824B9-2F41-1AAF-6313-D7FFEE62BCC7}" dt="2026-01-18T13:09:13.685" v="1176"/>
          <ac:spMkLst>
            <pc:docMk/>
            <pc:sldMk cId="354865821" sldId="309"/>
            <ac:spMk id="16" creationId="{53E5B1A8-3AC9-4BD1-9BBC-78CA94F2D1BA}"/>
          </ac:spMkLst>
        </pc:spChg>
      </pc:sldChg>
      <pc:sldChg chg="addSp modSp new mod setBg">
        <pc:chgData name="Temirlan Zhaxalykov" userId="S::t.zhaxalykov@kbtu.kz::037320a9-8ef1-4acb-bb74-1ab60141db9d" providerId="AD" clId="Web-{13B824B9-2F41-1AAF-6313-D7FFEE62BCC7}" dt="2026-01-18T13:10:24.920" v="1194"/>
        <pc:sldMkLst>
          <pc:docMk/>
          <pc:sldMk cId="1609912143" sldId="310"/>
        </pc:sldMkLst>
        <pc:spChg chg="mod">
          <ac:chgData name="Temirlan Zhaxalykov" userId="S::t.zhaxalykov@kbtu.kz::037320a9-8ef1-4acb-bb74-1ab60141db9d" providerId="AD" clId="Web-{13B824B9-2F41-1AAF-6313-D7FFEE62BCC7}" dt="2026-01-18T13:10:24.905" v="1193"/>
          <ac:spMkLst>
            <pc:docMk/>
            <pc:sldMk cId="1609912143" sldId="310"/>
            <ac:spMk id="2" creationId="{544B8741-F05A-064F-3BF6-5CCD7EC32534}"/>
          </ac:spMkLst>
        </pc:spChg>
        <pc:spChg chg="mod">
          <ac:chgData name="Temirlan Zhaxalykov" userId="S::t.zhaxalykov@kbtu.kz::037320a9-8ef1-4acb-bb74-1ab60141db9d" providerId="AD" clId="Web-{13B824B9-2F41-1AAF-6313-D7FFEE62BCC7}" dt="2026-01-18T13:10:24.920" v="1194"/>
          <ac:spMkLst>
            <pc:docMk/>
            <pc:sldMk cId="1609912143" sldId="310"/>
            <ac:spMk id="3" creationId="{E3DD7124-675F-8E4C-FE9A-A6150CEB31D5}"/>
          </ac:spMkLst>
        </pc:spChg>
        <pc:spChg chg="add">
          <ac:chgData name="Temirlan Zhaxalykov" userId="S::t.zhaxalykov@kbtu.kz::037320a9-8ef1-4acb-bb74-1ab60141db9d" providerId="AD" clId="Web-{13B824B9-2F41-1AAF-6313-D7FFEE62BCC7}" dt="2026-01-18T13:10:17.295" v="1190"/>
          <ac:spMkLst>
            <pc:docMk/>
            <pc:sldMk cId="1609912143" sldId="310"/>
            <ac:spMk id="8" creationId="{1B15ED52-F352-441B-82BF-E0EA34836D08}"/>
          </ac:spMkLst>
        </pc:spChg>
        <pc:spChg chg="add">
          <ac:chgData name="Temirlan Zhaxalykov" userId="S::t.zhaxalykov@kbtu.kz::037320a9-8ef1-4acb-bb74-1ab60141db9d" providerId="AD" clId="Web-{13B824B9-2F41-1AAF-6313-D7FFEE62BCC7}" dt="2026-01-18T13:10:17.295" v="1190"/>
          <ac:spMkLst>
            <pc:docMk/>
            <pc:sldMk cId="1609912143" sldId="310"/>
            <ac:spMk id="10" creationId="{3B2E3793-BFE6-45A2-9B7B-E18844431C99}"/>
          </ac:spMkLst>
        </pc:spChg>
        <pc:spChg chg="add">
          <ac:chgData name="Temirlan Zhaxalykov" userId="S::t.zhaxalykov@kbtu.kz::037320a9-8ef1-4acb-bb74-1ab60141db9d" providerId="AD" clId="Web-{13B824B9-2F41-1AAF-6313-D7FFEE62BCC7}" dt="2026-01-18T13:10:17.295" v="1190"/>
          <ac:spMkLst>
            <pc:docMk/>
            <pc:sldMk cId="1609912143" sldId="310"/>
            <ac:spMk id="12" creationId="{BC4C4868-CB8F-4AF9-9CDB-8108F2C19B67}"/>
          </ac:spMkLst>
        </pc:spChg>
        <pc:spChg chg="add">
          <ac:chgData name="Temirlan Zhaxalykov" userId="S::t.zhaxalykov@kbtu.kz::037320a9-8ef1-4acb-bb74-1ab60141db9d" providerId="AD" clId="Web-{13B824B9-2F41-1AAF-6313-D7FFEE62BCC7}" dt="2026-01-18T13:10:17.295" v="1190"/>
          <ac:spMkLst>
            <pc:docMk/>
            <pc:sldMk cId="1609912143" sldId="310"/>
            <ac:spMk id="14" creationId="{375E0459-6403-40CD-989D-56A4407CA12E}"/>
          </ac:spMkLst>
        </pc:spChg>
        <pc:spChg chg="add">
          <ac:chgData name="Temirlan Zhaxalykov" userId="S::t.zhaxalykov@kbtu.kz::037320a9-8ef1-4acb-bb74-1ab60141db9d" providerId="AD" clId="Web-{13B824B9-2F41-1AAF-6313-D7FFEE62BCC7}" dt="2026-01-18T13:10:17.295" v="1190"/>
          <ac:spMkLst>
            <pc:docMk/>
            <pc:sldMk cId="1609912143" sldId="310"/>
            <ac:spMk id="16" creationId="{53E5B1A8-3AC9-4BD1-9BBC-78CA94F2D1BA}"/>
          </ac:spMkLst>
        </pc:spChg>
      </pc:sldChg>
      <pc:sldChg chg="addSp modSp new mod setBg">
        <pc:chgData name="Temirlan Zhaxalykov" userId="S::t.zhaxalykov@kbtu.kz::037320a9-8ef1-4acb-bb74-1ab60141db9d" providerId="AD" clId="Web-{13B824B9-2F41-1AAF-6313-D7FFEE62BCC7}" dt="2026-01-18T13:42:49.062" v="1963"/>
        <pc:sldMkLst>
          <pc:docMk/>
          <pc:sldMk cId="1673508404" sldId="311"/>
        </pc:sldMkLst>
        <pc:spChg chg="mod">
          <ac:chgData name="Temirlan Zhaxalykov" userId="S::t.zhaxalykov@kbtu.kz::037320a9-8ef1-4acb-bb74-1ab60141db9d" providerId="AD" clId="Web-{13B824B9-2F41-1AAF-6313-D7FFEE62BCC7}" dt="2026-01-18T13:42:49.031" v="1962"/>
          <ac:spMkLst>
            <pc:docMk/>
            <pc:sldMk cId="1673508404" sldId="311"/>
            <ac:spMk id="2" creationId="{8BFC061B-4FB7-5409-DDF2-6FE84AE4E0DE}"/>
          </ac:spMkLst>
        </pc:spChg>
        <pc:spChg chg="mod">
          <ac:chgData name="Temirlan Zhaxalykov" userId="S::t.zhaxalykov@kbtu.kz::037320a9-8ef1-4acb-bb74-1ab60141db9d" providerId="AD" clId="Web-{13B824B9-2F41-1AAF-6313-D7FFEE62BCC7}" dt="2026-01-18T13:42:49.062" v="1963"/>
          <ac:spMkLst>
            <pc:docMk/>
            <pc:sldMk cId="1673508404" sldId="311"/>
            <ac:spMk id="3" creationId="{6230CEA8-AD2F-67B1-8B2F-468863FC7CA3}"/>
          </ac:spMkLst>
        </pc:spChg>
        <pc:spChg chg="add">
          <ac:chgData name="Temirlan Zhaxalykov" userId="S::t.zhaxalykov@kbtu.kz::037320a9-8ef1-4acb-bb74-1ab60141db9d" providerId="AD" clId="Web-{13B824B9-2F41-1AAF-6313-D7FFEE62BCC7}" dt="2026-01-18T13:11:45.155" v="1204"/>
          <ac:spMkLst>
            <pc:docMk/>
            <pc:sldMk cId="1673508404" sldId="311"/>
            <ac:spMk id="8" creationId="{1B15ED52-F352-441B-82BF-E0EA34836D08}"/>
          </ac:spMkLst>
        </pc:spChg>
        <pc:spChg chg="add">
          <ac:chgData name="Temirlan Zhaxalykov" userId="S::t.zhaxalykov@kbtu.kz::037320a9-8ef1-4acb-bb74-1ab60141db9d" providerId="AD" clId="Web-{13B824B9-2F41-1AAF-6313-D7FFEE62BCC7}" dt="2026-01-18T13:11:45.155" v="1204"/>
          <ac:spMkLst>
            <pc:docMk/>
            <pc:sldMk cId="1673508404" sldId="311"/>
            <ac:spMk id="10" creationId="{3B2E3793-BFE6-45A2-9B7B-E18844431C99}"/>
          </ac:spMkLst>
        </pc:spChg>
        <pc:spChg chg="add">
          <ac:chgData name="Temirlan Zhaxalykov" userId="S::t.zhaxalykov@kbtu.kz::037320a9-8ef1-4acb-bb74-1ab60141db9d" providerId="AD" clId="Web-{13B824B9-2F41-1AAF-6313-D7FFEE62BCC7}" dt="2026-01-18T13:11:45.155" v="1204"/>
          <ac:spMkLst>
            <pc:docMk/>
            <pc:sldMk cId="1673508404" sldId="311"/>
            <ac:spMk id="12" creationId="{BC4C4868-CB8F-4AF9-9CDB-8108F2C19B67}"/>
          </ac:spMkLst>
        </pc:spChg>
        <pc:spChg chg="add">
          <ac:chgData name="Temirlan Zhaxalykov" userId="S::t.zhaxalykov@kbtu.kz::037320a9-8ef1-4acb-bb74-1ab60141db9d" providerId="AD" clId="Web-{13B824B9-2F41-1AAF-6313-D7FFEE62BCC7}" dt="2026-01-18T13:11:45.155" v="1204"/>
          <ac:spMkLst>
            <pc:docMk/>
            <pc:sldMk cId="1673508404" sldId="311"/>
            <ac:spMk id="14" creationId="{375E0459-6403-40CD-989D-56A4407CA12E}"/>
          </ac:spMkLst>
        </pc:spChg>
        <pc:spChg chg="add">
          <ac:chgData name="Temirlan Zhaxalykov" userId="S::t.zhaxalykov@kbtu.kz::037320a9-8ef1-4acb-bb74-1ab60141db9d" providerId="AD" clId="Web-{13B824B9-2F41-1AAF-6313-D7FFEE62BCC7}" dt="2026-01-18T13:11:45.155" v="1204"/>
          <ac:spMkLst>
            <pc:docMk/>
            <pc:sldMk cId="1673508404" sldId="311"/>
            <ac:spMk id="16" creationId="{53E5B1A8-3AC9-4BD1-9BBC-78CA94F2D1BA}"/>
          </ac:spMkLst>
        </pc:spChg>
      </pc:sldChg>
      <pc:sldChg chg="addSp modSp new mod setBg">
        <pc:chgData name="Temirlan Zhaxalykov" userId="S::t.zhaxalykov@kbtu.kz::037320a9-8ef1-4acb-bb74-1ab60141db9d" providerId="AD" clId="Web-{13B824B9-2F41-1AAF-6313-D7FFEE62BCC7}" dt="2026-01-18T13:42:30.593" v="1956"/>
        <pc:sldMkLst>
          <pc:docMk/>
          <pc:sldMk cId="1263563018" sldId="313"/>
        </pc:sldMkLst>
        <pc:spChg chg="mod">
          <ac:chgData name="Temirlan Zhaxalykov" userId="S::t.zhaxalykov@kbtu.kz::037320a9-8ef1-4acb-bb74-1ab60141db9d" providerId="AD" clId="Web-{13B824B9-2F41-1AAF-6313-D7FFEE62BCC7}" dt="2026-01-18T13:42:30.468" v="1955"/>
          <ac:spMkLst>
            <pc:docMk/>
            <pc:sldMk cId="1263563018" sldId="313"/>
            <ac:spMk id="2" creationId="{1DC8B0F2-E60A-C007-0BA6-951098619B32}"/>
          </ac:spMkLst>
        </pc:spChg>
        <pc:spChg chg="mod">
          <ac:chgData name="Temirlan Zhaxalykov" userId="S::t.zhaxalykov@kbtu.kz::037320a9-8ef1-4acb-bb74-1ab60141db9d" providerId="AD" clId="Web-{13B824B9-2F41-1AAF-6313-D7FFEE62BCC7}" dt="2026-01-18T13:42:30.593" v="1956"/>
          <ac:spMkLst>
            <pc:docMk/>
            <pc:sldMk cId="1263563018" sldId="313"/>
            <ac:spMk id="3" creationId="{5C508B79-323C-9631-35E2-9281A39C007D}"/>
          </ac:spMkLst>
        </pc:spChg>
        <pc:spChg chg="add">
          <ac:chgData name="Temirlan Zhaxalykov" userId="S::t.zhaxalykov@kbtu.kz::037320a9-8ef1-4acb-bb74-1ab60141db9d" providerId="AD" clId="Web-{13B824B9-2F41-1AAF-6313-D7FFEE62BCC7}" dt="2026-01-18T13:13:59.483" v="1238"/>
          <ac:spMkLst>
            <pc:docMk/>
            <pc:sldMk cId="1263563018" sldId="313"/>
            <ac:spMk id="8" creationId="{1B15ED52-F352-441B-82BF-E0EA34836D08}"/>
          </ac:spMkLst>
        </pc:spChg>
        <pc:spChg chg="add">
          <ac:chgData name="Temirlan Zhaxalykov" userId="S::t.zhaxalykov@kbtu.kz::037320a9-8ef1-4acb-bb74-1ab60141db9d" providerId="AD" clId="Web-{13B824B9-2F41-1AAF-6313-D7FFEE62BCC7}" dt="2026-01-18T13:13:59.483" v="1238"/>
          <ac:spMkLst>
            <pc:docMk/>
            <pc:sldMk cId="1263563018" sldId="313"/>
            <ac:spMk id="10" creationId="{3B2E3793-BFE6-45A2-9B7B-E18844431C99}"/>
          </ac:spMkLst>
        </pc:spChg>
        <pc:spChg chg="add">
          <ac:chgData name="Temirlan Zhaxalykov" userId="S::t.zhaxalykov@kbtu.kz::037320a9-8ef1-4acb-bb74-1ab60141db9d" providerId="AD" clId="Web-{13B824B9-2F41-1AAF-6313-D7FFEE62BCC7}" dt="2026-01-18T13:13:59.483" v="1238"/>
          <ac:spMkLst>
            <pc:docMk/>
            <pc:sldMk cId="1263563018" sldId="313"/>
            <ac:spMk id="12" creationId="{BC4C4868-CB8F-4AF9-9CDB-8108F2C19B67}"/>
          </ac:spMkLst>
        </pc:spChg>
        <pc:spChg chg="add">
          <ac:chgData name="Temirlan Zhaxalykov" userId="S::t.zhaxalykov@kbtu.kz::037320a9-8ef1-4acb-bb74-1ab60141db9d" providerId="AD" clId="Web-{13B824B9-2F41-1AAF-6313-D7FFEE62BCC7}" dt="2026-01-18T13:13:59.483" v="1238"/>
          <ac:spMkLst>
            <pc:docMk/>
            <pc:sldMk cId="1263563018" sldId="313"/>
            <ac:spMk id="14" creationId="{375E0459-6403-40CD-989D-56A4407CA12E}"/>
          </ac:spMkLst>
        </pc:spChg>
        <pc:spChg chg="add">
          <ac:chgData name="Temirlan Zhaxalykov" userId="S::t.zhaxalykov@kbtu.kz::037320a9-8ef1-4acb-bb74-1ab60141db9d" providerId="AD" clId="Web-{13B824B9-2F41-1AAF-6313-D7FFEE62BCC7}" dt="2026-01-18T13:13:59.483" v="1238"/>
          <ac:spMkLst>
            <pc:docMk/>
            <pc:sldMk cId="1263563018" sldId="313"/>
            <ac:spMk id="16" creationId="{53E5B1A8-3AC9-4BD1-9BBC-78CA94F2D1BA}"/>
          </ac:spMkLst>
        </pc:spChg>
      </pc:sldChg>
      <pc:sldChg chg="modSp add replId">
        <pc:chgData name="Temirlan Zhaxalykov" userId="S::t.zhaxalykov@kbtu.kz::037320a9-8ef1-4acb-bb74-1ab60141db9d" providerId="AD" clId="Web-{13B824B9-2F41-1AAF-6313-D7FFEE62BCC7}" dt="2026-01-18T13:15:55.048" v="1336" actId="20577"/>
        <pc:sldMkLst>
          <pc:docMk/>
          <pc:sldMk cId="382431830" sldId="315"/>
        </pc:sldMkLst>
        <pc:spChg chg="mod">
          <ac:chgData name="Temirlan Zhaxalykov" userId="S::t.zhaxalykov@kbtu.kz::037320a9-8ef1-4acb-bb74-1ab60141db9d" providerId="AD" clId="Web-{13B824B9-2F41-1AAF-6313-D7FFEE62BCC7}" dt="2026-01-18T13:15:00.015" v="1327" actId="20577"/>
          <ac:spMkLst>
            <pc:docMk/>
            <pc:sldMk cId="382431830" sldId="315"/>
            <ac:spMk id="2" creationId="{24F31AD1-08AE-8BAC-AFA6-5D2D6013BF42}"/>
          </ac:spMkLst>
        </pc:spChg>
        <pc:spChg chg="mod">
          <ac:chgData name="Temirlan Zhaxalykov" userId="S::t.zhaxalykov@kbtu.kz::037320a9-8ef1-4acb-bb74-1ab60141db9d" providerId="AD" clId="Web-{13B824B9-2F41-1AAF-6313-D7FFEE62BCC7}" dt="2026-01-18T13:15:55.048" v="1336" actId="20577"/>
          <ac:spMkLst>
            <pc:docMk/>
            <pc:sldMk cId="382431830" sldId="315"/>
            <ac:spMk id="17" creationId="{0424E18A-85A7-287C-B82F-37A418E8943D}"/>
          </ac:spMkLst>
        </pc:spChg>
      </pc:sldChg>
      <pc:sldChg chg="addSp modSp new mod setBg">
        <pc:chgData name="Temirlan Zhaxalykov" userId="S::t.zhaxalykov@kbtu.kz::037320a9-8ef1-4acb-bb74-1ab60141db9d" providerId="AD" clId="Web-{13B824B9-2F41-1AAF-6313-D7FFEE62BCC7}" dt="2026-01-18T13:42:20.092" v="1954"/>
        <pc:sldMkLst>
          <pc:docMk/>
          <pc:sldMk cId="1427044702" sldId="316"/>
        </pc:sldMkLst>
        <pc:spChg chg="mod">
          <ac:chgData name="Temirlan Zhaxalykov" userId="S::t.zhaxalykov@kbtu.kz::037320a9-8ef1-4acb-bb74-1ab60141db9d" providerId="AD" clId="Web-{13B824B9-2F41-1AAF-6313-D7FFEE62BCC7}" dt="2026-01-18T13:42:20.030" v="1953"/>
          <ac:spMkLst>
            <pc:docMk/>
            <pc:sldMk cId="1427044702" sldId="316"/>
            <ac:spMk id="2" creationId="{9FAEC526-32FF-956B-EA0C-95F132EDDD4C}"/>
          </ac:spMkLst>
        </pc:spChg>
        <pc:spChg chg="mod">
          <ac:chgData name="Temirlan Zhaxalykov" userId="S::t.zhaxalykov@kbtu.kz::037320a9-8ef1-4acb-bb74-1ab60141db9d" providerId="AD" clId="Web-{13B824B9-2F41-1AAF-6313-D7FFEE62BCC7}" dt="2026-01-18T13:42:20.092" v="1954"/>
          <ac:spMkLst>
            <pc:docMk/>
            <pc:sldMk cId="1427044702" sldId="316"/>
            <ac:spMk id="3" creationId="{43053086-EB9D-58EF-394A-7B7537883194}"/>
          </ac:spMkLst>
        </pc:spChg>
        <pc:spChg chg="add">
          <ac:chgData name="Temirlan Zhaxalykov" userId="S::t.zhaxalykov@kbtu.kz::037320a9-8ef1-4acb-bb74-1ab60141db9d" providerId="AD" clId="Web-{13B824B9-2F41-1AAF-6313-D7FFEE62BCC7}" dt="2026-01-18T13:16:30.267" v="1347"/>
          <ac:spMkLst>
            <pc:docMk/>
            <pc:sldMk cId="1427044702" sldId="316"/>
            <ac:spMk id="8" creationId="{1B15ED52-F352-441B-82BF-E0EA34836D08}"/>
          </ac:spMkLst>
        </pc:spChg>
        <pc:spChg chg="add">
          <ac:chgData name="Temirlan Zhaxalykov" userId="S::t.zhaxalykov@kbtu.kz::037320a9-8ef1-4acb-bb74-1ab60141db9d" providerId="AD" clId="Web-{13B824B9-2F41-1AAF-6313-D7FFEE62BCC7}" dt="2026-01-18T13:16:30.267" v="1347"/>
          <ac:spMkLst>
            <pc:docMk/>
            <pc:sldMk cId="1427044702" sldId="316"/>
            <ac:spMk id="10" creationId="{3B2E3793-BFE6-45A2-9B7B-E18844431C99}"/>
          </ac:spMkLst>
        </pc:spChg>
        <pc:spChg chg="add">
          <ac:chgData name="Temirlan Zhaxalykov" userId="S::t.zhaxalykov@kbtu.kz::037320a9-8ef1-4acb-bb74-1ab60141db9d" providerId="AD" clId="Web-{13B824B9-2F41-1AAF-6313-D7FFEE62BCC7}" dt="2026-01-18T13:16:30.267" v="1347"/>
          <ac:spMkLst>
            <pc:docMk/>
            <pc:sldMk cId="1427044702" sldId="316"/>
            <ac:spMk id="12" creationId="{BC4C4868-CB8F-4AF9-9CDB-8108F2C19B67}"/>
          </ac:spMkLst>
        </pc:spChg>
        <pc:spChg chg="add">
          <ac:chgData name="Temirlan Zhaxalykov" userId="S::t.zhaxalykov@kbtu.kz::037320a9-8ef1-4acb-bb74-1ab60141db9d" providerId="AD" clId="Web-{13B824B9-2F41-1AAF-6313-D7FFEE62BCC7}" dt="2026-01-18T13:16:30.267" v="1347"/>
          <ac:spMkLst>
            <pc:docMk/>
            <pc:sldMk cId="1427044702" sldId="316"/>
            <ac:spMk id="14" creationId="{375E0459-6403-40CD-989D-56A4407CA12E}"/>
          </ac:spMkLst>
        </pc:spChg>
        <pc:spChg chg="add">
          <ac:chgData name="Temirlan Zhaxalykov" userId="S::t.zhaxalykov@kbtu.kz::037320a9-8ef1-4acb-bb74-1ab60141db9d" providerId="AD" clId="Web-{13B824B9-2F41-1AAF-6313-D7FFEE62BCC7}" dt="2026-01-18T13:16:30.267" v="1347"/>
          <ac:spMkLst>
            <pc:docMk/>
            <pc:sldMk cId="1427044702" sldId="316"/>
            <ac:spMk id="16" creationId="{53E5B1A8-3AC9-4BD1-9BBC-78CA94F2D1BA}"/>
          </ac:spMkLst>
        </pc:spChg>
      </pc:sldChg>
      <pc:sldChg chg="addSp modSp new mod setBg">
        <pc:chgData name="Temirlan Zhaxalykov" userId="S::t.zhaxalykov@kbtu.kz::037320a9-8ef1-4acb-bb74-1ab60141db9d" providerId="AD" clId="Web-{13B824B9-2F41-1AAF-6313-D7FFEE62BCC7}" dt="2026-01-18T13:42:03.357" v="1950"/>
        <pc:sldMkLst>
          <pc:docMk/>
          <pc:sldMk cId="2513957519" sldId="318"/>
        </pc:sldMkLst>
        <pc:spChg chg="mod">
          <ac:chgData name="Temirlan Zhaxalykov" userId="S::t.zhaxalykov@kbtu.kz::037320a9-8ef1-4acb-bb74-1ab60141db9d" providerId="AD" clId="Web-{13B824B9-2F41-1AAF-6313-D7FFEE62BCC7}" dt="2026-01-18T13:42:03.279" v="1949"/>
          <ac:spMkLst>
            <pc:docMk/>
            <pc:sldMk cId="2513957519" sldId="318"/>
            <ac:spMk id="2" creationId="{CD765C61-1121-31EF-FC0D-392C82A6C3F9}"/>
          </ac:spMkLst>
        </pc:spChg>
        <pc:spChg chg="mod">
          <ac:chgData name="Temirlan Zhaxalykov" userId="S::t.zhaxalykov@kbtu.kz::037320a9-8ef1-4acb-bb74-1ab60141db9d" providerId="AD" clId="Web-{13B824B9-2F41-1AAF-6313-D7FFEE62BCC7}" dt="2026-01-18T13:42:03.357" v="1950"/>
          <ac:spMkLst>
            <pc:docMk/>
            <pc:sldMk cId="2513957519" sldId="318"/>
            <ac:spMk id="3" creationId="{3DD4B3F3-3F2D-B0AD-FDC9-5B06E0D6F1C8}"/>
          </ac:spMkLst>
        </pc:spChg>
        <pc:spChg chg="add">
          <ac:chgData name="Temirlan Zhaxalykov" userId="S::t.zhaxalykov@kbtu.kz::037320a9-8ef1-4acb-bb74-1ab60141db9d" providerId="AD" clId="Web-{13B824B9-2F41-1AAF-6313-D7FFEE62BCC7}" dt="2026-01-18T13:18:13.317" v="1376"/>
          <ac:spMkLst>
            <pc:docMk/>
            <pc:sldMk cId="2513957519" sldId="318"/>
            <ac:spMk id="8" creationId="{1B15ED52-F352-441B-82BF-E0EA34836D08}"/>
          </ac:spMkLst>
        </pc:spChg>
        <pc:spChg chg="add">
          <ac:chgData name="Temirlan Zhaxalykov" userId="S::t.zhaxalykov@kbtu.kz::037320a9-8ef1-4acb-bb74-1ab60141db9d" providerId="AD" clId="Web-{13B824B9-2F41-1AAF-6313-D7FFEE62BCC7}" dt="2026-01-18T13:18:13.317" v="1376"/>
          <ac:spMkLst>
            <pc:docMk/>
            <pc:sldMk cId="2513957519" sldId="318"/>
            <ac:spMk id="10" creationId="{3B2E3793-BFE6-45A2-9B7B-E18844431C99}"/>
          </ac:spMkLst>
        </pc:spChg>
        <pc:spChg chg="add">
          <ac:chgData name="Temirlan Zhaxalykov" userId="S::t.zhaxalykov@kbtu.kz::037320a9-8ef1-4acb-bb74-1ab60141db9d" providerId="AD" clId="Web-{13B824B9-2F41-1AAF-6313-D7FFEE62BCC7}" dt="2026-01-18T13:18:13.317" v="1376"/>
          <ac:spMkLst>
            <pc:docMk/>
            <pc:sldMk cId="2513957519" sldId="318"/>
            <ac:spMk id="12" creationId="{BC4C4868-CB8F-4AF9-9CDB-8108F2C19B67}"/>
          </ac:spMkLst>
        </pc:spChg>
        <pc:spChg chg="add">
          <ac:chgData name="Temirlan Zhaxalykov" userId="S::t.zhaxalykov@kbtu.kz::037320a9-8ef1-4acb-bb74-1ab60141db9d" providerId="AD" clId="Web-{13B824B9-2F41-1AAF-6313-D7FFEE62BCC7}" dt="2026-01-18T13:18:13.317" v="1376"/>
          <ac:spMkLst>
            <pc:docMk/>
            <pc:sldMk cId="2513957519" sldId="318"/>
            <ac:spMk id="14" creationId="{375E0459-6403-40CD-989D-56A4407CA12E}"/>
          </ac:spMkLst>
        </pc:spChg>
        <pc:spChg chg="add">
          <ac:chgData name="Temirlan Zhaxalykov" userId="S::t.zhaxalykov@kbtu.kz::037320a9-8ef1-4acb-bb74-1ab60141db9d" providerId="AD" clId="Web-{13B824B9-2F41-1AAF-6313-D7FFEE62BCC7}" dt="2026-01-18T13:18:13.317" v="1376"/>
          <ac:spMkLst>
            <pc:docMk/>
            <pc:sldMk cId="2513957519" sldId="318"/>
            <ac:spMk id="16" creationId="{53E5B1A8-3AC9-4BD1-9BBC-78CA94F2D1BA}"/>
          </ac:spMkLst>
        </pc:spChg>
      </pc:sldChg>
      <pc:sldChg chg="addSp modSp new mod setBg">
        <pc:chgData name="Temirlan Zhaxalykov" userId="S::t.zhaxalykov@kbtu.kz::037320a9-8ef1-4acb-bb74-1ab60141db9d" providerId="AD" clId="Web-{13B824B9-2F41-1AAF-6313-D7FFEE62BCC7}" dt="2026-01-18T13:41:59.014" v="1948"/>
        <pc:sldMkLst>
          <pc:docMk/>
          <pc:sldMk cId="1211190609" sldId="319"/>
        </pc:sldMkLst>
        <pc:spChg chg="mod">
          <ac:chgData name="Temirlan Zhaxalykov" userId="S::t.zhaxalykov@kbtu.kz::037320a9-8ef1-4acb-bb74-1ab60141db9d" providerId="AD" clId="Web-{13B824B9-2F41-1AAF-6313-D7FFEE62BCC7}" dt="2026-01-18T13:41:58.951" v="1947"/>
          <ac:spMkLst>
            <pc:docMk/>
            <pc:sldMk cId="1211190609" sldId="319"/>
            <ac:spMk id="2" creationId="{FEC0CD5C-301E-7CC4-AE80-18F9BF594837}"/>
          </ac:spMkLst>
        </pc:spChg>
        <pc:spChg chg="mod">
          <ac:chgData name="Temirlan Zhaxalykov" userId="S::t.zhaxalykov@kbtu.kz::037320a9-8ef1-4acb-bb74-1ab60141db9d" providerId="AD" clId="Web-{13B824B9-2F41-1AAF-6313-D7FFEE62BCC7}" dt="2026-01-18T13:41:59.014" v="1948"/>
          <ac:spMkLst>
            <pc:docMk/>
            <pc:sldMk cId="1211190609" sldId="319"/>
            <ac:spMk id="3" creationId="{616D52D0-92AD-7EED-B663-649A8EB76B8B}"/>
          </ac:spMkLst>
        </pc:spChg>
        <pc:spChg chg="add">
          <ac:chgData name="Temirlan Zhaxalykov" userId="S::t.zhaxalykov@kbtu.kz::037320a9-8ef1-4acb-bb74-1ab60141db9d" providerId="AD" clId="Web-{13B824B9-2F41-1AAF-6313-D7FFEE62BCC7}" dt="2026-01-18T13:19:28.333" v="1389"/>
          <ac:spMkLst>
            <pc:docMk/>
            <pc:sldMk cId="1211190609" sldId="319"/>
            <ac:spMk id="8" creationId="{1B15ED52-F352-441B-82BF-E0EA34836D08}"/>
          </ac:spMkLst>
        </pc:spChg>
        <pc:spChg chg="add">
          <ac:chgData name="Temirlan Zhaxalykov" userId="S::t.zhaxalykov@kbtu.kz::037320a9-8ef1-4acb-bb74-1ab60141db9d" providerId="AD" clId="Web-{13B824B9-2F41-1AAF-6313-D7FFEE62BCC7}" dt="2026-01-18T13:19:28.333" v="1389"/>
          <ac:spMkLst>
            <pc:docMk/>
            <pc:sldMk cId="1211190609" sldId="319"/>
            <ac:spMk id="10" creationId="{3B2E3793-BFE6-45A2-9B7B-E18844431C99}"/>
          </ac:spMkLst>
        </pc:spChg>
        <pc:spChg chg="add">
          <ac:chgData name="Temirlan Zhaxalykov" userId="S::t.zhaxalykov@kbtu.kz::037320a9-8ef1-4acb-bb74-1ab60141db9d" providerId="AD" clId="Web-{13B824B9-2F41-1AAF-6313-D7FFEE62BCC7}" dt="2026-01-18T13:19:28.333" v="1389"/>
          <ac:spMkLst>
            <pc:docMk/>
            <pc:sldMk cId="1211190609" sldId="319"/>
            <ac:spMk id="12" creationId="{BC4C4868-CB8F-4AF9-9CDB-8108F2C19B67}"/>
          </ac:spMkLst>
        </pc:spChg>
        <pc:spChg chg="add">
          <ac:chgData name="Temirlan Zhaxalykov" userId="S::t.zhaxalykov@kbtu.kz::037320a9-8ef1-4acb-bb74-1ab60141db9d" providerId="AD" clId="Web-{13B824B9-2F41-1AAF-6313-D7FFEE62BCC7}" dt="2026-01-18T13:19:28.333" v="1389"/>
          <ac:spMkLst>
            <pc:docMk/>
            <pc:sldMk cId="1211190609" sldId="319"/>
            <ac:spMk id="14" creationId="{375E0459-6403-40CD-989D-56A4407CA12E}"/>
          </ac:spMkLst>
        </pc:spChg>
        <pc:spChg chg="add">
          <ac:chgData name="Temirlan Zhaxalykov" userId="S::t.zhaxalykov@kbtu.kz::037320a9-8ef1-4acb-bb74-1ab60141db9d" providerId="AD" clId="Web-{13B824B9-2F41-1AAF-6313-D7FFEE62BCC7}" dt="2026-01-18T13:19:28.333" v="1389"/>
          <ac:spMkLst>
            <pc:docMk/>
            <pc:sldMk cId="1211190609" sldId="319"/>
            <ac:spMk id="16" creationId="{53E5B1A8-3AC9-4BD1-9BBC-78CA94F2D1BA}"/>
          </ac:spMkLst>
        </pc:spChg>
      </pc:sldChg>
      <pc:sldChg chg="addSp modSp new mod setBg">
        <pc:chgData name="Temirlan Zhaxalykov" userId="S::t.zhaxalykov@kbtu.kz::037320a9-8ef1-4acb-bb74-1ab60141db9d" providerId="AD" clId="Web-{13B824B9-2F41-1AAF-6313-D7FFEE62BCC7}" dt="2026-01-18T13:41:54.529" v="1946"/>
        <pc:sldMkLst>
          <pc:docMk/>
          <pc:sldMk cId="3034047823" sldId="320"/>
        </pc:sldMkLst>
        <pc:spChg chg="mod">
          <ac:chgData name="Temirlan Zhaxalykov" userId="S::t.zhaxalykov@kbtu.kz::037320a9-8ef1-4acb-bb74-1ab60141db9d" providerId="AD" clId="Web-{13B824B9-2F41-1AAF-6313-D7FFEE62BCC7}" dt="2026-01-18T13:41:54.404" v="1945"/>
          <ac:spMkLst>
            <pc:docMk/>
            <pc:sldMk cId="3034047823" sldId="320"/>
            <ac:spMk id="2" creationId="{585C77E9-1CCF-22BC-0117-528936F4134E}"/>
          </ac:spMkLst>
        </pc:spChg>
        <pc:spChg chg="mod">
          <ac:chgData name="Temirlan Zhaxalykov" userId="S::t.zhaxalykov@kbtu.kz::037320a9-8ef1-4acb-bb74-1ab60141db9d" providerId="AD" clId="Web-{13B824B9-2F41-1AAF-6313-D7FFEE62BCC7}" dt="2026-01-18T13:41:54.529" v="1946"/>
          <ac:spMkLst>
            <pc:docMk/>
            <pc:sldMk cId="3034047823" sldId="320"/>
            <ac:spMk id="3" creationId="{A18E96A9-9720-F4BC-08E0-732F772247E3}"/>
          </ac:spMkLst>
        </pc:spChg>
        <pc:spChg chg="add">
          <ac:chgData name="Temirlan Zhaxalykov" userId="S::t.zhaxalykov@kbtu.kz::037320a9-8ef1-4acb-bb74-1ab60141db9d" providerId="AD" clId="Web-{13B824B9-2F41-1AAF-6313-D7FFEE62BCC7}" dt="2026-01-18T13:19:59.382" v="1402"/>
          <ac:spMkLst>
            <pc:docMk/>
            <pc:sldMk cId="3034047823" sldId="320"/>
            <ac:spMk id="8" creationId="{1B15ED52-F352-441B-82BF-E0EA34836D08}"/>
          </ac:spMkLst>
        </pc:spChg>
        <pc:spChg chg="add">
          <ac:chgData name="Temirlan Zhaxalykov" userId="S::t.zhaxalykov@kbtu.kz::037320a9-8ef1-4acb-bb74-1ab60141db9d" providerId="AD" clId="Web-{13B824B9-2F41-1AAF-6313-D7FFEE62BCC7}" dt="2026-01-18T13:19:59.382" v="1402"/>
          <ac:spMkLst>
            <pc:docMk/>
            <pc:sldMk cId="3034047823" sldId="320"/>
            <ac:spMk id="10" creationId="{3B2E3793-BFE6-45A2-9B7B-E18844431C99}"/>
          </ac:spMkLst>
        </pc:spChg>
        <pc:spChg chg="add">
          <ac:chgData name="Temirlan Zhaxalykov" userId="S::t.zhaxalykov@kbtu.kz::037320a9-8ef1-4acb-bb74-1ab60141db9d" providerId="AD" clId="Web-{13B824B9-2F41-1AAF-6313-D7FFEE62BCC7}" dt="2026-01-18T13:19:59.382" v="1402"/>
          <ac:spMkLst>
            <pc:docMk/>
            <pc:sldMk cId="3034047823" sldId="320"/>
            <ac:spMk id="12" creationId="{BC4C4868-CB8F-4AF9-9CDB-8108F2C19B67}"/>
          </ac:spMkLst>
        </pc:spChg>
        <pc:spChg chg="add">
          <ac:chgData name="Temirlan Zhaxalykov" userId="S::t.zhaxalykov@kbtu.kz::037320a9-8ef1-4acb-bb74-1ab60141db9d" providerId="AD" clId="Web-{13B824B9-2F41-1AAF-6313-D7FFEE62BCC7}" dt="2026-01-18T13:19:59.382" v="1402"/>
          <ac:spMkLst>
            <pc:docMk/>
            <pc:sldMk cId="3034047823" sldId="320"/>
            <ac:spMk id="14" creationId="{375E0459-6403-40CD-989D-56A4407CA12E}"/>
          </ac:spMkLst>
        </pc:spChg>
        <pc:spChg chg="add">
          <ac:chgData name="Temirlan Zhaxalykov" userId="S::t.zhaxalykov@kbtu.kz::037320a9-8ef1-4acb-bb74-1ab60141db9d" providerId="AD" clId="Web-{13B824B9-2F41-1AAF-6313-D7FFEE62BCC7}" dt="2026-01-18T13:19:59.382" v="1402"/>
          <ac:spMkLst>
            <pc:docMk/>
            <pc:sldMk cId="3034047823" sldId="320"/>
            <ac:spMk id="16" creationId="{53E5B1A8-3AC9-4BD1-9BBC-78CA94F2D1BA}"/>
          </ac:spMkLst>
        </pc:spChg>
      </pc:sldChg>
      <pc:sldChg chg="modSp add replId">
        <pc:chgData name="Temirlan Zhaxalykov" userId="S::t.zhaxalykov@kbtu.kz::037320a9-8ef1-4acb-bb74-1ab60141db9d" providerId="AD" clId="Web-{13B824B9-2F41-1AAF-6313-D7FFEE62BCC7}" dt="2026-01-18T13:22:03.138" v="1503" actId="20577"/>
        <pc:sldMkLst>
          <pc:docMk/>
          <pc:sldMk cId="3574330109" sldId="322"/>
        </pc:sldMkLst>
        <pc:spChg chg="mod">
          <ac:chgData name="Temirlan Zhaxalykov" userId="S::t.zhaxalykov@kbtu.kz::037320a9-8ef1-4acb-bb74-1ab60141db9d" providerId="AD" clId="Web-{13B824B9-2F41-1AAF-6313-D7FFEE62BCC7}" dt="2026-01-18T13:22:03.138" v="1503" actId="20577"/>
          <ac:spMkLst>
            <pc:docMk/>
            <pc:sldMk cId="3574330109" sldId="322"/>
            <ac:spMk id="2" creationId="{FE6CE56A-77BA-2033-0569-5421452F6910}"/>
          </ac:spMkLst>
        </pc:spChg>
        <pc:spChg chg="mod">
          <ac:chgData name="Temirlan Zhaxalykov" userId="S::t.zhaxalykov@kbtu.kz::037320a9-8ef1-4acb-bb74-1ab60141db9d" providerId="AD" clId="Web-{13B824B9-2F41-1AAF-6313-D7FFEE62BCC7}" dt="2026-01-18T13:21:55.122" v="1501" actId="20577"/>
          <ac:spMkLst>
            <pc:docMk/>
            <pc:sldMk cId="3574330109" sldId="322"/>
            <ac:spMk id="17" creationId="{5B7C8880-D6F5-47D1-5513-6116D13F2AB3}"/>
          </ac:spMkLst>
        </pc:spChg>
      </pc:sldChg>
      <pc:sldChg chg="addSp modSp new mod setBg">
        <pc:chgData name="Temirlan Zhaxalykov" userId="S::t.zhaxalykov@kbtu.kz::037320a9-8ef1-4acb-bb74-1ab60141db9d" providerId="AD" clId="Web-{13B824B9-2F41-1AAF-6313-D7FFEE62BCC7}" dt="2026-01-18T13:41:45.497" v="1944" actId="20577"/>
        <pc:sldMkLst>
          <pc:docMk/>
          <pc:sldMk cId="3914738919" sldId="323"/>
        </pc:sldMkLst>
        <pc:spChg chg="mod">
          <ac:chgData name="Temirlan Zhaxalykov" userId="S::t.zhaxalykov@kbtu.kz::037320a9-8ef1-4acb-bb74-1ab60141db9d" providerId="AD" clId="Web-{13B824B9-2F41-1AAF-6313-D7FFEE62BCC7}" dt="2026-01-18T13:41:39.325" v="1940"/>
          <ac:spMkLst>
            <pc:docMk/>
            <pc:sldMk cId="3914738919" sldId="323"/>
            <ac:spMk id="2" creationId="{CCB27046-B320-4ACE-4012-1610C885FB50}"/>
          </ac:spMkLst>
        </pc:spChg>
        <pc:spChg chg="mod">
          <ac:chgData name="Temirlan Zhaxalykov" userId="S::t.zhaxalykov@kbtu.kz::037320a9-8ef1-4acb-bb74-1ab60141db9d" providerId="AD" clId="Web-{13B824B9-2F41-1AAF-6313-D7FFEE62BCC7}" dt="2026-01-18T13:41:45.497" v="1944" actId="20577"/>
          <ac:spMkLst>
            <pc:docMk/>
            <pc:sldMk cId="3914738919" sldId="323"/>
            <ac:spMk id="3" creationId="{96491542-1D08-164B-C810-583E1B909B7A}"/>
          </ac:spMkLst>
        </pc:spChg>
        <pc:spChg chg="add">
          <ac:chgData name="Temirlan Zhaxalykov" userId="S::t.zhaxalykov@kbtu.kz::037320a9-8ef1-4acb-bb74-1ab60141db9d" providerId="AD" clId="Web-{13B824B9-2F41-1AAF-6313-D7FFEE62BCC7}" dt="2026-01-18T13:22:39.779" v="1512"/>
          <ac:spMkLst>
            <pc:docMk/>
            <pc:sldMk cId="3914738919" sldId="323"/>
            <ac:spMk id="8" creationId="{1B15ED52-F352-441B-82BF-E0EA34836D08}"/>
          </ac:spMkLst>
        </pc:spChg>
        <pc:spChg chg="add">
          <ac:chgData name="Temirlan Zhaxalykov" userId="S::t.zhaxalykov@kbtu.kz::037320a9-8ef1-4acb-bb74-1ab60141db9d" providerId="AD" clId="Web-{13B824B9-2F41-1AAF-6313-D7FFEE62BCC7}" dt="2026-01-18T13:22:39.779" v="1512"/>
          <ac:spMkLst>
            <pc:docMk/>
            <pc:sldMk cId="3914738919" sldId="323"/>
            <ac:spMk id="10" creationId="{3B2E3793-BFE6-45A2-9B7B-E18844431C99}"/>
          </ac:spMkLst>
        </pc:spChg>
        <pc:spChg chg="add">
          <ac:chgData name="Temirlan Zhaxalykov" userId="S::t.zhaxalykov@kbtu.kz::037320a9-8ef1-4acb-bb74-1ab60141db9d" providerId="AD" clId="Web-{13B824B9-2F41-1AAF-6313-D7FFEE62BCC7}" dt="2026-01-18T13:22:39.779" v="1512"/>
          <ac:spMkLst>
            <pc:docMk/>
            <pc:sldMk cId="3914738919" sldId="323"/>
            <ac:spMk id="12" creationId="{BC4C4868-CB8F-4AF9-9CDB-8108F2C19B67}"/>
          </ac:spMkLst>
        </pc:spChg>
        <pc:spChg chg="add">
          <ac:chgData name="Temirlan Zhaxalykov" userId="S::t.zhaxalykov@kbtu.kz::037320a9-8ef1-4acb-bb74-1ab60141db9d" providerId="AD" clId="Web-{13B824B9-2F41-1AAF-6313-D7FFEE62BCC7}" dt="2026-01-18T13:22:39.779" v="1512"/>
          <ac:spMkLst>
            <pc:docMk/>
            <pc:sldMk cId="3914738919" sldId="323"/>
            <ac:spMk id="14" creationId="{375E0459-6403-40CD-989D-56A4407CA12E}"/>
          </ac:spMkLst>
        </pc:spChg>
        <pc:spChg chg="add">
          <ac:chgData name="Temirlan Zhaxalykov" userId="S::t.zhaxalykov@kbtu.kz::037320a9-8ef1-4acb-bb74-1ab60141db9d" providerId="AD" clId="Web-{13B824B9-2F41-1AAF-6313-D7FFEE62BCC7}" dt="2026-01-18T13:22:39.779" v="1512"/>
          <ac:spMkLst>
            <pc:docMk/>
            <pc:sldMk cId="3914738919" sldId="323"/>
            <ac:spMk id="16" creationId="{53E5B1A8-3AC9-4BD1-9BBC-78CA94F2D1BA}"/>
          </ac:spMkLst>
        </pc:spChg>
      </pc:sldChg>
      <pc:sldChg chg="addSp modSp new mod setBg">
        <pc:chgData name="Temirlan Zhaxalykov" userId="S::t.zhaxalykov@kbtu.kz::037320a9-8ef1-4acb-bb74-1ab60141db9d" providerId="AD" clId="Web-{13B824B9-2F41-1AAF-6313-D7FFEE62BCC7}" dt="2026-01-18T13:41:35.059" v="1939"/>
        <pc:sldMkLst>
          <pc:docMk/>
          <pc:sldMk cId="1668347068" sldId="324"/>
        </pc:sldMkLst>
        <pc:spChg chg="mod">
          <ac:chgData name="Temirlan Zhaxalykov" userId="S::t.zhaxalykov@kbtu.kz::037320a9-8ef1-4acb-bb74-1ab60141db9d" providerId="AD" clId="Web-{13B824B9-2F41-1AAF-6313-D7FFEE62BCC7}" dt="2026-01-18T13:41:34.981" v="1938"/>
          <ac:spMkLst>
            <pc:docMk/>
            <pc:sldMk cId="1668347068" sldId="324"/>
            <ac:spMk id="2" creationId="{85AFA080-0E85-0040-738F-D335A73DA57C}"/>
          </ac:spMkLst>
        </pc:spChg>
        <pc:spChg chg="mod">
          <ac:chgData name="Temirlan Zhaxalykov" userId="S::t.zhaxalykov@kbtu.kz::037320a9-8ef1-4acb-bb74-1ab60141db9d" providerId="AD" clId="Web-{13B824B9-2F41-1AAF-6313-D7FFEE62BCC7}" dt="2026-01-18T13:41:35.059" v="1939"/>
          <ac:spMkLst>
            <pc:docMk/>
            <pc:sldMk cId="1668347068" sldId="324"/>
            <ac:spMk id="3" creationId="{A42526D0-6CDD-6ABF-B72D-0933866BA922}"/>
          </ac:spMkLst>
        </pc:spChg>
        <pc:spChg chg="add">
          <ac:chgData name="Temirlan Zhaxalykov" userId="S::t.zhaxalykov@kbtu.kz::037320a9-8ef1-4acb-bb74-1ab60141db9d" providerId="AD" clId="Web-{13B824B9-2F41-1AAF-6313-D7FFEE62BCC7}" dt="2026-01-18T13:23:39.280" v="1529"/>
          <ac:spMkLst>
            <pc:docMk/>
            <pc:sldMk cId="1668347068" sldId="324"/>
            <ac:spMk id="8" creationId="{1B15ED52-F352-441B-82BF-E0EA34836D08}"/>
          </ac:spMkLst>
        </pc:spChg>
        <pc:spChg chg="add">
          <ac:chgData name="Temirlan Zhaxalykov" userId="S::t.zhaxalykov@kbtu.kz::037320a9-8ef1-4acb-bb74-1ab60141db9d" providerId="AD" clId="Web-{13B824B9-2F41-1AAF-6313-D7FFEE62BCC7}" dt="2026-01-18T13:23:39.280" v="1529"/>
          <ac:spMkLst>
            <pc:docMk/>
            <pc:sldMk cId="1668347068" sldId="324"/>
            <ac:spMk id="10" creationId="{3B2E3793-BFE6-45A2-9B7B-E18844431C99}"/>
          </ac:spMkLst>
        </pc:spChg>
        <pc:spChg chg="add">
          <ac:chgData name="Temirlan Zhaxalykov" userId="S::t.zhaxalykov@kbtu.kz::037320a9-8ef1-4acb-bb74-1ab60141db9d" providerId="AD" clId="Web-{13B824B9-2F41-1AAF-6313-D7FFEE62BCC7}" dt="2026-01-18T13:23:39.280" v="1529"/>
          <ac:spMkLst>
            <pc:docMk/>
            <pc:sldMk cId="1668347068" sldId="324"/>
            <ac:spMk id="12" creationId="{BC4C4868-CB8F-4AF9-9CDB-8108F2C19B67}"/>
          </ac:spMkLst>
        </pc:spChg>
        <pc:spChg chg="add">
          <ac:chgData name="Temirlan Zhaxalykov" userId="S::t.zhaxalykov@kbtu.kz::037320a9-8ef1-4acb-bb74-1ab60141db9d" providerId="AD" clId="Web-{13B824B9-2F41-1AAF-6313-D7FFEE62BCC7}" dt="2026-01-18T13:23:39.280" v="1529"/>
          <ac:spMkLst>
            <pc:docMk/>
            <pc:sldMk cId="1668347068" sldId="324"/>
            <ac:spMk id="14" creationId="{375E0459-6403-40CD-989D-56A4407CA12E}"/>
          </ac:spMkLst>
        </pc:spChg>
        <pc:spChg chg="add">
          <ac:chgData name="Temirlan Zhaxalykov" userId="S::t.zhaxalykov@kbtu.kz::037320a9-8ef1-4acb-bb74-1ab60141db9d" providerId="AD" clId="Web-{13B824B9-2F41-1AAF-6313-D7FFEE62BCC7}" dt="2026-01-18T13:23:39.280" v="1529"/>
          <ac:spMkLst>
            <pc:docMk/>
            <pc:sldMk cId="1668347068" sldId="324"/>
            <ac:spMk id="16" creationId="{53E5B1A8-3AC9-4BD1-9BBC-78CA94F2D1BA}"/>
          </ac:spMkLst>
        </pc:spChg>
      </pc:sldChg>
      <pc:sldChg chg="addSp modSp new mod setBg">
        <pc:chgData name="Temirlan Zhaxalykov" userId="S::t.zhaxalykov@kbtu.kz::037320a9-8ef1-4acb-bb74-1ab60141db9d" providerId="AD" clId="Web-{13B824B9-2F41-1AAF-6313-D7FFEE62BCC7}" dt="2026-01-18T13:41:30.903" v="1937"/>
        <pc:sldMkLst>
          <pc:docMk/>
          <pc:sldMk cId="3089440462" sldId="325"/>
        </pc:sldMkLst>
        <pc:spChg chg="mod">
          <ac:chgData name="Temirlan Zhaxalykov" userId="S::t.zhaxalykov@kbtu.kz::037320a9-8ef1-4acb-bb74-1ab60141db9d" providerId="AD" clId="Web-{13B824B9-2F41-1AAF-6313-D7FFEE62BCC7}" dt="2026-01-18T13:41:30.809" v="1936"/>
          <ac:spMkLst>
            <pc:docMk/>
            <pc:sldMk cId="3089440462" sldId="325"/>
            <ac:spMk id="2" creationId="{D4B73E86-C877-75DC-BCE1-FB29799A273A}"/>
          </ac:spMkLst>
        </pc:spChg>
        <pc:spChg chg="mod">
          <ac:chgData name="Temirlan Zhaxalykov" userId="S::t.zhaxalykov@kbtu.kz::037320a9-8ef1-4acb-bb74-1ab60141db9d" providerId="AD" clId="Web-{13B824B9-2F41-1AAF-6313-D7FFEE62BCC7}" dt="2026-01-18T13:41:30.903" v="1937"/>
          <ac:spMkLst>
            <pc:docMk/>
            <pc:sldMk cId="3089440462" sldId="325"/>
            <ac:spMk id="3" creationId="{376EB017-A910-EB17-CEEB-430F2160AE28}"/>
          </ac:spMkLst>
        </pc:spChg>
        <pc:spChg chg="add">
          <ac:chgData name="Temirlan Zhaxalykov" userId="S::t.zhaxalykov@kbtu.kz::037320a9-8ef1-4acb-bb74-1ab60141db9d" providerId="AD" clId="Web-{13B824B9-2F41-1AAF-6313-D7FFEE62BCC7}" dt="2026-01-18T13:24:24.844" v="1545"/>
          <ac:spMkLst>
            <pc:docMk/>
            <pc:sldMk cId="3089440462" sldId="325"/>
            <ac:spMk id="8" creationId="{1B15ED52-F352-441B-82BF-E0EA34836D08}"/>
          </ac:spMkLst>
        </pc:spChg>
        <pc:spChg chg="add">
          <ac:chgData name="Temirlan Zhaxalykov" userId="S::t.zhaxalykov@kbtu.kz::037320a9-8ef1-4acb-bb74-1ab60141db9d" providerId="AD" clId="Web-{13B824B9-2F41-1AAF-6313-D7FFEE62BCC7}" dt="2026-01-18T13:24:24.844" v="1545"/>
          <ac:spMkLst>
            <pc:docMk/>
            <pc:sldMk cId="3089440462" sldId="325"/>
            <ac:spMk id="10" creationId="{3B2E3793-BFE6-45A2-9B7B-E18844431C99}"/>
          </ac:spMkLst>
        </pc:spChg>
        <pc:spChg chg="add">
          <ac:chgData name="Temirlan Zhaxalykov" userId="S::t.zhaxalykov@kbtu.kz::037320a9-8ef1-4acb-bb74-1ab60141db9d" providerId="AD" clId="Web-{13B824B9-2F41-1AAF-6313-D7FFEE62BCC7}" dt="2026-01-18T13:24:24.844" v="1545"/>
          <ac:spMkLst>
            <pc:docMk/>
            <pc:sldMk cId="3089440462" sldId="325"/>
            <ac:spMk id="12" creationId="{BC4C4868-CB8F-4AF9-9CDB-8108F2C19B67}"/>
          </ac:spMkLst>
        </pc:spChg>
        <pc:spChg chg="add">
          <ac:chgData name="Temirlan Zhaxalykov" userId="S::t.zhaxalykov@kbtu.kz::037320a9-8ef1-4acb-bb74-1ab60141db9d" providerId="AD" clId="Web-{13B824B9-2F41-1AAF-6313-D7FFEE62BCC7}" dt="2026-01-18T13:24:24.844" v="1545"/>
          <ac:spMkLst>
            <pc:docMk/>
            <pc:sldMk cId="3089440462" sldId="325"/>
            <ac:spMk id="14" creationId="{375E0459-6403-40CD-989D-56A4407CA12E}"/>
          </ac:spMkLst>
        </pc:spChg>
        <pc:spChg chg="add">
          <ac:chgData name="Temirlan Zhaxalykov" userId="S::t.zhaxalykov@kbtu.kz::037320a9-8ef1-4acb-bb74-1ab60141db9d" providerId="AD" clId="Web-{13B824B9-2F41-1AAF-6313-D7FFEE62BCC7}" dt="2026-01-18T13:24:24.844" v="1545"/>
          <ac:spMkLst>
            <pc:docMk/>
            <pc:sldMk cId="3089440462" sldId="325"/>
            <ac:spMk id="16" creationId="{53E5B1A8-3AC9-4BD1-9BBC-78CA94F2D1BA}"/>
          </ac:spMkLst>
        </pc:spChg>
      </pc:sldChg>
      <pc:sldChg chg="addSp modSp new mod setBg">
        <pc:chgData name="Temirlan Zhaxalykov" userId="S::t.zhaxalykov@kbtu.kz::037320a9-8ef1-4acb-bb74-1ab60141db9d" providerId="AD" clId="Web-{13B824B9-2F41-1AAF-6313-D7FFEE62BCC7}" dt="2026-01-18T13:41:27.184" v="1935"/>
        <pc:sldMkLst>
          <pc:docMk/>
          <pc:sldMk cId="2810911958" sldId="326"/>
        </pc:sldMkLst>
        <pc:spChg chg="mod">
          <ac:chgData name="Temirlan Zhaxalykov" userId="S::t.zhaxalykov@kbtu.kz::037320a9-8ef1-4acb-bb74-1ab60141db9d" providerId="AD" clId="Web-{13B824B9-2F41-1AAF-6313-D7FFEE62BCC7}" dt="2026-01-18T13:41:27.153" v="1934"/>
          <ac:spMkLst>
            <pc:docMk/>
            <pc:sldMk cId="2810911958" sldId="326"/>
            <ac:spMk id="2" creationId="{E7B995DA-BB34-0000-3748-5ECD668535FC}"/>
          </ac:spMkLst>
        </pc:spChg>
        <pc:spChg chg="mod">
          <ac:chgData name="Temirlan Zhaxalykov" userId="S::t.zhaxalykov@kbtu.kz::037320a9-8ef1-4acb-bb74-1ab60141db9d" providerId="AD" clId="Web-{13B824B9-2F41-1AAF-6313-D7FFEE62BCC7}" dt="2026-01-18T13:41:27.184" v="1935"/>
          <ac:spMkLst>
            <pc:docMk/>
            <pc:sldMk cId="2810911958" sldId="326"/>
            <ac:spMk id="3" creationId="{6CFC49CD-ED6F-9ABD-A907-D62F9FCA7EAA}"/>
          </ac:spMkLst>
        </pc:spChg>
        <pc:spChg chg="add">
          <ac:chgData name="Temirlan Zhaxalykov" userId="S::t.zhaxalykov@kbtu.kz::037320a9-8ef1-4acb-bb74-1ab60141db9d" providerId="AD" clId="Web-{13B824B9-2F41-1AAF-6313-D7FFEE62BCC7}" dt="2026-01-18T13:25:13.673" v="1562"/>
          <ac:spMkLst>
            <pc:docMk/>
            <pc:sldMk cId="2810911958" sldId="326"/>
            <ac:spMk id="8" creationId="{1B15ED52-F352-441B-82BF-E0EA34836D08}"/>
          </ac:spMkLst>
        </pc:spChg>
        <pc:spChg chg="add">
          <ac:chgData name="Temirlan Zhaxalykov" userId="S::t.zhaxalykov@kbtu.kz::037320a9-8ef1-4acb-bb74-1ab60141db9d" providerId="AD" clId="Web-{13B824B9-2F41-1AAF-6313-D7FFEE62BCC7}" dt="2026-01-18T13:25:13.673" v="1562"/>
          <ac:spMkLst>
            <pc:docMk/>
            <pc:sldMk cId="2810911958" sldId="326"/>
            <ac:spMk id="10" creationId="{3B2E3793-BFE6-45A2-9B7B-E18844431C99}"/>
          </ac:spMkLst>
        </pc:spChg>
        <pc:spChg chg="add">
          <ac:chgData name="Temirlan Zhaxalykov" userId="S::t.zhaxalykov@kbtu.kz::037320a9-8ef1-4acb-bb74-1ab60141db9d" providerId="AD" clId="Web-{13B824B9-2F41-1AAF-6313-D7FFEE62BCC7}" dt="2026-01-18T13:25:13.673" v="1562"/>
          <ac:spMkLst>
            <pc:docMk/>
            <pc:sldMk cId="2810911958" sldId="326"/>
            <ac:spMk id="12" creationId="{BC4C4868-CB8F-4AF9-9CDB-8108F2C19B67}"/>
          </ac:spMkLst>
        </pc:spChg>
        <pc:spChg chg="add">
          <ac:chgData name="Temirlan Zhaxalykov" userId="S::t.zhaxalykov@kbtu.kz::037320a9-8ef1-4acb-bb74-1ab60141db9d" providerId="AD" clId="Web-{13B824B9-2F41-1AAF-6313-D7FFEE62BCC7}" dt="2026-01-18T13:25:13.673" v="1562"/>
          <ac:spMkLst>
            <pc:docMk/>
            <pc:sldMk cId="2810911958" sldId="326"/>
            <ac:spMk id="14" creationId="{375E0459-6403-40CD-989D-56A4407CA12E}"/>
          </ac:spMkLst>
        </pc:spChg>
        <pc:spChg chg="add">
          <ac:chgData name="Temirlan Zhaxalykov" userId="S::t.zhaxalykov@kbtu.kz::037320a9-8ef1-4acb-bb74-1ab60141db9d" providerId="AD" clId="Web-{13B824B9-2F41-1AAF-6313-D7FFEE62BCC7}" dt="2026-01-18T13:25:13.673" v="1562"/>
          <ac:spMkLst>
            <pc:docMk/>
            <pc:sldMk cId="2810911958" sldId="326"/>
            <ac:spMk id="16" creationId="{53E5B1A8-3AC9-4BD1-9BBC-78CA94F2D1BA}"/>
          </ac:spMkLst>
        </pc:spChg>
      </pc:sldChg>
      <pc:sldChg chg="addSp modSp new mod setBg">
        <pc:chgData name="Temirlan Zhaxalykov" userId="S::t.zhaxalykov@kbtu.kz::037320a9-8ef1-4acb-bb74-1ab60141db9d" providerId="AD" clId="Web-{13B824B9-2F41-1AAF-6313-D7FFEE62BCC7}" dt="2026-01-18T13:41:23.184" v="1933"/>
        <pc:sldMkLst>
          <pc:docMk/>
          <pc:sldMk cId="2428601935" sldId="327"/>
        </pc:sldMkLst>
        <pc:spChg chg="mod">
          <ac:chgData name="Temirlan Zhaxalykov" userId="S::t.zhaxalykov@kbtu.kz::037320a9-8ef1-4acb-bb74-1ab60141db9d" providerId="AD" clId="Web-{13B824B9-2F41-1AAF-6313-D7FFEE62BCC7}" dt="2026-01-18T13:41:23.090" v="1932"/>
          <ac:spMkLst>
            <pc:docMk/>
            <pc:sldMk cId="2428601935" sldId="327"/>
            <ac:spMk id="2" creationId="{BB837B8E-657B-8A67-45C1-638532EE12FD}"/>
          </ac:spMkLst>
        </pc:spChg>
        <pc:spChg chg="mod">
          <ac:chgData name="Temirlan Zhaxalykov" userId="S::t.zhaxalykov@kbtu.kz::037320a9-8ef1-4acb-bb74-1ab60141db9d" providerId="AD" clId="Web-{13B824B9-2F41-1AAF-6313-D7FFEE62BCC7}" dt="2026-01-18T13:41:23.184" v="1933"/>
          <ac:spMkLst>
            <pc:docMk/>
            <pc:sldMk cId="2428601935" sldId="327"/>
            <ac:spMk id="3" creationId="{BC5E1F9C-5108-7BDC-8BED-805D5F6AF7C5}"/>
          </ac:spMkLst>
        </pc:spChg>
        <pc:spChg chg="add">
          <ac:chgData name="Temirlan Zhaxalykov" userId="S::t.zhaxalykov@kbtu.kz::037320a9-8ef1-4acb-bb74-1ab60141db9d" providerId="AD" clId="Web-{13B824B9-2F41-1AAF-6313-D7FFEE62BCC7}" dt="2026-01-18T13:25:39.251" v="1575"/>
          <ac:spMkLst>
            <pc:docMk/>
            <pc:sldMk cId="2428601935" sldId="327"/>
            <ac:spMk id="8" creationId="{1B15ED52-F352-441B-82BF-E0EA34836D08}"/>
          </ac:spMkLst>
        </pc:spChg>
        <pc:spChg chg="add">
          <ac:chgData name="Temirlan Zhaxalykov" userId="S::t.zhaxalykov@kbtu.kz::037320a9-8ef1-4acb-bb74-1ab60141db9d" providerId="AD" clId="Web-{13B824B9-2F41-1AAF-6313-D7FFEE62BCC7}" dt="2026-01-18T13:25:39.251" v="1575"/>
          <ac:spMkLst>
            <pc:docMk/>
            <pc:sldMk cId="2428601935" sldId="327"/>
            <ac:spMk id="10" creationId="{3B2E3793-BFE6-45A2-9B7B-E18844431C99}"/>
          </ac:spMkLst>
        </pc:spChg>
        <pc:spChg chg="add">
          <ac:chgData name="Temirlan Zhaxalykov" userId="S::t.zhaxalykov@kbtu.kz::037320a9-8ef1-4acb-bb74-1ab60141db9d" providerId="AD" clId="Web-{13B824B9-2F41-1AAF-6313-D7FFEE62BCC7}" dt="2026-01-18T13:25:39.251" v="1575"/>
          <ac:spMkLst>
            <pc:docMk/>
            <pc:sldMk cId="2428601935" sldId="327"/>
            <ac:spMk id="12" creationId="{BC4C4868-CB8F-4AF9-9CDB-8108F2C19B67}"/>
          </ac:spMkLst>
        </pc:spChg>
        <pc:spChg chg="add">
          <ac:chgData name="Temirlan Zhaxalykov" userId="S::t.zhaxalykov@kbtu.kz::037320a9-8ef1-4acb-bb74-1ab60141db9d" providerId="AD" clId="Web-{13B824B9-2F41-1AAF-6313-D7FFEE62BCC7}" dt="2026-01-18T13:25:39.251" v="1575"/>
          <ac:spMkLst>
            <pc:docMk/>
            <pc:sldMk cId="2428601935" sldId="327"/>
            <ac:spMk id="14" creationId="{375E0459-6403-40CD-989D-56A4407CA12E}"/>
          </ac:spMkLst>
        </pc:spChg>
        <pc:spChg chg="add">
          <ac:chgData name="Temirlan Zhaxalykov" userId="S::t.zhaxalykov@kbtu.kz::037320a9-8ef1-4acb-bb74-1ab60141db9d" providerId="AD" clId="Web-{13B824B9-2F41-1AAF-6313-D7FFEE62BCC7}" dt="2026-01-18T13:25:39.251" v="1575"/>
          <ac:spMkLst>
            <pc:docMk/>
            <pc:sldMk cId="2428601935" sldId="327"/>
            <ac:spMk id="16" creationId="{53E5B1A8-3AC9-4BD1-9BBC-78CA94F2D1BA}"/>
          </ac:spMkLst>
        </pc:spChg>
      </pc:sldChg>
      <pc:sldChg chg="addSp modSp new mod setBg">
        <pc:chgData name="Temirlan Zhaxalykov" userId="S::t.zhaxalykov@kbtu.kz::037320a9-8ef1-4acb-bb74-1ab60141db9d" providerId="AD" clId="Web-{13B824B9-2F41-1AAF-6313-D7FFEE62BCC7}" dt="2026-01-18T13:41:18.199" v="1931"/>
        <pc:sldMkLst>
          <pc:docMk/>
          <pc:sldMk cId="925695528" sldId="328"/>
        </pc:sldMkLst>
        <pc:spChg chg="mod">
          <ac:chgData name="Temirlan Zhaxalykov" userId="S::t.zhaxalykov@kbtu.kz::037320a9-8ef1-4acb-bb74-1ab60141db9d" providerId="AD" clId="Web-{13B824B9-2F41-1AAF-6313-D7FFEE62BCC7}" dt="2026-01-18T13:41:18.168" v="1930"/>
          <ac:spMkLst>
            <pc:docMk/>
            <pc:sldMk cId="925695528" sldId="328"/>
            <ac:spMk id="2" creationId="{F363D42F-D181-77F4-DB01-51A01B8A2DE3}"/>
          </ac:spMkLst>
        </pc:spChg>
        <pc:spChg chg="mod">
          <ac:chgData name="Temirlan Zhaxalykov" userId="S::t.zhaxalykov@kbtu.kz::037320a9-8ef1-4acb-bb74-1ab60141db9d" providerId="AD" clId="Web-{13B824B9-2F41-1AAF-6313-D7FFEE62BCC7}" dt="2026-01-18T13:41:18.199" v="1931"/>
          <ac:spMkLst>
            <pc:docMk/>
            <pc:sldMk cId="925695528" sldId="328"/>
            <ac:spMk id="3" creationId="{FD6C471F-858A-F3B4-38D4-518CBF6849B2}"/>
          </ac:spMkLst>
        </pc:spChg>
        <pc:spChg chg="add">
          <ac:chgData name="Temirlan Zhaxalykov" userId="S::t.zhaxalykov@kbtu.kz::037320a9-8ef1-4acb-bb74-1ab60141db9d" providerId="AD" clId="Web-{13B824B9-2F41-1AAF-6313-D7FFEE62BCC7}" dt="2026-01-18T13:26:31.518" v="1595"/>
          <ac:spMkLst>
            <pc:docMk/>
            <pc:sldMk cId="925695528" sldId="328"/>
            <ac:spMk id="8" creationId="{1B15ED52-F352-441B-82BF-E0EA34836D08}"/>
          </ac:spMkLst>
        </pc:spChg>
        <pc:spChg chg="add">
          <ac:chgData name="Temirlan Zhaxalykov" userId="S::t.zhaxalykov@kbtu.kz::037320a9-8ef1-4acb-bb74-1ab60141db9d" providerId="AD" clId="Web-{13B824B9-2F41-1AAF-6313-D7FFEE62BCC7}" dt="2026-01-18T13:26:31.518" v="1595"/>
          <ac:spMkLst>
            <pc:docMk/>
            <pc:sldMk cId="925695528" sldId="328"/>
            <ac:spMk id="10" creationId="{3B2E3793-BFE6-45A2-9B7B-E18844431C99}"/>
          </ac:spMkLst>
        </pc:spChg>
        <pc:spChg chg="add">
          <ac:chgData name="Temirlan Zhaxalykov" userId="S::t.zhaxalykov@kbtu.kz::037320a9-8ef1-4acb-bb74-1ab60141db9d" providerId="AD" clId="Web-{13B824B9-2F41-1AAF-6313-D7FFEE62BCC7}" dt="2026-01-18T13:26:31.518" v="1595"/>
          <ac:spMkLst>
            <pc:docMk/>
            <pc:sldMk cId="925695528" sldId="328"/>
            <ac:spMk id="12" creationId="{BC4C4868-CB8F-4AF9-9CDB-8108F2C19B67}"/>
          </ac:spMkLst>
        </pc:spChg>
        <pc:spChg chg="add">
          <ac:chgData name="Temirlan Zhaxalykov" userId="S::t.zhaxalykov@kbtu.kz::037320a9-8ef1-4acb-bb74-1ab60141db9d" providerId="AD" clId="Web-{13B824B9-2F41-1AAF-6313-D7FFEE62BCC7}" dt="2026-01-18T13:26:31.518" v="1595"/>
          <ac:spMkLst>
            <pc:docMk/>
            <pc:sldMk cId="925695528" sldId="328"/>
            <ac:spMk id="14" creationId="{375E0459-6403-40CD-989D-56A4407CA12E}"/>
          </ac:spMkLst>
        </pc:spChg>
        <pc:spChg chg="add">
          <ac:chgData name="Temirlan Zhaxalykov" userId="S::t.zhaxalykov@kbtu.kz::037320a9-8ef1-4acb-bb74-1ab60141db9d" providerId="AD" clId="Web-{13B824B9-2F41-1AAF-6313-D7FFEE62BCC7}" dt="2026-01-18T13:26:31.518" v="1595"/>
          <ac:spMkLst>
            <pc:docMk/>
            <pc:sldMk cId="925695528" sldId="328"/>
            <ac:spMk id="16" creationId="{53E5B1A8-3AC9-4BD1-9BBC-78CA94F2D1BA}"/>
          </ac:spMkLst>
        </pc:spChg>
      </pc:sldChg>
      <pc:sldChg chg="addSp modSp new mod setBg">
        <pc:chgData name="Temirlan Zhaxalykov" userId="S::t.zhaxalykov@kbtu.kz::037320a9-8ef1-4acb-bb74-1ab60141db9d" providerId="AD" clId="Web-{13B824B9-2F41-1AAF-6313-D7FFEE62BCC7}" dt="2026-01-18T13:41:13.074" v="1929"/>
        <pc:sldMkLst>
          <pc:docMk/>
          <pc:sldMk cId="3298688880" sldId="329"/>
        </pc:sldMkLst>
        <pc:spChg chg="mod">
          <ac:chgData name="Temirlan Zhaxalykov" userId="S::t.zhaxalykov@kbtu.kz::037320a9-8ef1-4acb-bb74-1ab60141db9d" providerId="AD" clId="Web-{13B824B9-2F41-1AAF-6313-D7FFEE62BCC7}" dt="2026-01-18T13:41:13.043" v="1928"/>
          <ac:spMkLst>
            <pc:docMk/>
            <pc:sldMk cId="3298688880" sldId="329"/>
            <ac:spMk id="2" creationId="{0FB037DD-7601-4ADF-A5C5-5D8DA05C4624}"/>
          </ac:spMkLst>
        </pc:spChg>
        <pc:spChg chg="mod">
          <ac:chgData name="Temirlan Zhaxalykov" userId="S::t.zhaxalykov@kbtu.kz::037320a9-8ef1-4acb-bb74-1ab60141db9d" providerId="AD" clId="Web-{13B824B9-2F41-1AAF-6313-D7FFEE62BCC7}" dt="2026-01-18T13:41:13.074" v="1929"/>
          <ac:spMkLst>
            <pc:docMk/>
            <pc:sldMk cId="3298688880" sldId="329"/>
            <ac:spMk id="3" creationId="{2F3CDAE9-CA0D-39F3-85C3-4DD81E0C5C12}"/>
          </ac:spMkLst>
        </pc:spChg>
        <pc:spChg chg="add">
          <ac:chgData name="Temirlan Zhaxalykov" userId="S::t.zhaxalykov@kbtu.kz::037320a9-8ef1-4acb-bb74-1ab60141db9d" providerId="AD" clId="Web-{13B824B9-2F41-1AAF-6313-D7FFEE62BCC7}" dt="2026-01-18T13:27:05.377" v="1607"/>
          <ac:spMkLst>
            <pc:docMk/>
            <pc:sldMk cId="3298688880" sldId="329"/>
            <ac:spMk id="8" creationId="{1B15ED52-F352-441B-82BF-E0EA34836D08}"/>
          </ac:spMkLst>
        </pc:spChg>
        <pc:spChg chg="add">
          <ac:chgData name="Temirlan Zhaxalykov" userId="S::t.zhaxalykov@kbtu.kz::037320a9-8ef1-4acb-bb74-1ab60141db9d" providerId="AD" clId="Web-{13B824B9-2F41-1AAF-6313-D7FFEE62BCC7}" dt="2026-01-18T13:27:05.377" v="1607"/>
          <ac:spMkLst>
            <pc:docMk/>
            <pc:sldMk cId="3298688880" sldId="329"/>
            <ac:spMk id="10" creationId="{3B2E3793-BFE6-45A2-9B7B-E18844431C99}"/>
          </ac:spMkLst>
        </pc:spChg>
        <pc:spChg chg="add">
          <ac:chgData name="Temirlan Zhaxalykov" userId="S::t.zhaxalykov@kbtu.kz::037320a9-8ef1-4acb-bb74-1ab60141db9d" providerId="AD" clId="Web-{13B824B9-2F41-1AAF-6313-D7FFEE62BCC7}" dt="2026-01-18T13:27:05.377" v="1607"/>
          <ac:spMkLst>
            <pc:docMk/>
            <pc:sldMk cId="3298688880" sldId="329"/>
            <ac:spMk id="12" creationId="{BC4C4868-CB8F-4AF9-9CDB-8108F2C19B67}"/>
          </ac:spMkLst>
        </pc:spChg>
        <pc:spChg chg="add">
          <ac:chgData name="Temirlan Zhaxalykov" userId="S::t.zhaxalykov@kbtu.kz::037320a9-8ef1-4acb-bb74-1ab60141db9d" providerId="AD" clId="Web-{13B824B9-2F41-1AAF-6313-D7FFEE62BCC7}" dt="2026-01-18T13:27:05.377" v="1607"/>
          <ac:spMkLst>
            <pc:docMk/>
            <pc:sldMk cId="3298688880" sldId="329"/>
            <ac:spMk id="14" creationId="{375E0459-6403-40CD-989D-56A4407CA12E}"/>
          </ac:spMkLst>
        </pc:spChg>
        <pc:spChg chg="add">
          <ac:chgData name="Temirlan Zhaxalykov" userId="S::t.zhaxalykov@kbtu.kz::037320a9-8ef1-4acb-bb74-1ab60141db9d" providerId="AD" clId="Web-{13B824B9-2F41-1AAF-6313-D7FFEE62BCC7}" dt="2026-01-18T13:27:05.377" v="1607"/>
          <ac:spMkLst>
            <pc:docMk/>
            <pc:sldMk cId="3298688880" sldId="329"/>
            <ac:spMk id="16" creationId="{53E5B1A8-3AC9-4BD1-9BBC-78CA94F2D1BA}"/>
          </ac:spMkLst>
        </pc:spChg>
      </pc:sldChg>
      <pc:sldChg chg="modSp add replId">
        <pc:chgData name="Temirlan Zhaxalykov" userId="S::t.zhaxalykov@kbtu.kz::037320a9-8ef1-4acb-bb74-1ab60141db9d" providerId="AD" clId="Web-{13B824B9-2F41-1AAF-6313-D7FFEE62BCC7}" dt="2026-01-18T13:41:09.074" v="1927"/>
        <pc:sldMkLst>
          <pc:docMk/>
          <pc:sldMk cId="3495608785" sldId="331"/>
        </pc:sldMkLst>
        <pc:spChg chg="mod">
          <ac:chgData name="Temirlan Zhaxalykov" userId="S::t.zhaxalykov@kbtu.kz::037320a9-8ef1-4acb-bb74-1ab60141db9d" providerId="AD" clId="Web-{13B824B9-2F41-1AAF-6313-D7FFEE62BCC7}" dt="2026-01-18T13:29:12.019" v="1675" actId="20577"/>
          <ac:spMkLst>
            <pc:docMk/>
            <pc:sldMk cId="3495608785" sldId="331"/>
            <ac:spMk id="2" creationId="{07565F1F-9392-717F-6D6B-21FD45C4E12F}"/>
          </ac:spMkLst>
        </pc:spChg>
        <pc:spChg chg="mod">
          <ac:chgData name="Temirlan Zhaxalykov" userId="S::t.zhaxalykov@kbtu.kz::037320a9-8ef1-4acb-bb74-1ab60141db9d" providerId="AD" clId="Web-{13B824B9-2F41-1AAF-6313-D7FFEE62BCC7}" dt="2026-01-18T13:41:09.074" v="1927"/>
          <ac:spMkLst>
            <pc:docMk/>
            <pc:sldMk cId="3495608785" sldId="331"/>
            <ac:spMk id="17" creationId="{307A782D-8173-6F62-B0E8-29A5D7C63528}"/>
          </ac:spMkLst>
        </pc:spChg>
      </pc:sldChg>
      <pc:sldChg chg="addSp modSp new mod setBg">
        <pc:chgData name="Temirlan Zhaxalykov" userId="S::t.zhaxalykov@kbtu.kz::037320a9-8ef1-4acb-bb74-1ab60141db9d" providerId="AD" clId="Web-{13B824B9-2F41-1AAF-6313-D7FFEE62BCC7}" dt="2026-01-18T13:41:03.324" v="1926"/>
        <pc:sldMkLst>
          <pc:docMk/>
          <pc:sldMk cId="1856154644" sldId="332"/>
        </pc:sldMkLst>
        <pc:spChg chg="mod">
          <ac:chgData name="Temirlan Zhaxalykov" userId="S::t.zhaxalykov@kbtu.kz::037320a9-8ef1-4acb-bb74-1ab60141db9d" providerId="AD" clId="Web-{13B824B9-2F41-1AAF-6313-D7FFEE62BCC7}" dt="2026-01-18T13:41:03.308" v="1925"/>
          <ac:spMkLst>
            <pc:docMk/>
            <pc:sldMk cId="1856154644" sldId="332"/>
            <ac:spMk id="2" creationId="{ECA76537-DB5E-4347-422A-0394EEF8F87E}"/>
          </ac:spMkLst>
        </pc:spChg>
        <pc:spChg chg="mod">
          <ac:chgData name="Temirlan Zhaxalykov" userId="S::t.zhaxalykov@kbtu.kz::037320a9-8ef1-4acb-bb74-1ab60141db9d" providerId="AD" clId="Web-{13B824B9-2F41-1AAF-6313-D7FFEE62BCC7}" dt="2026-01-18T13:41:03.324" v="1926"/>
          <ac:spMkLst>
            <pc:docMk/>
            <pc:sldMk cId="1856154644" sldId="332"/>
            <ac:spMk id="3" creationId="{1CBF51B3-8D7B-01B2-1DC8-7DD3301D4593}"/>
          </ac:spMkLst>
        </pc:spChg>
        <pc:spChg chg="add">
          <ac:chgData name="Temirlan Zhaxalykov" userId="S::t.zhaxalykov@kbtu.kz::037320a9-8ef1-4acb-bb74-1ab60141db9d" providerId="AD" clId="Web-{13B824B9-2F41-1AAF-6313-D7FFEE62BCC7}" dt="2026-01-18T13:29:49.113" v="1685"/>
          <ac:spMkLst>
            <pc:docMk/>
            <pc:sldMk cId="1856154644" sldId="332"/>
            <ac:spMk id="8" creationId="{1B15ED52-F352-441B-82BF-E0EA34836D08}"/>
          </ac:spMkLst>
        </pc:spChg>
        <pc:spChg chg="add">
          <ac:chgData name="Temirlan Zhaxalykov" userId="S::t.zhaxalykov@kbtu.kz::037320a9-8ef1-4acb-bb74-1ab60141db9d" providerId="AD" clId="Web-{13B824B9-2F41-1AAF-6313-D7FFEE62BCC7}" dt="2026-01-18T13:29:49.113" v="1685"/>
          <ac:spMkLst>
            <pc:docMk/>
            <pc:sldMk cId="1856154644" sldId="332"/>
            <ac:spMk id="10" creationId="{3B2E3793-BFE6-45A2-9B7B-E18844431C99}"/>
          </ac:spMkLst>
        </pc:spChg>
        <pc:spChg chg="add">
          <ac:chgData name="Temirlan Zhaxalykov" userId="S::t.zhaxalykov@kbtu.kz::037320a9-8ef1-4acb-bb74-1ab60141db9d" providerId="AD" clId="Web-{13B824B9-2F41-1AAF-6313-D7FFEE62BCC7}" dt="2026-01-18T13:29:49.113" v="1685"/>
          <ac:spMkLst>
            <pc:docMk/>
            <pc:sldMk cId="1856154644" sldId="332"/>
            <ac:spMk id="12" creationId="{BC4C4868-CB8F-4AF9-9CDB-8108F2C19B67}"/>
          </ac:spMkLst>
        </pc:spChg>
        <pc:spChg chg="add">
          <ac:chgData name="Temirlan Zhaxalykov" userId="S::t.zhaxalykov@kbtu.kz::037320a9-8ef1-4acb-bb74-1ab60141db9d" providerId="AD" clId="Web-{13B824B9-2F41-1AAF-6313-D7FFEE62BCC7}" dt="2026-01-18T13:29:49.113" v="1685"/>
          <ac:spMkLst>
            <pc:docMk/>
            <pc:sldMk cId="1856154644" sldId="332"/>
            <ac:spMk id="14" creationId="{375E0459-6403-40CD-989D-56A4407CA12E}"/>
          </ac:spMkLst>
        </pc:spChg>
        <pc:spChg chg="add">
          <ac:chgData name="Temirlan Zhaxalykov" userId="S::t.zhaxalykov@kbtu.kz::037320a9-8ef1-4acb-bb74-1ab60141db9d" providerId="AD" clId="Web-{13B824B9-2F41-1AAF-6313-D7FFEE62BCC7}" dt="2026-01-18T13:29:49.113" v="1685"/>
          <ac:spMkLst>
            <pc:docMk/>
            <pc:sldMk cId="1856154644" sldId="332"/>
            <ac:spMk id="16" creationId="{53E5B1A8-3AC9-4BD1-9BBC-78CA94F2D1BA}"/>
          </ac:spMkLst>
        </pc:spChg>
      </pc:sldChg>
      <pc:sldChg chg="addSp modSp new mod setBg">
        <pc:chgData name="Temirlan Zhaxalykov" userId="S::t.zhaxalykov@kbtu.kz::037320a9-8ef1-4acb-bb74-1ab60141db9d" providerId="AD" clId="Web-{13B824B9-2F41-1AAF-6313-D7FFEE62BCC7}" dt="2026-01-18T13:40:57.995" v="1924"/>
        <pc:sldMkLst>
          <pc:docMk/>
          <pc:sldMk cId="2042339145" sldId="333"/>
        </pc:sldMkLst>
        <pc:spChg chg="mod">
          <ac:chgData name="Temirlan Zhaxalykov" userId="S::t.zhaxalykov@kbtu.kz::037320a9-8ef1-4acb-bb74-1ab60141db9d" providerId="AD" clId="Web-{13B824B9-2F41-1AAF-6313-D7FFEE62BCC7}" dt="2026-01-18T13:40:57.917" v="1923"/>
          <ac:spMkLst>
            <pc:docMk/>
            <pc:sldMk cId="2042339145" sldId="333"/>
            <ac:spMk id="2" creationId="{7F7BB91A-F64B-3BA8-1548-9BD57891A0BB}"/>
          </ac:spMkLst>
        </pc:spChg>
        <pc:spChg chg="mod">
          <ac:chgData name="Temirlan Zhaxalykov" userId="S::t.zhaxalykov@kbtu.kz::037320a9-8ef1-4acb-bb74-1ab60141db9d" providerId="AD" clId="Web-{13B824B9-2F41-1AAF-6313-D7FFEE62BCC7}" dt="2026-01-18T13:40:57.995" v="1924"/>
          <ac:spMkLst>
            <pc:docMk/>
            <pc:sldMk cId="2042339145" sldId="333"/>
            <ac:spMk id="3" creationId="{1D5A6204-B697-E653-9416-17E522C0D63C}"/>
          </ac:spMkLst>
        </pc:spChg>
        <pc:spChg chg="add">
          <ac:chgData name="Temirlan Zhaxalykov" userId="S::t.zhaxalykov@kbtu.kz::037320a9-8ef1-4acb-bb74-1ab60141db9d" providerId="AD" clId="Web-{13B824B9-2F41-1AAF-6313-D7FFEE62BCC7}" dt="2026-01-18T13:30:17.503" v="1695"/>
          <ac:spMkLst>
            <pc:docMk/>
            <pc:sldMk cId="2042339145" sldId="333"/>
            <ac:spMk id="8" creationId="{1B15ED52-F352-441B-82BF-E0EA34836D08}"/>
          </ac:spMkLst>
        </pc:spChg>
        <pc:spChg chg="add">
          <ac:chgData name="Temirlan Zhaxalykov" userId="S::t.zhaxalykov@kbtu.kz::037320a9-8ef1-4acb-bb74-1ab60141db9d" providerId="AD" clId="Web-{13B824B9-2F41-1AAF-6313-D7FFEE62BCC7}" dt="2026-01-18T13:30:17.503" v="1695"/>
          <ac:spMkLst>
            <pc:docMk/>
            <pc:sldMk cId="2042339145" sldId="333"/>
            <ac:spMk id="10" creationId="{3B2E3793-BFE6-45A2-9B7B-E18844431C99}"/>
          </ac:spMkLst>
        </pc:spChg>
        <pc:spChg chg="add">
          <ac:chgData name="Temirlan Zhaxalykov" userId="S::t.zhaxalykov@kbtu.kz::037320a9-8ef1-4acb-bb74-1ab60141db9d" providerId="AD" clId="Web-{13B824B9-2F41-1AAF-6313-D7FFEE62BCC7}" dt="2026-01-18T13:30:17.503" v="1695"/>
          <ac:spMkLst>
            <pc:docMk/>
            <pc:sldMk cId="2042339145" sldId="333"/>
            <ac:spMk id="12" creationId="{BC4C4868-CB8F-4AF9-9CDB-8108F2C19B67}"/>
          </ac:spMkLst>
        </pc:spChg>
        <pc:spChg chg="add">
          <ac:chgData name="Temirlan Zhaxalykov" userId="S::t.zhaxalykov@kbtu.kz::037320a9-8ef1-4acb-bb74-1ab60141db9d" providerId="AD" clId="Web-{13B824B9-2F41-1AAF-6313-D7FFEE62BCC7}" dt="2026-01-18T13:30:17.503" v="1695"/>
          <ac:spMkLst>
            <pc:docMk/>
            <pc:sldMk cId="2042339145" sldId="333"/>
            <ac:spMk id="14" creationId="{375E0459-6403-40CD-989D-56A4407CA12E}"/>
          </ac:spMkLst>
        </pc:spChg>
        <pc:spChg chg="add">
          <ac:chgData name="Temirlan Zhaxalykov" userId="S::t.zhaxalykov@kbtu.kz::037320a9-8ef1-4acb-bb74-1ab60141db9d" providerId="AD" clId="Web-{13B824B9-2F41-1AAF-6313-D7FFEE62BCC7}" dt="2026-01-18T13:30:17.503" v="1695"/>
          <ac:spMkLst>
            <pc:docMk/>
            <pc:sldMk cId="2042339145" sldId="333"/>
            <ac:spMk id="16" creationId="{53E5B1A8-3AC9-4BD1-9BBC-78CA94F2D1BA}"/>
          </ac:spMkLst>
        </pc:spChg>
      </pc:sldChg>
      <pc:sldChg chg="addSp modSp new mod setBg">
        <pc:chgData name="Temirlan Zhaxalykov" userId="S::t.zhaxalykov@kbtu.kz::037320a9-8ef1-4acb-bb74-1ab60141db9d" providerId="AD" clId="Web-{13B824B9-2F41-1AAF-6313-D7FFEE62BCC7}" dt="2026-01-18T13:40:49.085" v="1922"/>
        <pc:sldMkLst>
          <pc:docMk/>
          <pc:sldMk cId="3151323523" sldId="334"/>
        </pc:sldMkLst>
        <pc:spChg chg="mod">
          <ac:chgData name="Temirlan Zhaxalykov" userId="S::t.zhaxalykov@kbtu.kz::037320a9-8ef1-4acb-bb74-1ab60141db9d" providerId="AD" clId="Web-{13B824B9-2F41-1AAF-6313-D7FFEE62BCC7}" dt="2026-01-18T13:40:49.022" v="1921"/>
          <ac:spMkLst>
            <pc:docMk/>
            <pc:sldMk cId="3151323523" sldId="334"/>
            <ac:spMk id="2" creationId="{200473BE-74DB-C2C2-D885-5C2FC560013F}"/>
          </ac:spMkLst>
        </pc:spChg>
        <pc:spChg chg="mod">
          <ac:chgData name="Temirlan Zhaxalykov" userId="S::t.zhaxalykov@kbtu.kz::037320a9-8ef1-4acb-bb74-1ab60141db9d" providerId="AD" clId="Web-{13B824B9-2F41-1AAF-6313-D7FFEE62BCC7}" dt="2026-01-18T13:40:49.085" v="1922"/>
          <ac:spMkLst>
            <pc:docMk/>
            <pc:sldMk cId="3151323523" sldId="334"/>
            <ac:spMk id="3" creationId="{358445A8-E661-DA4E-B9BB-C9BFFF46E1F9}"/>
          </ac:spMkLst>
        </pc:spChg>
        <pc:spChg chg="add">
          <ac:chgData name="Temirlan Zhaxalykov" userId="S::t.zhaxalykov@kbtu.kz::037320a9-8ef1-4acb-bb74-1ab60141db9d" providerId="AD" clId="Web-{13B824B9-2F41-1AAF-6313-D7FFEE62BCC7}" dt="2026-01-18T13:31:02.738" v="1707"/>
          <ac:spMkLst>
            <pc:docMk/>
            <pc:sldMk cId="3151323523" sldId="334"/>
            <ac:spMk id="8" creationId="{1B15ED52-F352-441B-82BF-E0EA34836D08}"/>
          </ac:spMkLst>
        </pc:spChg>
        <pc:spChg chg="add">
          <ac:chgData name="Temirlan Zhaxalykov" userId="S::t.zhaxalykov@kbtu.kz::037320a9-8ef1-4acb-bb74-1ab60141db9d" providerId="AD" clId="Web-{13B824B9-2F41-1AAF-6313-D7FFEE62BCC7}" dt="2026-01-18T13:31:02.738" v="1707"/>
          <ac:spMkLst>
            <pc:docMk/>
            <pc:sldMk cId="3151323523" sldId="334"/>
            <ac:spMk id="10" creationId="{3B2E3793-BFE6-45A2-9B7B-E18844431C99}"/>
          </ac:spMkLst>
        </pc:spChg>
        <pc:spChg chg="add">
          <ac:chgData name="Temirlan Zhaxalykov" userId="S::t.zhaxalykov@kbtu.kz::037320a9-8ef1-4acb-bb74-1ab60141db9d" providerId="AD" clId="Web-{13B824B9-2F41-1AAF-6313-D7FFEE62BCC7}" dt="2026-01-18T13:31:02.738" v="1707"/>
          <ac:spMkLst>
            <pc:docMk/>
            <pc:sldMk cId="3151323523" sldId="334"/>
            <ac:spMk id="12" creationId="{BC4C4868-CB8F-4AF9-9CDB-8108F2C19B67}"/>
          </ac:spMkLst>
        </pc:spChg>
        <pc:spChg chg="add">
          <ac:chgData name="Temirlan Zhaxalykov" userId="S::t.zhaxalykov@kbtu.kz::037320a9-8ef1-4acb-bb74-1ab60141db9d" providerId="AD" clId="Web-{13B824B9-2F41-1AAF-6313-D7FFEE62BCC7}" dt="2026-01-18T13:31:02.738" v="1707"/>
          <ac:spMkLst>
            <pc:docMk/>
            <pc:sldMk cId="3151323523" sldId="334"/>
            <ac:spMk id="14" creationId="{375E0459-6403-40CD-989D-56A4407CA12E}"/>
          </ac:spMkLst>
        </pc:spChg>
        <pc:spChg chg="add">
          <ac:chgData name="Temirlan Zhaxalykov" userId="S::t.zhaxalykov@kbtu.kz::037320a9-8ef1-4acb-bb74-1ab60141db9d" providerId="AD" clId="Web-{13B824B9-2F41-1AAF-6313-D7FFEE62BCC7}" dt="2026-01-18T13:31:02.738" v="1707"/>
          <ac:spMkLst>
            <pc:docMk/>
            <pc:sldMk cId="3151323523" sldId="334"/>
            <ac:spMk id="16" creationId="{53E5B1A8-3AC9-4BD1-9BBC-78CA94F2D1BA}"/>
          </ac:spMkLst>
        </pc:spChg>
      </pc:sldChg>
      <pc:sldChg chg="addSp modSp new mod setBg">
        <pc:chgData name="Temirlan Zhaxalykov" userId="S::t.zhaxalykov@kbtu.kz::037320a9-8ef1-4acb-bb74-1ab60141db9d" providerId="AD" clId="Web-{13B824B9-2F41-1AAF-6313-D7FFEE62BCC7}" dt="2026-01-18T13:40:44.725" v="1920"/>
        <pc:sldMkLst>
          <pc:docMk/>
          <pc:sldMk cId="3614120973" sldId="335"/>
        </pc:sldMkLst>
        <pc:spChg chg="mod">
          <ac:chgData name="Temirlan Zhaxalykov" userId="S::t.zhaxalykov@kbtu.kz::037320a9-8ef1-4acb-bb74-1ab60141db9d" providerId="AD" clId="Web-{13B824B9-2F41-1AAF-6313-D7FFEE62BCC7}" dt="2026-01-18T13:40:44.616" v="1919"/>
          <ac:spMkLst>
            <pc:docMk/>
            <pc:sldMk cId="3614120973" sldId="335"/>
            <ac:spMk id="2" creationId="{112372EC-93D7-BBB8-5C8D-7C23097B3F44}"/>
          </ac:spMkLst>
        </pc:spChg>
        <pc:spChg chg="mod">
          <ac:chgData name="Temirlan Zhaxalykov" userId="S::t.zhaxalykov@kbtu.kz::037320a9-8ef1-4acb-bb74-1ab60141db9d" providerId="AD" clId="Web-{13B824B9-2F41-1AAF-6313-D7FFEE62BCC7}" dt="2026-01-18T13:40:44.725" v="1920"/>
          <ac:spMkLst>
            <pc:docMk/>
            <pc:sldMk cId="3614120973" sldId="335"/>
            <ac:spMk id="3" creationId="{707C7B10-4A56-86C7-763D-7C538C194B90}"/>
          </ac:spMkLst>
        </pc:spChg>
        <pc:spChg chg="add">
          <ac:chgData name="Temirlan Zhaxalykov" userId="S::t.zhaxalykov@kbtu.kz::037320a9-8ef1-4acb-bb74-1ab60141db9d" providerId="AD" clId="Web-{13B824B9-2F41-1AAF-6313-D7FFEE62BCC7}" dt="2026-01-18T13:31:37.613" v="1717"/>
          <ac:spMkLst>
            <pc:docMk/>
            <pc:sldMk cId="3614120973" sldId="335"/>
            <ac:spMk id="8" creationId="{1B15ED52-F352-441B-82BF-E0EA34836D08}"/>
          </ac:spMkLst>
        </pc:spChg>
        <pc:spChg chg="add">
          <ac:chgData name="Temirlan Zhaxalykov" userId="S::t.zhaxalykov@kbtu.kz::037320a9-8ef1-4acb-bb74-1ab60141db9d" providerId="AD" clId="Web-{13B824B9-2F41-1AAF-6313-D7FFEE62BCC7}" dt="2026-01-18T13:31:37.613" v="1717"/>
          <ac:spMkLst>
            <pc:docMk/>
            <pc:sldMk cId="3614120973" sldId="335"/>
            <ac:spMk id="10" creationId="{3B2E3793-BFE6-45A2-9B7B-E18844431C99}"/>
          </ac:spMkLst>
        </pc:spChg>
        <pc:spChg chg="add">
          <ac:chgData name="Temirlan Zhaxalykov" userId="S::t.zhaxalykov@kbtu.kz::037320a9-8ef1-4acb-bb74-1ab60141db9d" providerId="AD" clId="Web-{13B824B9-2F41-1AAF-6313-D7FFEE62BCC7}" dt="2026-01-18T13:31:37.613" v="1717"/>
          <ac:spMkLst>
            <pc:docMk/>
            <pc:sldMk cId="3614120973" sldId="335"/>
            <ac:spMk id="12" creationId="{BC4C4868-CB8F-4AF9-9CDB-8108F2C19B67}"/>
          </ac:spMkLst>
        </pc:spChg>
        <pc:spChg chg="add">
          <ac:chgData name="Temirlan Zhaxalykov" userId="S::t.zhaxalykov@kbtu.kz::037320a9-8ef1-4acb-bb74-1ab60141db9d" providerId="AD" clId="Web-{13B824B9-2F41-1AAF-6313-D7FFEE62BCC7}" dt="2026-01-18T13:31:37.613" v="1717"/>
          <ac:spMkLst>
            <pc:docMk/>
            <pc:sldMk cId="3614120973" sldId="335"/>
            <ac:spMk id="14" creationId="{375E0459-6403-40CD-989D-56A4407CA12E}"/>
          </ac:spMkLst>
        </pc:spChg>
        <pc:spChg chg="add">
          <ac:chgData name="Temirlan Zhaxalykov" userId="S::t.zhaxalykov@kbtu.kz::037320a9-8ef1-4acb-bb74-1ab60141db9d" providerId="AD" clId="Web-{13B824B9-2F41-1AAF-6313-D7FFEE62BCC7}" dt="2026-01-18T13:31:37.613" v="1717"/>
          <ac:spMkLst>
            <pc:docMk/>
            <pc:sldMk cId="3614120973" sldId="335"/>
            <ac:spMk id="16" creationId="{53E5B1A8-3AC9-4BD1-9BBC-78CA94F2D1BA}"/>
          </ac:spMkLst>
        </pc:spChg>
      </pc:sldChg>
      <pc:sldChg chg="addSp modSp new mod setBg">
        <pc:chgData name="Temirlan Zhaxalykov" userId="S::t.zhaxalykov@kbtu.kz::037320a9-8ef1-4acb-bb74-1ab60141db9d" providerId="AD" clId="Web-{13B824B9-2F41-1AAF-6313-D7FFEE62BCC7}" dt="2026-01-18T13:40:39.772" v="1918"/>
        <pc:sldMkLst>
          <pc:docMk/>
          <pc:sldMk cId="599130793" sldId="336"/>
        </pc:sldMkLst>
        <pc:spChg chg="mod">
          <ac:chgData name="Temirlan Zhaxalykov" userId="S::t.zhaxalykov@kbtu.kz::037320a9-8ef1-4acb-bb74-1ab60141db9d" providerId="AD" clId="Web-{13B824B9-2F41-1AAF-6313-D7FFEE62BCC7}" dt="2026-01-18T13:40:39.694" v="1917"/>
          <ac:spMkLst>
            <pc:docMk/>
            <pc:sldMk cId="599130793" sldId="336"/>
            <ac:spMk id="2" creationId="{504422CC-9973-7F55-4E37-3C0CD120C1AC}"/>
          </ac:spMkLst>
        </pc:spChg>
        <pc:spChg chg="mod">
          <ac:chgData name="Temirlan Zhaxalykov" userId="S::t.zhaxalykov@kbtu.kz::037320a9-8ef1-4acb-bb74-1ab60141db9d" providerId="AD" clId="Web-{13B824B9-2F41-1AAF-6313-D7FFEE62BCC7}" dt="2026-01-18T13:40:39.772" v="1918"/>
          <ac:spMkLst>
            <pc:docMk/>
            <pc:sldMk cId="599130793" sldId="336"/>
            <ac:spMk id="3" creationId="{614B0E70-1041-F602-19EF-CA9A29C9E521}"/>
          </ac:spMkLst>
        </pc:spChg>
        <pc:spChg chg="add">
          <ac:chgData name="Temirlan Zhaxalykov" userId="S::t.zhaxalykov@kbtu.kz::037320a9-8ef1-4acb-bb74-1ab60141db9d" providerId="AD" clId="Web-{13B824B9-2F41-1AAF-6313-D7FFEE62BCC7}" dt="2026-01-18T13:32:23.847" v="1731"/>
          <ac:spMkLst>
            <pc:docMk/>
            <pc:sldMk cId="599130793" sldId="336"/>
            <ac:spMk id="8" creationId="{1B15ED52-F352-441B-82BF-E0EA34836D08}"/>
          </ac:spMkLst>
        </pc:spChg>
        <pc:spChg chg="add">
          <ac:chgData name="Temirlan Zhaxalykov" userId="S::t.zhaxalykov@kbtu.kz::037320a9-8ef1-4acb-bb74-1ab60141db9d" providerId="AD" clId="Web-{13B824B9-2F41-1AAF-6313-D7FFEE62BCC7}" dt="2026-01-18T13:32:23.847" v="1731"/>
          <ac:spMkLst>
            <pc:docMk/>
            <pc:sldMk cId="599130793" sldId="336"/>
            <ac:spMk id="10" creationId="{3B2E3793-BFE6-45A2-9B7B-E18844431C99}"/>
          </ac:spMkLst>
        </pc:spChg>
        <pc:spChg chg="add">
          <ac:chgData name="Temirlan Zhaxalykov" userId="S::t.zhaxalykov@kbtu.kz::037320a9-8ef1-4acb-bb74-1ab60141db9d" providerId="AD" clId="Web-{13B824B9-2F41-1AAF-6313-D7FFEE62BCC7}" dt="2026-01-18T13:32:23.847" v="1731"/>
          <ac:spMkLst>
            <pc:docMk/>
            <pc:sldMk cId="599130793" sldId="336"/>
            <ac:spMk id="12" creationId="{BC4C4868-CB8F-4AF9-9CDB-8108F2C19B67}"/>
          </ac:spMkLst>
        </pc:spChg>
        <pc:spChg chg="add">
          <ac:chgData name="Temirlan Zhaxalykov" userId="S::t.zhaxalykov@kbtu.kz::037320a9-8ef1-4acb-bb74-1ab60141db9d" providerId="AD" clId="Web-{13B824B9-2F41-1AAF-6313-D7FFEE62BCC7}" dt="2026-01-18T13:32:23.847" v="1731"/>
          <ac:spMkLst>
            <pc:docMk/>
            <pc:sldMk cId="599130793" sldId="336"/>
            <ac:spMk id="14" creationId="{375E0459-6403-40CD-989D-56A4407CA12E}"/>
          </ac:spMkLst>
        </pc:spChg>
        <pc:spChg chg="add">
          <ac:chgData name="Temirlan Zhaxalykov" userId="S::t.zhaxalykov@kbtu.kz::037320a9-8ef1-4acb-bb74-1ab60141db9d" providerId="AD" clId="Web-{13B824B9-2F41-1AAF-6313-D7FFEE62BCC7}" dt="2026-01-18T13:32:23.847" v="1731"/>
          <ac:spMkLst>
            <pc:docMk/>
            <pc:sldMk cId="599130793" sldId="336"/>
            <ac:spMk id="16" creationId="{53E5B1A8-3AC9-4BD1-9BBC-78CA94F2D1BA}"/>
          </ac:spMkLst>
        </pc:spChg>
      </pc:sldChg>
      <pc:sldChg chg="addSp modSp new mod setBg">
        <pc:chgData name="Temirlan Zhaxalykov" userId="S::t.zhaxalykov@kbtu.kz::037320a9-8ef1-4acb-bb74-1ab60141db9d" providerId="AD" clId="Web-{13B824B9-2F41-1AAF-6313-D7FFEE62BCC7}" dt="2026-01-18T13:40:30.788" v="1916"/>
        <pc:sldMkLst>
          <pc:docMk/>
          <pc:sldMk cId="245137559" sldId="337"/>
        </pc:sldMkLst>
        <pc:spChg chg="mod">
          <ac:chgData name="Temirlan Zhaxalykov" userId="S::t.zhaxalykov@kbtu.kz::037320a9-8ef1-4acb-bb74-1ab60141db9d" providerId="AD" clId="Web-{13B824B9-2F41-1AAF-6313-D7FFEE62BCC7}" dt="2026-01-18T13:40:30.757" v="1915"/>
          <ac:spMkLst>
            <pc:docMk/>
            <pc:sldMk cId="245137559" sldId="337"/>
            <ac:spMk id="2" creationId="{A8A51557-BBCA-8A4D-9AF1-4ADB12C25F8B}"/>
          </ac:spMkLst>
        </pc:spChg>
        <pc:spChg chg="mod">
          <ac:chgData name="Temirlan Zhaxalykov" userId="S::t.zhaxalykov@kbtu.kz::037320a9-8ef1-4acb-bb74-1ab60141db9d" providerId="AD" clId="Web-{13B824B9-2F41-1AAF-6313-D7FFEE62BCC7}" dt="2026-01-18T13:40:30.788" v="1916"/>
          <ac:spMkLst>
            <pc:docMk/>
            <pc:sldMk cId="245137559" sldId="337"/>
            <ac:spMk id="3" creationId="{62F932F1-476D-BE37-81F9-0349C949666C}"/>
          </ac:spMkLst>
        </pc:spChg>
        <pc:spChg chg="add">
          <ac:chgData name="Temirlan Zhaxalykov" userId="S::t.zhaxalykov@kbtu.kz::037320a9-8ef1-4acb-bb74-1ab60141db9d" providerId="AD" clId="Web-{13B824B9-2F41-1AAF-6313-D7FFEE62BCC7}" dt="2026-01-18T13:33:22.926" v="1753"/>
          <ac:spMkLst>
            <pc:docMk/>
            <pc:sldMk cId="245137559" sldId="337"/>
            <ac:spMk id="8" creationId="{1B15ED52-F352-441B-82BF-E0EA34836D08}"/>
          </ac:spMkLst>
        </pc:spChg>
        <pc:spChg chg="add">
          <ac:chgData name="Temirlan Zhaxalykov" userId="S::t.zhaxalykov@kbtu.kz::037320a9-8ef1-4acb-bb74-1ab60141db9d" providerId="AD" clId="Web-{13B824B9-2F41-1AAF-6313-D7FFEE62BCC7}" dt="2026-01-18T13:33:22.926" v="1753"/>
          <ac:spMkLst>
            <pc:docMk/>
            <pc:sldMk cId="245137559" sldId="337"/>
            <ac:spMk id="10" creationId="{3B2E3793-BFE6-45A2-9B7B-E18844431C99}"/>
          </ac:spMkLst>
        </pc:spChg>
        <pc:spChg chg="add">
          <ac:chgData name="Temirlan Zhaxalykov" userId="S::t.zhaxalykov@kbtu.kz::037320a9-8ef1-4acb-bb74-1ab60141db9d" providerId="AD" clId="Web-{13B824B9-2F41-1AAF-6313-D7FFEE62BCC7}" dt="2026-01-18T13:33:22.926" v="1753"/>
          <ac:spMkLst>
            <pc:docMk/>
            <pc:sldMk cId="245137559" sldId="337"/>
            <ac:spMk id="12" creationId="{BC4C4868-CB8F-4AF9-9CDB-8108F2C19B67}"/>
          </ac:spMkLst>
        </pc:spChg>
        <pc:spChg chg="add">
          <ac:chgData name="Temirlan Zhaxalykov" userId="S::t.zhaxalykov@kbtu.kz::037320a9-8ef1-4acb-bb74-1ab60141db9d" providerId="AD" clId="Web-{13B824B9-2F41-1AAF-6313-D7FFEE62BCC7}" dt="2026-01-18T13:33:22.926" v="1753"/>
          <ac:spMkLst>
            <pc:docMk/>
            <pc:sldMk cId="245137559" sldId="337"/>
            <ac:spMk id="14" creationId="{375E0459-6403-40CD-989D-56A4407CA12E}"/>
          </ac:spMkLst>
        </pc:spChg>
        <pc:spChg chg="add">
          <ac:chgData name="Temirlan Zhaxalykov" userId="S::t.zhaxalykov@kbtu.kz::037320a9-8ef1-4acb-bb74-1ab60141db9d" providerId="AD" clId="Web-{13B824B9-2F41-1AAF-6313-D7FFEE62BCC7}" dt="2026-01-18T13:33:22.926" v="1753"/>
          <ac:spMkLst>
            <pc:docMk/>
            <pc:sldMk cId="245137559" sldId="337"/>
            <ac:spMk id="16" creationId="{53E5B1A8-3AC9-4BD1-9BBC-78CA94F2D1BA}"/>
          </ac:spMkLst>
        </pc:spChg>
      </pc:sldChg>
      <pc:sldChg chg="addSp modSp new mod setBg">
        <pc:chgData name="Temirlan Zhaxalykov" userId="S::t.zhaxalykov@kbtu.kz::037320a9-8ef1-4acb-bb74-1ab60141db9d" providerId="AD" clId="Web-{13B824B9-2F41-1AAF-6313-D7FFEE62BCC7}" dt="2026-01-18T13:40:09.678" v="1914"/>
        <pc:sldMkLst>
          <pc:docMk/>
          <pc:sldMk cId="3590884927" sldId="338"/>
        </pc:sldMkLst>
        <pc:spChg chg="mod">
          <ac:chgData name="Temirlan Zhaxalykov" userId="S::t.zhaxalykov@kbtu.kz::037320a9-8ef1-4acb-bb74-1ab60141db9d" providerId="AD" clId="Web-{13B824B9-2F41-1AAF-6313-D7FFEE62BCC7}" dt="2026-01-18T13:40:09.616" v="1913"/>
          <ac:spMkLst>
            <pc:docMk/>
            <pc:sldMk cId="3590884927" sldId="338"/>
            <ac:spMk id="2" creationId="{EAF1C5C4-0F25-CAB6-A1CF-16F766900A4D}"/>
          </ac:spMkLst>
        </pc:spChg>
        <pc:spChg chg="mod">
          <ac:chgData name="Temirlan Zhaxalykov" userId="S::t.zhaxalykov@kbtu.kz::037320a9-8ef1-4acb-bb74-1ab60141db9d" providerId="AD" clId="Web-{13B824B9-2F41-1AAF-6313-D7FFEE62BCC7}" dt="2026-01-18T13:40:09.678" v="1914"/>
          <ac:spMkLst>
            <pc:docMk/>
            <pc:sldMk cId="3590884927" sldId="338"/>
            <ac:spMk id="3" creationId="{4E46617D-C66C-6F2E-D533-1C00AD9646D8}"/>
          </ac:spMkLst>
        </pc:spChg>
        <pc:spChg chg="add">
          <ac:chgData name="Temirlan Zhaxalykov" userId="S::t.zhaxalykov@kbtu.kz::037320a9-8ef1-4acb-bb74-1ab60141db9d" providerId="AD" clId="Web-{13B824B9-2F41-1AAF-6313-D7FFEE62BCC7}" dt="2026-01-18T13:33:50.458" v="1762"/>
          <ac:spMkLst>
            <pc:docMk/>
            <pc:sldMk cId="3590884927" sldId="338"/>
            <ac:spMk id="8" creationId="{1B15ED52-F352-441B-82BF-E0EA34836D08}"/>
          </ac:spMkLst>
        </pc:spChg>
        <pc:spChg chg="add">
          <ac:chgData name="Temirlan Zhaxalykov" userId="S::t.zhaxalykov@kbtu.kz::037320a9-8ef1-4acb-bb74-1ab60141db9d" providerId="AD" clId="Web-{13B824B9-2F41-1AAF-6313-D7FFEE62BCC7}" dt="2026-01-18T13:33:50.458" v="1762"/>
          <ac:spMkLst>
            <pc:docMk/>
            <pc:sldMk cId="3590884927" sldId="338"/>
            <ac:spMk id="10" creationId="{3B2E3793-BFE6-45A2-9B7B-E18844431C99}"/>
          </ac:spMkLst>
        </pc:spChg>
        <pc:spChg chg="add">
          <ac:chgData name="Temirlan Zhaxalykov" userId="S::t.zhaxalykov@kbtu.kz::037320a9-8ef1-4acb-bb74-1ab60141db9d" providerId="AD" clId="Web-{13B824B9-2F41-1AAF-6313-D7FFEE62BCC7}" dt="2026-01-18T13:33:50.458" v="1762"/>
          <ac:spMkLst>
            <pc:docMk/>
            <pc:sldMk cId="3590884927" sldId="338"/>
            <ac:spMk id="12" creationId="{BC4C4868-CB8F-4AF9-9CDB-8108F2C19B67}"/>
          </ac:spMkLst>
        </pc:spChg>
        <pc:spChg chg="add">
          <ac:chgData name="Temirlan Zhaxalykov" userId="S::t.zhaxalykov@kbtu.kz::037320a9-8ef1-4acb-bb74-1ab60141db9d" providerId="AD" clId="Web-{13B824B9-2F41-1AAF-6313-D7FFEE62BCC7}" dt="2026-01-18T13:33:50.458" v="1762"/>
          <ac:spMkLst>
            <pc:docMk/>
            <pc:sldMk cId="3590884927" sldId="338"/>
            <ac:spMk id="14" creationId="{375E0459-6403-40CD-989D-56A4407CA12E}"/>
          </ac:spMkLst>
        </pc:spChg>
        <pc:spChg chg="add">
          <ac:chgData name="Temirlan Zhaxalykov" userId="S::t.zhaxalykov@kbtu.kz::037320a9-8ef1-4acb-bb74-1ab60141db9d" providerId="AD" clId="Web-{13B824B9-2F41-1AAF-6313-D7FFEE62BCC7}" dt="2026-01-18T13:33:50.458" v="1762"/>
          <ac:spMkLst>
            <pc:docMk/>
            <pc:sldMk cId="3590884927" sldId="338"/>
            <ac:spMk id="16" creationId="{53E5B1A8-3AC9-4BD1-9BBC-78CA94F2D1BA}"/>
          </ac:spMkLst>
        </pc:spChg>
      </pc:sldChg>
      <pc:sldChg chg="modSp add replId">
        <pc:chgData name="Temirlan Zhaxalykov" userId="S::t.zhaxalykov@kbtu.kz::037320a9-8ef1-4acb-bb74-1ab60141db9d" providerId="AD" clId="Web-{13B824B9-2F41-1AAF-6313-D7FFEE62BCC7}" dt="2026-01-18T13:40:01.381" v="1912"/>
        <pc:sldMkLst>
          <pc:docMk/>
          <pc:sldMk cId="3109927686" sldId="340"/>
        </pc:sldMkLst>
        <pc:spChg chg="mod">
          <ac:chgData name="Temirlan Zhaxalykov" userId="S::t.zhaxalykov@kbtu.kz::037320a9-8ef1-4acb-bb74-1ab60141db9d" providerId="AD" clId="Web-{13B824B9-2F41-1AAF-6313-D7FFEE62BCC7}" dt="2026-01-18T13:34:29.911" v="1797" actId="20577"/>
          <ac:spMkLst>
            <pc:docMk/>
            <pc:sldMk cId="3109927686" sldId="340"/>
            <ac:spMk id="2" creationId="{2E3AA3FF-91F1-518A-1670-08C89994E034}"/>
          </ac:spMkLst>
        </pc:spChg>
        <pc:spChg chg="mod">
          <ac:chgData name="Temirlan Zhaxalykov" userId="S::t.zhaxalykov@kbtu.kz::037320a9-8ef1-4acb-bb74-1ab60141db9d" providerId="AD" clId="Web-{13B824B9-2F41-1AAF-6313-D7FFEE62BCC7}" dt="2026-01-18T13:40:01.381" v="1912"/>
          <ac:spMkLst>
            <pc:docMk/>
            <pc:sldMk cId="3109927686" sldId="340"/>
            <ac:spMk id="17" creationId="{7D3F94D0-69B2-4600-A63A-C2E863A53E79}"/>
          </ac:spMkLst>
        </pc:spChg>
      </pc:sldChg>
      <pc:sldChg chg="addSp modSp new mod setBg">
        <pc:chgData name="Temirlan Zhaxalykov" userId="S::t.zhaxalykov@kbtu.kz::037320a9-8ef1-4acb-bb74-1ab60141db9d" providerId="AD" clId="Web-{13B824B9-2F41-1AAF-6313-D7FFEE62BCC7}" dt="2026-01-18T13:39:54.006" v="1911"/>
        <pc:sldMkLst>
          <pc:docMk/>
          <pc:sldMk cId="3909936923" sldId="341"/>
        </pc:sldMkLst>
        <pc:spChg chg="mod">
          <ac:chgData name="Temirlan Zhaxalykov" userId="S::t.zhaxalykov@kbtu.kz::037320a9-8ef1-4acb-bb74-1ab60141db9d" providerId="AD" clId="Web-{13B824B9-2F41-1AAF-6313-D7FFEE62BCC7}" dt="2026-01-18T13:39:53.897" v="1910"/>
          <ac:spMkLst>
            <pc:docMk/>
            <pc:sldMk cId="3909936923" sldId="341"/>
            <ac:spMk id="2" creationId="{81C31521-6097-4416-B687-4775FBA18388}"/>
          </ac:spMkLst>
        </pc:spChg>
        <pc:spChg chg="mod">
          <ac:chgData name="Temirlan Zhaxalykov" userId="S::t.zhaxalykov@kbtu.kz::037320a9-8ef1-4acb-bb74-1ab60141db9d" providerId="AD" clId="Web-{13B824B9-2F41-1AAF-6313-D7FFEE62BCC7}" dt="2026-01-18T13:39:54.006" v="1911"/>
          <ac:spMkLst>
            <pc:docMk/>
            <pc:sldMk cId="3909936923" sldId="341"/>
            <ac:spMk id="3" creationId="{BBC6CEA6-3B7D-3FF7-0160-124578EBBC78}"/>
          </ac:spMkLst>
        </pc:spChg>
        <pc:spChg chg="add">
          <ac:chgData name="Temirlan Zhaxalykov" userId="S::t.zhaxalykov@kbtu.kz::037320a9-8ef1-4acb-bb74-1ab60141db9d" providerId="AD" clId="Web-{13B824B9-2F41-1AAF-6313-D7FFEE62BCC7}" dt="2026-01-18T13:36:19.646" v="1841"/>
          <ac:spMkLst>
            <pc:docMk/>
            <pc:sldMk cId="3909936923" sldId="341"/>
            <ac:spMk id="8" creationId="{1B15ED52-F352-441B-82BF-E0EA34836D08}"/>
          </ac:spMkLst>
        </pc:spChg>
        <pc:spChg chg="add">
          <ac:chgData name="Temirlan Zhaxalykov" userId="S::t.zhaxalykov@kbtu.kz::037320a9-8ef1-4acb-bb74-1ab60141db9d" providerId="AD" clId="Web-{13B824B9-2F41-1AAF-6313-D7FFEE62BCC7}" dt="2026-01-18T13:36:19.646" v="1841"/>
          <ac:spMkLst>
            <pc:docMk/>
            <pc:sldMk cId="3909936923" sldId="341"/>
            <ac:spMk id="10" creationId="{3B2E3793-BFE6-45A2-9B7B-E18844431C99}"/>
          </ac:spMkLst>
        </pc:spChg>
        <pc:spChg chg="add">
          <ac:chgData name="Temirlan Zhaxalykov" userId="S::t.zhaxalykov@kbtu.kz::037320a9-8ef1-4acb-bb74-1ab60141db9d" providerId="AD" clId="Web-{13B824B9-2F41-1AAF-6313-D7FFEE62BCC7}" dt="2026-01-18T13:36:19.646" v="1841"/>
          <ac:spMkLst>
            <pc:docMk/>
            <pc:sldMk cId="3909936923" sldId="341"/>
            <ac:spMk id="12" creationId="{BC4C4868-CB8F-4AF9-9CDB-8108F2C19B67}"/>
          </ac:spMkLst>
        </pc:spChg>
        <pc:spChg chg="add">
          <ac:chgData name="Temirlan Zhaxalykov" userId="S::t.zhaxalykov@kbtu.kz::037320a9-8ef1-4acb-bb74-1ab60141db9d" providerId="AD" clId="Web-{13B824B9-2F41-1AAF-6313-D7FFEE62BCC7}" dt="2026-01-18T13:36:19.646" v="1841"/>
          <ac:spMkLst>
            <pc:docMk/>
            <pc:sldMk cId="3909936923" sldId="341"/>
            <ac:spMk id="14" creationId="{375E0459-6403-40CD-989D-56A4407CA12E}"/>
          </ac:spMkLst>
        </pc:spChg>
        <pc:spChg chg="add">
          <ac:chgData name="Temirlan Zhaxalykov" userId="S::t.zhaxalykov@kbtu.kz::037320a9-8ef1-4acb-bb74-1ab60141db9d" providerId="AD" clId="Web-{13B824B9-2F41-1AAF-6313-D7FFEE62BCC7}" dt="2026-01-18T13:36:19.646" v="1841"/>
          <ac:spMkLst>
            <pc:docMk/>
            <pc:sldMk cId="3909936923" sldId="341"/>
            <ac:spMk id="16" creationId="{53E5B1A8-3AC9-4BD1-9BBC-78CA94F2D1BA}"/>
          </ac:spMkLst>
        </pc:spChg>
      </pc:sldChg>
      <pc:sldChg chg="addSp modSp new mod setBg">
        <pc:chgData name="Temirlan Zhaxalykov" userId="S::t.zhaxalykov@kbtu.kz::037320a9-8ef1-4acb-bb74-1ab60141db9d" providerId="AD" clId="Web-{13B824B9-2F41-1AAF-6313-D7FFEE62BCC7}" dt="2026-01-18T13:39:43.366" v="1907" actId="20577"/>
        <pc:sldMkLst>
          <pc:docMk/>
          <pc:sldMk cId="3946478252" sldId="342"/>
        </pc:sldMkLst>
        <pc:spChg chg="mod">
          <ac:chgData name="Temirlan Zhaxalykov" userId="S::t.zhaxalykov@kbtu.kz::037320a9-8ef1-4acb-bb74-1ab60141db9d" providerId="AD" clId="Web-{13B824B9-2F41-1AAF-6313-D7FFEE62BCC7}" dt="2026-01-18T13:39:37.960" v="1904"/>
          <ac:spMkLst>
            <pc:docMk/>
            <pc:sldMk cId="3946478252" sldId="342"/>
            <ac:spMk id="2" creationId="{62119B99-EBDC-8B44-23B6-672943F305AE}"/>
          </ac:spMkLst>
        </pc:spChg>
        <pc:spChg chg="mod">
          <ac:chgData name="Temirlan Zhaxalykov" userId="S::t.zhaxalykov@kbtu.kz::037320a9-8ef1-4acb-bb74-1ab60141db9d" providerId="AD" clId="Web-{13B824B9-2F41-1AAF-6313-D7FFEE62BCC7}" dt="2026-01-18T13:39:43.366" v="1907" actId="20577"/>
          <ac:spMkLst>
            <pc:docMk/>
            <pc:sldMk cId="3946478252" sldId="342"/>
            <ac:spMk id="3" creationId="{5F3F0F34-F613-2EC6-FCF6-9FBB687337B6}"/>
          </ac:spMkLst>
        </pc:spChg>
        <pc:spChg chg="add">
          <ac:chgData name="Temirlan Zhaxalykov" userId="S::t.zhaxalykov@kbtu.kz::037320a9-8ef1-4acb-bb74-1ab60141db9d" providerId="AD" clId="Web-{13B824B9-2F41-1AAF-6313-D7FFEE62BCC7}" dt="2026-01-18T13:37:06.772" v="1854"/>
          <ac:spMkLst>
            <pc:docMk/>
            <pc:sldMk cId="3946478252" sldId="342"/>
            <ac:spMk id="8" creationId="{1B15ED52-F352-441B-82BF-E0EA34836D08}"/>
          </ac:spMkLst>
        </pc:spChg>
        <pc:spChg chg="add">
          <ac:chgData name="Temirlan Zhaxalykov" userId="S::t.zhaxalykov@kbtu.kz::037320a9-8ef1-4acb-bb74-1ab60141db9d" providerId="AD" clId="Web-{13B824B9-2F41-1AAF-6313-D7FFEE62BCC7}" dt="2026-01-18T13:37:06.772" v="1854"/>
          <ac:spMkLst>
            <pc:docMk/>
            <pc:sldMk cId="3946478252" sldId="342"/>
            <ac:spMk id="10" creationId="{3B2E3793-BFE6-45A2-9B7B-E18844431C99}"/>
          </ac:spMkLst>
        </pc:spChg>
        <pc:spChg chg="add">
          <ac:chgData name="Temirlan Zhaxalykov" userId="S::t.zhaxalykov@kbtu.kz::037320a9-8ef1-4acb-bb74-1ab60141db9d" providerId="AD" clId="Web-{13B824B9-2F41-1AAF-6313-D7FFEE62BCC7}" dt="2026-01-18T13:37:06.772" v="1854"/>
          <ac:spMkLst>
            <pc:docMk/>
            <pc:sldMk cId="3946478252" sldId="342"/>
            <ac:spMk id="12" creationId="{BC4C4868-CB8F-4AF9-9CDB-8108F2C19B67}"/>
          </ac:spMkLst>
        </pc:spChg>
        <pc:spChg chg="add">
          <ac:chgData name="Temirlan Zhaxalykov" userId="S::t.zhaxalykov@kbtu.kz::037320a9-8ef1-4acb-bb74-1ab60141db9d" providerId="AD" clId="Web-{13B824B9-2F41-1AAF-6313-D7FFEE62BCC7}" dt="2026-01-18T13:37:06.772" v="1854"/>
          <ac:spMkLst>
            <pc:docMk/>
            <pc:sldMk cId="3946478252" sldId="342"/>
            <ac:spMk id="14" creationId="{375E0459-6403-40CD-989D-56A4407CA12E}"/>
          </ac:spMkLst>
        </pc:spChg>
        <pc:spChg chg="add">
          <ac:chgData name="Temirlan Zhaxalykov" userId="S::t.zhaxalykov@kbtu.kz::037320a9-8ef1-4acb-bb74-1ab60141db9d" providerId="AD" clId="Web-{13B824B9-2F41-1AAF-6313-D7FFEE62BCC7}" dt="2026-01-18T13:37:06.772" v="1854"/>
          <ac:spMkLst>
            <pc:docMk/>
            <pc:sldMk cId="3946478252" sldId="342"/>
            <ac:spMk id="16" creationId="{53E5B1A8-3AC9-4BD1-9BBC-78CA94F2D1BA}"/>
          </ac:spMkLst>
        </pc:spChg>
      </pc:sldChg>
      <pc:sldChg chg="addSp modSp new mod setBg">
        <pc:chgData name="Temirlan Zhaxalykov" userId="S::t.zhaxalykov@kbtu.kz::037320a9-8ef1-4acb-bb74-1ab60141db9d" providerId="AD" clId="Web-{13B824B9-2F41-1AAF-6313-D7FFEE62BCC7}" dt="2026-01-18T13:39:33.803" v="1903"/>
        <pc:sldMkLst>
          <pc:docMk/>
          <pc:sldMk cId="2778240881" sldId="343"/>
        </pc:sldMkLst>
        <pc:spChg chg="mod">
          <ac:chgData name="Temirlan Zhaxalykov" userId="S::t.zhaxalykov@kbtu.kz::037320a9-8ef1-4acb-bb74-1ab60141db9d" providerId="AD" clId="Web-{13B824B9-2F41-1AAF-6313-D7FFEE62BCC7}" dt="2026-01-18T13:39:33.741" v="1902"/>
          <ac:spMkLst>
            <pc:docMk/>
            <pc:sldMk cId="2778240881" sldId="343"/>
            <ac:spMk id="2" creationId="{D7FF06F1-809E-E315-C48C-AA796AEB72A6}"/>
          </ac:spMkLst>
        </pc:spChg>
        <pc:spChg chg="mod">
          <ac:chgData name="Temirlan Zhaxalykov" userId="S::t.zhaxalykov@kbtu.kz::037320a9-8ef1-4acb-bb74-1ab60141db9d" providerId="AD" clId="Web-{13B824B9-2F41-1AAF-6313-D7FFEE62BCC7}" dt="2026-01-18T13:39:33.803" v="1903"/>
          <ac:spMkLst>
            <pc:docMk/>
            <pc:sldMk cId="2778240881" sldId="343"/>
            <ac:spMk id="3" creationId="{D67CF532-BDAD-3CA6-D70B-9E1EE2086409}"/>
          </ac:spMkLst>
        </pc:spChg>
        <pc:spChg chg="add">
          <ac:chgData name="Temirlan Zhaxalykov" userId="S::t.zhaxalykov@kbtu.kz::037320a9-8ef1-4acb-bb74-1ab60141db9d" providerId="AD" clId="Web-{13B824B9-2F41-1AAF-6313-D7FFEE62BCC7}" dt="2026-01-18T13:37:49.053" v="1871"/>
          <ac:spMkLst>
            <pc:docMk/>
            <pc:sldMk cId="2778240881" sldId="343"/>
            <ac:spMk id="8" creationId="{1B15ED52-F352-441B-82BF-E0EA34836D08}"/>
          </ac:spMkLst>
        </pc:spChg>
        <pc:spChg chg="add">
          <ac:chgData name="Temirlan Zhaxalykov" userId="S::t.zhaxalykov@kbtu.kz::037320a9-8ef1-4acb-bb74-1ab60141db9d" providerId="AD" clId="Web-{13B824B9-2F41-1AAF-6313-D7FFEE62BCC7}" dt="2026-01-18T13:37:49.053" v="1871"/>
          <ac:spMkLst>
            <pc:docMk/>
            <pc:sldMk cId="2778240881" sldId="343"/>
            <ac:spMk id="10" creationId="{3B2E3793-BFE6-45A2-9B7B-E18844431C99}"/>
          </ac:spMkLst>
        </pc:spChg>
        <pc:spChg chg="add">
          <ac:chgData name="Temirlan Zhaxalykov" userId="S::t.zhaxalykov@kbtu.kz::037320a9-8ef1-4acb-bb74-1ab60141db9d" providerId="AD" clId="Web-{13B824B9-2F41-1AAF-6313-D7FFEE62BCC7}" dt="2026-01-18T13:37:49.053" v="1871"/>
          <ac:spMkLst>
            <pc:docMk/>
            <pc:sldMk cId="2778240881" sldId="343"/>
            <ac:spMk id="12" creationId="{BC4C4868-CB8F-4AF9-9CDB-8108F2C19B67}"/>
          </ac:spMkLst>
        </pc:spChg>
        <pc:spChg chg="add">
          <ac:chgData name="Temirlan Zhaxalykov" userId="S::t.zhaxalykov@kbtu.kz::037320a9-8ef1-4acb-bb74-1ab60141db9d" providerId="AD" clId="Web-{13B824B9-2F41-1AAF-6313-D7FFEE62BCC7}" dt="2026-01-18T13:37:49.053" v="1871"/>
          <ac:spMkLst>
            <pc:docMk/>
            <pc:sldMk cId="2778240881" sldId="343"/>
            <ac:spMk id="14" creationId="{375E0459-6403-40CD-989D-56A4407CA12E}"/>
          </ac:spMkLst>
        </pc:spChg>
        <pc:spChg chg="add">
          <ac:chgData name="Temirlan Zhaxalykov" userId="S::t.zhaxalykov@kbtu.kz::037320a9-8ef1-4acb-bb74-1ab60141db9d" providerId="AD" clId="Web-{13B824B9-2F41-1AAF-6313-D7FFEE62BCC7}" dt="2026-01-18T13:37:49.053" v="1871"/>
          <ac:spMkLst>
            <pc:docMk/>
            <pc:sldMk cId="2778240881" sldId="343"/>
            <ac:spMk id="16" creationId="{53E5B1A8-3AC9-4BD1-9BBC-78CA94F2D1BA}"/>
          </ac:spMkLst>
        </pc:spChg>
      </pc:sldChg>
      <pc:sldChg chg="addSp modSp new mod setBg">
        <pc:chgData name="Temirlan Zhaxalykov" userId="S::t.zhaxalykov@kbtu.kz::037320a9-8ef1-4acb-bb74-1ab60141db9d" providerId="AD" clId="Web-{13B824B9-2F41-1AAF-6313-D7FFEE62BCC7}" dt="2026-01-18T13:39:28.631" v="1901"/>
        <pc:sldMkLst>
          <pc:docMk/>
          <pc:sldMk cId="3384364428" sldId="344"/>
        </pc:sldMkLst>
        <pc:spChg chg="mod">
          <ac:chgData name="Temirlan Zhaxalykov" userId="S::t.zhaxalykov@kbtu.kz::037320a9-8ef1-4acb-bb74-1ab60141db9d" providerId="AD" clId="Web-{13B824B9-2F41-1AAF-6313-D7FFEE62BCC7}" dt="2026-01-18T13:39:28.522" v="1900"/>
          <ac:spMkLst>
            <pc:docMk/>
            <pc:sldMk cId="3384364428" sldId="344"/>
            <ac:spMk id="2" creationId="{E066082C-1574-3CFF-FD1B-EF2F9B525EE6}"/>
          </ac:spMkLst>
        </pc:spChg>
        <pc:spChg chg="mod">
          <ac:chgData name="Temirlan Zhaxalykov" userId="S::t.zhaxalykov@kbtu.kz::037320a9-8ef1-4acb-bb74-1ab60141db9d" providerId="AD" clId="Web-{13B824B9-2F41-1AAF-6313-D7FFEE62BCC7}" dt="2026-01-18T13:39:28.631" v="1901"/>
          <ac:spMkLst>
            <pc:docMk/>
            <pc:sldMk cId="3384364428" sldId="344"/>
            <ac:spMk id="3" creationId="{F7799202-EC36-BAB4-D035-540DBD717568}"/>
          </ac:spMkLst>
        </pc:spChg>
        <pc:spChg chg="add">
          <ac:chgData name="Temirlan Zhaxalykov" userId="S::t.zhaxalykov@kbtu.kz::037320a9-8ef1-4acb-bb74-1ab60141db9d" providerId="AD" clId="Web-{13B824B9-2F41-1AAF-6313-D7FFEE62BCC7}" dt="2026-01-18T13:38:37.897" v="1886"/>
          <ac:spMkLst>
            <pc:docMk/>
            <pc:sldMk cId="3384364428" sldId="344"/>
            <ac:spMk id="8" creationId="{1B15ED52-F352-441B-82BF-E0EA34836D08}"/>
          </ac:spMkLst>
        </pc:spChg>
        <pc:spChg chg="add">
          <ac:chgData name="Temirlan Zhaxalykov" userId="S::t.zhaxalykov@kbtu.kz::037320a9-8ef1-4acb-bb74-1ab60141db9d" providerId="AD" clId="Web-{13B824B9-2F41-1AAF-6313-D7FFEE62BCC7}" dt="2026-01-18T13:38:37.897" v="1886"/>
          <ac:spMkLst>
            <pc:docMk/>
            <pc:sldMk cId="3384364428" sldId="344"/>
            <ac:spMk id="10" creationId="{3B2E3793-BFE6-45A2-9B7B-E18844431C99}"/>
          </ac:spMkLst>
        </pc:spChg>
        <pc:spChg chg="add">
          <ac:chgData name="Temirlan Zhaxalykov" userId="S::t.zhaxalykov@kbtu.kz::037320a9-8ef1-4acb-bb74-1ab60141db9d" providerId="AD" clId="Web-{13B824B9-2F41-1AAF-6313-D7FFEE62BCC7}" dt="2026-01-18T13:38:37.897" v="1886"/>
          <ac:spMkLst>
            <pc:docMk/>
            <pc:sldMk cId="3384364428" sldId="344"/>
            <ac:spMk id="12" creationId="{BC4C4868-CB8F-4AF9-9CDB-8108F2C19B67}"/>
          </ac:spMkLst>
        </pc:spChg>
        <pc:spChg chg="add">
          <ac:chgData name="Temirlan Zhaxalykov" userId="S::t.zhaxalykov@kbtu.kz::037320a9-8ef1-4acb-bb74-1ab60141db9d" providerId="AD" clId="Web-{13B824B9-2F41-1AAF-6313-D7FFEE62BCC7}" dt="2026-01-18T13:38:37.897" v="1886"/>
          <ac:spMkLst>
            <pc:docMk/>
            <pc:sldMk cId="3384364428" sldId="344"/>
            <ac:spMk id="14" creationId="{375E0459-6403-40CD-989D-56A4407CA12E}"/>
          </ac:spMkLst>
        </pc:spChg>
        <pc:spChg chg="add">
          <ac:chgData name="Temirlan Zhaxalykov" userId="S::t.zhaxalykov@kbtu.kz::037320a9-8ef1-4acb-bb74-1ab60141db9d" providerId="AD" clId="Web-{13B824B9-2F41-1AAF-6313-D7FFEE62BCC7}" dt="2026-01-18T13:38:37.897" v="1886"/>
          <ac:spMkLst>
            <pc:docMk/>
            <pc:sldMk cId="3384364428" sldId="344"/>
            <ac:spMk id="16" creationId="{53E5B1A8-3AC9-4BD1-9BBC-78CA94F2D1BA}"/>
          </ac:spMkLst>
        </pc:spChg>
      </pc:sldChg>
      <pc:sldChg chg="addSp modSp new mod setBg">
        <pc:chgData name="Temirlan Zhaxalykov" userId="S::t.zhaxalykov@kbtu.kz::037320a9-8ef1-4acb-bb74-1ab60141db9d" providerId="AD" clId="Web-{13B824B9-2F41-1AAF-6313-D7FFEE62BCC7}" dt="2026-01-18T13:39:23.444" v="1899"/>
        <pc:sldMkLst>
          <pc:docMk/>
          <pc:sldMk cId="1195977128" sldId="345"/>
        </pc:sldMkLst>
        <pc:spChg chg="mod">
          <ac:chgData name="Temirlan Zhaxalykov" userId="S::t.zhaxalykov@kbtu.kz::037320a9-8ef1-4acb-bb74-1ab60141db9d" providerId="AD" clId="Web-{13B824B9-2F41-1AAF-6313-D7FFEE62BCC7}" dt="2026-01-18T13:39:23.381" v="1898"/>
          <ac:spMkLst>
            <pc:docMk/>
            <pc:sldMk cId="1195977128" sldId="345"/>
            <ac:spMk id="2" creationId="{7915AAC6-F7CC-B911-BE1D-9E4C86B6E8C1}"/>
          </ac:spMkLst>
        </pc:spChg>
        <pc:spChg chg="mod">
          <ac:chgData name="Temirlan Zhaxalykov" userId="S::t.zhaxalykov@kbtu.kz::037320a9-8ef1-4acb-bb74-1ab60141db9d" providerId="AD" clId="Web-{13B824B9-2F41-1AAF-6313-D7FFEE62BCC7}" dt="2026-01-18T13:39:23.444" v="1899"/>
          <ac:spMkLst>
            <pc:docMk/>
            <pc:sldMk cId="1195977128" sldId="345"/>
            <ac:spMk id="3" creationId="{CCC5B97C-73B3-BC6C-E5F1-FCEC61633FC3}"/>
          </ac:spMkLst>
        </pc:spChg>
        <pc:spChg chg="add">
          <ac:chgData name="Temirlan Zhaxalykov" userId="S::t.zhaxalykov@kbtu.kz::037320a9-8ef1-4acb-bb74-1ab60141db9d" providerId="AD" clId="Web-{13B824B9-2F41-1AAF-6313-D7FFEE62BCC7}" dt="2026-01-18T13:39:09.006" v="1895"/>
          <ac:spMkLst>
            <pc:docMk/>
            <pc:sldMk cId="1195977128" sldId="345"/>
            <ac:spMk id="8" creationId="{1B15ED52-F352-441B-82BF-E0EA34836D08}"/>
          </ac:spMkLst>
        </pc:spChg>
        <pc:spChg chg="add">
          <ac:chgData name="Temirlan Zhaxalykov" userId="S::t.zhaxalykov@kbtu.kz::037320a9-8ef1-4acb-bb74-1ab60141db9d" providerId="AD" clId="Web-{13B824B9-2F41-1AAF-6313-D7FFEE62BCC7}" dt="2026-01-18T13:39:09.006" v="1895"/>
          <ac:spMkLst>
            <pc:docMk/>
            <pc:sldMk cId="1195977128" sldId="345"/>
            <ac:spMk id="10" creationId="{3B2E3793-BFE6-45A2-9B7B-E18844431C99}"/>
          </ac:spMkLst>
        </pc:spChg>
        <pc:spChg chg="add">
          <ac:chgData name="Temirlan Zhaxalykov" userId="S::t.zhaxalykov@kbtu.kz::037320a9-8ef1-4acb-bb74-1ab60141db9d" providerId="AD" clId="Web-{13B824B9-2F41-1AAF-6313-D7FFEE62BCC7}" dt="2026-01-18T13:39:09.006" v="1895"/>
          <ac:spMkLst>
            <pc:docMk/>
            <pc:sldMk cId="1195977128" sldId="345"/>
            <ac:spMk id="12" creationId="{BC4C4868-CB8F-4AF9-9CDB-8108F2C19B67}"/>
          </ac:spMkLst>
        </pc:spChg>
        <pc:spChg chg="add">
          <ac:chgData name="Temirlan Zhaxalykov" userId="S::t.zhaxalykov@kbtu.kz::037320a9-8ef1-4acb-bb74-1ab60141db9d" providerId="AD" clId="Web-{13B824B9-2F41-1AAF-6313-D7FFEE62BCC7}" dt="2026-01-18T13:39:09.006" v="1895"/>
          <ac:spMkLst>
            <pc:docMk/>
            <pc:sldMk cId="1195977128" sldId="345"/>
            <ac:spMk id="14" creationId="{375E0459-6403-40CD-989D-56A4407CA12E}"/>
          </ac:spMkLst>
        </pc:spChg>
        <pc:spChg chg="add">
          <ac:chgData name="Temirlan Zhaxalykov" userId="S::t.zhaxalykov@kbtu.kz::037320a9-8ef1-4acb-bb74-1ab60141db9d" providerId="AD" clId="Web-{13B824B9-2F41-1AAF-6313-D7FFEE62BCC7}" dt="2026-01-18T13:39:09.006" v="1895"/>
          <ac:spMkLst>
            <pc:docMk/>
            <pc:sldMk cId="1195977128" sldId="345"/>
            <ac:spMk id="16" creationId="{53E5B1A8-3AC9-4BD1-9BBC-78CA94F2D1BA}"/>
          </ac:spMkLst>
        </pc:spChg>
      </pc:sldChg>
    </pc:docChg>
  </pc:docChgLst>
  <pc:docChgLst>
    <pc:chgData name="Ainur Yessenbek" userId="S::ai_yessenbek@kbtu.kz::f36f4eb7-664e-4413-ba20-53c26ec93e98" providerId="AD" clId="Web-{DEF8133E-20CD-E5AD-B8E8-422E95B217EF}"/>
    <pc:docChg chg="delSld">
      <pc:chgData name="Ainur Yessenbek" userId="S::ai_yessenbek@kbtu.kz::f36f4eb7-664e-4413-ba20-53c26ec93e98" providerId="AD" clId="Web-{DEF8133E-20CD-E5AD-B8E8-422E95B217EF}" dt="2026-01-19T20:16:53.361" v="0"/>
      <pc:docMkLst>
        <pc:docMk/>
      </pc:docMkLst>
      <pc:sldChg chg="del">
        <pc:chgData name="Ainur Yessenbek" userId="S::ai_yessenbek@kbtu.kz::f36f4eb7-664e-4413-ba20-53c26ec93e98" providerId="AD" clId="Web-{DEF8133E-20CD-E5AD-B8E8-422E95B217EF}" dt="2026-01-19T20:16:53.361" v="0"/>
        <pc:sldMkLst>
          <pc:docMk/>
          <pc:sldMk cId="3407340982" sldId="31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F2FFB779-270B-4192-84BA-A697F48306DC}" type="datetimeFigureOut">
              <a:rPr lang="ru-RU" smtClean="0"/>
              <a:t>20.01.2026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161079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2FFB779-270B-4192-84BA-A697F48306DC}" type="datetimeFigureOut">
              <a:rPr lang="ru-RU" smtClean="0"/>
              <a:t>20.01.2026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703711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F2FFB779-270B-4192-84BA-A697F48306DC}" type="datetimeFigureOut">
              <a:rPr lang="ru-RU" smtClean="0"/>
              <a:t>20.01.2026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4076369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F2FFB779-270B-4192-84BA-A697F48306DC}" type="datetimeFigureOut">
              <a:rPr lang="ru-RU" smtClean="0"/>
              <a:t>20.01.2026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625762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F2FFB779-270B-4192-84BA-A697F48306DC}" type="datetimeFigureOut">
              <a:rPr lang="ru-RU" smtClean="0"/>
              <a:t>20.01.2026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188002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F2FFB779-270B-4192-84BA-A697F48306DC}" type="datetimeFigureOut">
              <a:rPr lang="ru-RU" smtClean="0"/>
              <a:t>20.01.2026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295335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F2FFB779-270B-4192-84BA-A697F48306DC}" type="datetimeFigureOut">
              <a:rPr lang="ru-RU" smtClean="0"/>
              <a:t>20.01.2026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1988754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F2FFB779-270B-4192-84BA-A697F48306DC}" type="datetimeFigureOut">
              <a:rPr lang="ru-RU" smtClean="0"/>
              <a:t>20.01.2026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3665695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F2FFB779-270B-4192-84BA-A697F48306DC}" type="datetimeFigureOut">
              <a:rPr lang="ru-RU" smtClean="0"/>
              <a:t>20.01.2026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134169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2FFB779-270B-4192-84BA-A697F48306DC}" type="datetimeFigureOut">
              <a:rPr lang="ru-RU" smtClean="0"/>
              <a:t>20.01.2026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065727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2FFB779-270B-4192-84BA-A697F48306DC}" type="datetimeFigureOut">
              <a:rPr lang="ru-RU" smtClean="0"/>
              <a:t>20.01.2026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812261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FFB779-270B-4192-84BA-A697F48306DC}" type="datetimeFigureOut">
              <a:rPr lang="ru-RU" smtClean="0"/>
              <a:t>20.01.2026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5DC19C-03DA-4066-9FF7-D0BF1BC6D6F6}" type="slidenum">
              <a:rPr lang="ru-RU" smtClean="0"/>
              <a:t>‹#›</a:t>
            </a:fld>
            <a:endParaRPr lang="ru-RU"/>
          </a:p>
        </p:txBody>
      </p:sp>
    </p:spTree>
    <p:extLst>
      <p:ext uri="{BB962C8B-B14F-4D97-AF65-F5344CB8AC3E}">
        <p14:creationId xmlns:p14="http://schemas.microsoft.com/office/powerpoint/2010/main" val="3154979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joyofcryptography.com" TargetMode="External"/><Relationship Id="rId2" Type="http://schemas.openxmlformats.org/officeDocument/2006/relationships/hyperlink" Target="https://doi.org/10.1002/9781118031490" TargetMode="External"/><Relationship Id="rId1" Type="http://schemas.openxmlformats.org/officeDocument/2006/relationships/slideLayout" Target="../slideLayouts/slideLayout2.xml"/><Relationship Id="rId4" Type="http://schemas.openxmlformats.org/officeDocument/2006/relationships/hyperlink" Target="https://doi.org/10.1017/9781009026208"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joyofcryptography.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Заголовок 1"/>
          <p:cNvSpPr>
            <a:spLocks noGrp="1"/>
          </p:cNvSpPr>
          <p:nvPr>
            <p:ph type="ctrTitle"/>
          </p:nvPr>
        </p:nvSpPr>
        <p:spPr>
          <a:xfrm>
            <a:off x="1314824" y="735106"/>
            <a:ext cx="10053763" cy="2928470"/>
          </a:xfrm>
        </p:spPr>
        <p:txBody>
          <a:bodyPr anchor="b">
            <a:normAutofit/>
          </a:bodyPr>
          <a:lstStyle/>
          <a:p>
            <a:pPr algn="l"/>
            <a:r>
              <a:rPr lang="ru-RU" sz="4800">
                <a:solidFill>
                  <a:srgbClr val="FFFFFF"/>
                </a:solidFill>
                <a:latin typeface="Times New Roman"/>
                <a:cs typeface="Times New Roman"/>
              </a:rPr>
              <a:t>Lecture 1. Introduction to Cryptography</a:t>
            </a:r>
          </a:p>
        </p:txBody>
      </p:sp>
      <p:sp>
        <p:nvSpPr>
          <p:cNvPr id="3" name="Подзаголовок 2"/>
          <p:cNvSpPr>
            <a:spLocks noGrp="1"/>
          </p:cNvSpPr>
          <p:nvPr>
            <p:ph type="subTitle" idx="1"/>
          </p:nvPr>
        </p:nvSpPr>
        <p:spPr>
          <a:xfrm>
            <a:off x="1350682" y="4870824"/>
            <a:ext cx="10005951" cy="1458258"/>
          </a:xfrm>
        </p:spPr>
        <p:txBody>
          <a:bodyPr vert="horz" lIns="91440" tIns="45720" rIns="91440" bIns="45720" rtlCol="0" anchor="ctr">
            <a:normAutofit/>
          </a:bodyPr>
          <a:lstStyle/>
          <a:p>
            <a:pPr algn="l"/>
            <a:r>
              <a:rPr lang="ru-RU">
                <a:latin typeface="Times New Roman"/>
                <a:cs typeface="Times New Roman"/>
              </a:rPr>
              <a:t>CSE 1204 </a:t>
            </a:r>
            <a:r>
              <a:rPr lang="ru-RU" err="1">
                <a:latin typeface="Times New Roman"/>
                <a:cs typeface="Times New Roman"/>
              </a:rPr>
              <a:t>Applied</a:t>
            </a:r>
            <a:r>
              <a:rPr lang="ru-RU">
                <a:latin typeface="Times New Roman"/>
                <a:cs typeface="Times New Roman"/>
              </a:rPr>
              <a:t> </a:t>
            </a:r>
            <a:r>
              <a:rPr lang="ru-RU" err="1">
                <a:latin typeface="Times New Roman"/>
                <a:cs typeface="Times New Roman"/>
              </a:rPr>
              <a:t>Cryptography</a:t>
            </a:r>
            <a:endParaRPr lang="ru-RU">
              <a:latin typeface="Times New Roman"/>
              <a:cs typeface="Times New Roman"/>
            </a:endParaRPr>
          </a:p>
          <a:p>
            <a:pPr algn="l"/>
            <a:r>
              <a:rPr lang="ru-RU" err="1">
                <a:latin typeface="Times New Roman"/>
                <a:cs typeface="Times New Roman"/>
              </a:rPr>
              <a:t>Lectures</a:t>
            </a:r>
            <a:r>
              <a:rPr lang="ru-RU">
                <a:latin typeface="Times New Roman"/>
                <a:cs typeface="Times New Roman"/>
              </a:rPr>
              <a:t> </a:t>
            </a:r>
            <a:r>
              <a:rPr lang="ru-RU" err="1">
                <a:latin typeface="Times New Roman"/>
                <a:cs typeface="Times New Roman"/>
              </a:rPr>
              <a:t>by</a:t>
            </a:r>
            <a:r>
              <a:rPr lang="ru-RU">
                <a:latin typeface="Times New Roman"/>
                <a:cs typeface="Times New Roman"/>
              </a:rPr>
              <a:t> </a:t>
            </a:r>
            <a:r>
              <a:rPr lang="ru-RU" err="1">
                <a:latin typeface="Times New Roman"/>
                <a:cs typeface="Times New Roman"/>
              </a:rPr>
              <a:t>Zhaxalykov</a:t>
            </a:r>
            <a:r>
              <a:rPr lang="ru-RU">
                <a:latin typeface="Times New Roman"/>
                <a:cs typeface="Times New Roman"/>
              </a:rPr>
              <a:t> T.M.</a:t>
            </a:r>
          </a:p>
        </p:txBody>
      </p:sp>
    </p:spTree>
    <p:extLst>
      <p:ext uri="{BB962C8B-B14F-4D97-AF65-F5344CB8AC3E}">
        <p14:creationId xmlns:p14="http://schemas.microsoft.com/office/powerpoint/2010/main" val="1351651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EB3B7F5-2478-01F0-58E2-A91FD64E0CEA}"/>
              </a:ext>
            </a:extLst>
          </p:cNvPr>
          <p:cNvSpPr>
            <a:spLocks noGrp="1"/>
          </p:cNvSpPr>
          <p:nvPr>
            <p:ph type="title"/>
          </p:nvPr>
        </p:nvSpPr>
        <p:spPr>
          <a:xfrm>
            <a:off x="826396" y="586855"/>
            <a:ext cx="4230100" cy="3387497"/>
          </a:xfrm>
        </p:spPr>
        <p:txBody>
          <a:bodyPr anchor="b">
            <a:normAutofit/>
          </a:bodyPr>
          <a:lstStyle/>
          <a:p>
            <a:pPr algn="r"/>
            <a:r>
              <a:rPr lang="ru-RU" sz="4000" b="1" err="1">
                <a:solidFill>
                  <a:srgbClr val="FFFFFF"/>
                </a:solidFill>
                <a:latin typeface="Times"/>
                <a:cs typeface="Times"/>
              </a:rPr>
              <a:t>Agenda</a:t>
            </a:r>
            <a:endParaRPr lang="ru-RU" sz="4000" b="1">
              <a:solidFill>
                <a:srgbClr val="FFFFFF"/>
              </a:solidFill>
              <a:latin typeface="Times"/>
              <a:cs typeface="Times"/>
            </a:endParaRPr>
          </a:p>
        </p:txBody>
      </p:sp>
      <p:sp>
        <p:nvSpPr>
          <p:cNvPr id="3" name="Объект 2">
            <a:extLst>
              <a:ext uri="{FF2B5EF4-FFF2-40B4-BE49-F238E27FC236}">
                <a16:creationId xmlns:a16="http://schemas.microsoft.com/office/drawing/2014/main" id="{2B59A079-0914-DFD5-65FD-C322D5DD356C}"/>
              </a:ext>
            </a:extLst>
          </p:cNvPr>
          <p:cNvSpPr>
            <a:spLocks noGrp="1"/>
          </p:cNvSpPr>
          <p:nvPr>
            <p:ph idx="1"/>
          </p:nvPr>
        </p:nvSpPr>
        <p:spPr>
          <a:xfrm>
            <a:off x="6503158" y="649480"/>
            <a:ext cx="4862447" cy="5546047"/>
          </a:xfrm>
        </p:spPr>
        <p:txBody>
          <a:bodyPr anchor="ctr">
            <a:normAutofit/>
          </a:bodyPr>
          <a:lstStyle/>
          <a:p>
            <a:r>
              <a:rPr lang="ru-RU" sz="2000" err="1">
                <a:latin typeface="Times New Roman"/>
                <a:cs typeface="Times New Roman"/>
              </a:rPr>
              <a:t>Course</a:t>
            </a:r>
            <a:r>
              <a:rPr lang="ru-RU" sz="2000">
                <a:latin typeface="Times New Roman"/>
                <a:cs typeface="Times New Roman"/>
              </a:rPr>
              <a:t> </a:t>
            </a:r>
            <a:r>
              <a:rPr lang="ru-RU" sz="2000" err="1">
                <a:latin typeface="Times New Roman"/>
                <a:cs typeface="Times New Roman"/>
              </a:rPr>
              <a:t>Introduction</a:t>
            </a:r>
            <a:endParaRPr lang="ru-RU" sz="2000">
              <a:latin typeface="Times New Roman"/>
              <a:cs typeface="Times New Roman"/>
            </a:endParaRPr>
          </a:p>
          <a:p>
            <a:r>
              <a:rPr lang="ru-RU" sz="2000" err="1">
                <a:latin typeface="Times New Roman"/>
                <a:cs typeface="Times New Roman"/>
              </a:rPr>
              <a:t>Intorduction</a:t>
            </a:r>
            <a:r>
              <a:rPr lang="ru-RU" sz="2000">
                <a:latin typeface="Times New Roman"/>
                <a:cs typeface="Times New Roman"/>
              </a:rPr>
              <a:t> </a:t>
            </a:r>
            <a:r>
              <a:rPr lang="ru-RU" sz="2000" err="1">
                <a:latin typeface="Times New Roman"/>
                <a:cs typeface="Times New Roman"/>
              </a:rPr>
              <a:t>to</a:t>
            </a:r>
            <a:r>
              <a:rPr lang="ru-RU" sz="2000">
                <a:latin typeface="Times New Roman"/>
                <a:cs typeface="Times New Roman"/>
              </a:rPr>
              <a:t> </a:t>
            </a:r>
            <a:r>
              <a:rPr lang="ru-RU" sz="2000" err="1">
                <a:latin typeface="Times New Roman"/>
                <a:cs typeface="Times New Roman"/>
              </a:rPr>
              <a:t>Cryptography</a:t>
            </a:r>
            <a:endParaRPr lang="ru-RU" sz="2000">
              <a:latin typeface="Times New Roman"/>
              <a:cs typeface="Times New Roman"/>
            </a:endParaRPr>
          </a:p>
          <a:p>
            <a:r>
              <a:rPr lang="ru-RU" sz="2000" err="1">
                <a:latin typeface="Times New Roman"/>
                <a:cs typeface="Times New Roman"/>
              </a:rPr>
              <a:t>Historical</a:t>
            </a:r>
            <a:r>
              <a:rPr lang="ru-RU" sz="2000">
                <a:latin typeface="Times New Roman"/>
                <a:cs typeface="Times New Roman"/>
              </a:rPr>
              <a:t> Development </a:t>
            </a:r>
            <a:r>
              <a:rPr lang="ru-RU" sz="2000" err="1">
                <a:latin typeface="Times New Roman"/>
                <a:cs typeface="Times New Roman"/>
              </a:rPr>
              <a:t>of</a:t>
            </a:r>
            <a:r>
              <a:rPr lang="ru-RU" sz="2000">
                <a:latin typeface="Times New Roman"/>
                <a:cs typeface="Times New Roman"/>
              </a:rPr>
              <a:t> </a:t>
            </a:r>
            <a:r>
              <a:rPr lang="ru-RU" sz="2000" err="1">
                <a:latin typeface="Times New Roman"/>
                <a:cs typeface="Times New Roman"/>
              </a:rPr>
              <a:t>Cryptography</a:t>
            </a:r>
            <a:endParaRPr lang="ru-RU" sz="2000">
              <a:latin typeface="Times New Roman"/>
              <a:cs typeface="Times New Roman"/>
            </a:endParaRPr>
          </a:p>
          <a:p>
            <a:r>
              <a:rPr lang="ru-RU" sz="2000" err="1">
                <a:latin typeface="Times New Roman"/>
                <a:cs typeface="Times New Roman"/>
              </a:rPr>
              <a:t>Fundamental</a:t>
            </a:r>
            <a:r>
              <a:rPr lang="ru-RU" sz="2000">
                <a:latin typeface="Times New Roman"/>
                <a:cs typeface="Times New Roman"/>
              </a:rPr>
              <a:t> </a:t>
            </a:r>
            <a:r>
              <a:rPr lang="ru-RU" sz="2000" err="1">
                <a:latin typeface="Times New Roman"/>
                <a:cs typeface="Times New Roman"/>
              </a:rPr>
              <a:t>Principals</a:t>
            </a:r>
            <a:r>
              <a:rPr lang="ru-RU" sz="2000">
                <a:latin typeface="Times New Roman"/>
                <a:cs typeface="Times New Roman"/>
              </a:rPr>
              <a:t> </a:t>
            </a:r>
            <a:r>
              <a:rPr lang="ru-RU" sz="2000" err="1">
                <a:latin typeface="Times New Roman"/>
                <a:cs typeface="Times New Roman"/>
              </a:rPr>
              <a:t>of</a:t>
            </a:r>
            <a:r>
              <a:rPr lang="ru-RU" sz="2000">
                <a:latin typeface="Times New Roman"/>
                <a:cs typeface="Times New Roman"/>
              </a:rPr>
              <a:t> Modern </a:t>
            </a:r>
            <a:r>
              <a:rPr lang="ru-RU" sz="2000" err="1">
                <a:latin typeface="Times New Roman"/>
                <a:cs typeface="Times New Roman"/>
              </a:rPr>
              <a:t>Cryptography</a:t>
            </a:r>
            <a:endParaRPr lang="ru-RU" sz="2000">
              <a:latin typeface="Times New Roman"/>
              <a:cs typeface="Times New Roman"/>
            </a:endParaRPr>
          </a:p>
          <a:p>
            <a:r>
              <a:rPr lang="ru-RU" sz="2000" err="1">
                <a:latin typeface="Times New Roman"/>
                <a:cs typeface="Times New Roman"/>
              </a:rPr>
              <a:t>Classification</a:t>
            </a:r>
            <a:r>
              <a:rPr lang="ru-RU" sz="2000">
                <a:latin typeface="Times New Roman"/>
                <a:cs typeface="Times New Roman"/>
              </a:rPr>
              <a:t> </a:t>
            </a:r>
            <a:r>
              <a:rPr lang="ru-RU" sz="2000" err="1">
                <a:latin typeface="Times New Roman"/>
                <a:cs typeface="Times New Roman"/>
              </a:rPr>
              <a:t>of</a:t>
            </a:r>
            <a:r>
              <a:rPr lang="ru-RU" sz="2000">
                <a:latin typeface="Times New Roman"/>
                <a:cs typeface="Times New Roman"/>
              </a:rPr>
              <a:t> </a:t>
            </a:r>
            <a:r>
              <a:rPr lang="ru-RU" sz="2000" err="1">
                <a:latin typeface="Times New Roman"/>
                <a:cs typeface="Times New Roman"/>
              </a:rPr>
              <a:t>Cryptographic</a:t>
            </a:r>
            <a:r>
              <a:rPr lang="ru-RU" sz="2000">
                <a:latin typeface="Times New Roman"/>
                <a:cs typeface="Times New Roman"/>
              </a:rPr>
              <a:t> </a:t>
            </a:r>
            <a:r>
              <a:rPr lang="ru-RU" sz="2000" err="1">
                <a:latin typeface="Times New Roman"/>
                <a:cs typeface="Times New Roman"/>
              </a:rPr>
              <a:t>Primitives</a:t>
            </a:r>
            <a:endParaRPr lang="ru-RU" sz="2000">
              <a:latin typeface="Times New Roman"/>
              <a:cs typeface="Times New Roman"/>
            </a:endParaRPr>
          </a:p>
          <a:p>
            <a:r>
              <a:rPr lang="ru-RU" sz="2000">
                <a:latin typeface="Times New Roman"/>
                <a:cs typeface="Times New Roman"/>
              </a:rPr>
              <a:t>Security </a:t>
            </a:r>
            <a:r>
              <a:rPr lang="ru-RU" sz="2000" err="1">
                <a:latin typeface="Times New Roman"/>
                <a:cs typeface="Times New Roman"/>
              </a:rPr>
              <a:t>Thinking</a:t>
            </a:r>
            <a:r>
              <a:rPr lang="ru-RU" sz="2000">
                <a:latin typeface="Times New Roman"/>
                <a:cs typeface="Times New Roman"/>
              </a:rPr>
              <a:t> </a:t>
            </a:r>
            <a:r>
              <a:rPr lang="ru-RU" sz="2000" err="1">
                <a:latin typeface="Times New Roman"/>
                <a:cs typeface="Times New Roman"/>
              </a:rPr>
              <a:t>and</a:t>
            </a:r>
            <a:r>
              <a:rPr lang="ru-RU" sz="2000">
                <a:latin typeface="Times New Roman"/>
                <a:cs typeface="Times New Roman"/>
              </a:rPr>
              <a:t> Professional </a:t>
            </a:r>
            <a:r>
              <a:rPr lang="ru-RU" sz="2000" err="1">
                <a:latin typeface="Times New Roman"/>
                <a:cs typeface="Times New Roman"/>
              </a:rPr>
              <a:t>Paranoia</a:t>
            </a:r>
            <a:endParaRPr lang="ru-RU" sz="2000">
              <a:latin typeface="Times New Roman"/>
              <a:cs typeface="Times New Roman"/>
            </a:endParaRPr>
          </a:p>
        </p:txBody>
      </p:sp>
    </p:spTree>
    <p:extLst>
      <p:ext uri="{BB962C8B-B14F-4D97-AF65-F5344CB8AC3E}">
        <p14:creationId xmlns:p14="http://schemas.microsoft.com/office/powerpoint/2010/main" val="2119738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5F57000-8ED6-8AC1-E75A-EEEF851369D2}"/>
              </a:ext>
            </a:extLst>
          </p:cNvPr>
          <p:cNvSpPr>
            <a:spLocks noGrp="1"/>
          </p:cNvSpPr>
          <p:nvPr>
            <p:ph type="title"/>
          </p:nvPr>
        </p:nvSpPr>
        <p:spPr>
          <a:xfrm>
            <a:off x="1371599" y="294538"/>
            <a:ext cx="9895951" cy="1033669"/>
          </a:xfrm>
        </p:spPr>
        <p:txBody>
          <a:bodyPr>
            <a:normAutofit/>
          </a:bodyPr>
          <a:lstStyle/>
          <a:p>
            <a:r>
              <a:rPr lang="ru-RU" sz="4000" b="1" err="1">
                <a:solidFill>
                  <a:srgbClr val="FFFFFF"/>
                </a:solidFill>
                <a:latin typeface="Times New Roman"/>
                <a:cs typeface="Times New Roman"/>
              </a:rPr>
              <a:t>Course</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Introduction</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AC2C7761-AC5A-C8D0-7461-17F6A23CFEB9}"/>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err="1">
                <a:latin typeface="Times New Roman"/>
                <a:cs typeface="Times New Roman"/>
              </a:rPr>
              <a:t>Course</a:t>
            </a:r>
            <a:r>
              <a:rPr lang="ru-RU" sz="2000">
                <a:latin typeface="Times New Roman"/>
                <a:cs typeface="Times New Roman"/>
              </a:rPr>
              <a:t> </a:t>
            </a:r>
            <a:r>
              <a:rPr lang="ru-RU" sz="2000" err="1">
                <a:latin typeface="Times New Roman"/>
                <a:cs typeface="Times New Roman"/>
              </a:rPr>
              <a:t>name</a:t>
            </a:r>
            <a:r>
              <a:rPr lang="ru-RU" sz="2000">
                <a:latin typeface="Times New Roman"/>
                <a:cs typeface="Times New Roman"/>
              </a:rPr>
              <a:t>: CSE 1204 </a:t>
            </a:r>
            <a:r>
              <a:rPr lang="ru-RU" sz="2000" err="1">
                <a:latin typeface="Times New Roman"/>
                <a:cs typeface="Times New Roman"/>
              </a:rPr>
              <a:t>Applied</a:t>
            </a:r>
            <a:r>
              <a:rPr lang="ru-RU" sz="2000">
                <a:latin typeface="Times New Roman"/>
                <a:cs typeface="Times New Roman"/>
              </a:rPr>
              <a:t> </a:t>
            </a:r>
            <a:r>
              <a:rPr lang="ru-RU" sz="2000" err="1">
                <a:latin typeface="Times New Roman"/>
                <a:cs typeface="Times New Roman"/>
              </a:rPr>
              <a:t>Cryptography</a:t>
            </a:r>
            <a:endParaRPr lang="ru-RU" sz="2000">
              <a:latin typeface="Times New Roman"/>
              <a:cs typeface="Times New Roman"/>
            </a:endParaRPr>
          </a:p>
          <a:p>
            <a:r>
              <a:rPr lang="ru-RU" sz="2000" err="1">
                <a:latin typeface="Times New Roman"/>
                <a:cs typeface="Times New Roman"/>
              </a:rPr>
              <a:t>Course</a:t>
            </a:r>
            <a:r>
              <a:rPr lang="ru-RU" sz="2000">
                <a:latin typeface="Times New Roman"/>
                <a:cs typeface="Times New Roman"/>
              </a:rPr>
              <a:t> </a:t>
            </a:r>
            <a:r>
              <a:rPr lang="ru-RU" sz="2000" err="1">
                <a:latin typeface="Times New Roman"/>
                <a:cs typeface="Times New Roman"/>
              </a:rPr>
              <a:t>description</a:t>
            </a:r>
            <a:r>
              <a:rPr lang="ru-RU" sz="2000">
                <a:latin typeface="Times New Roman"/>
                <a:cs typeface="Times New Roman"/>
              </a:rPr>
              <a:t>: The </a:t>
            </a:r>
            <a:r>
              <a:rPr lang="ru-RU" sz="2000" err="1">
                <a:latin typeface="Times New Roman"/>
                <a:cs typeface="Times New Roman"/>
              </a:rPr>
              <a:t>curriculum</a:t>
            </a:r>
            <a:r>
              <a:rPr lang="ru-RU" sz="2000">
                <a:latin typeface="Times New Roman"/>
                <a:cs typeface="Times New Roman"/>
              </a:rPr>
              <a:t> </a:t>
            </a:r>
            <a:r>
              <a:rPr lang="ru-RU" sz="2000" err="1">
                <a:latin typeface="Times New Roman"/>
                <a:cs typeface="Times New Roman"/>
              </a:rPr>
              <a:t>is</a:t>
            </a:r>
            <a:r>
              <a:rPr lang="ru-RU" sz="2000">
                <a:latin typeface="Times New Roman"/>
                <a:cs typeface="Times New Roman"/>
              </a:rPr>
              <a:t> </a:t>
            </a:r>
            <a:r>
              <a:rPr lang="ru-RU" sz="2000" err="1">
                <a:latin typeface="Times New Roman"/>
                <a:cs typeface="Times New Roman"/>
              </a:rPr>
              <a:t>structured</a:t>
            </a:r>
            <a:r>
              <a:rPr lang="ru-RU" sz="2000">
                <a:latin typeface="Times New Roman"/>
                <a:cs typeface="Times New Roman"/>
              </a:rPr>
              <a:t> </a:t>
            </a:r>
            <a:r>
              <a:rPr lang="ru-RU" sz="2000" err="1">
                <a:latin typeface="Times New Roman"/>
                <a:cs typeface="Times New Roman"/>
              </a:rPr>
              <a:t>in</a:t>
            </a:r>
            <a:r>
              <a:rPr lang="ru-RU" sz="2000">
                <a:latin typeface="Times New Roman"/>
                <a:cs typeface="Times New Roman"/>
              </a:rPr>
              <a:t> </a:t>
            </a:r>
            <a:r>
              <a:rPr lang="ru-RU" sz="2000" err="1">
                <a:latin typeface="Times New Roman"/>
                <a:cs typeface="Times New Roman"/>
              </a:rPr>
              <a:t>four</a:t>
            </a:r>
            <a:r>
              <a:rPr lang="ru-RU" sz="2000">
                <a:latin typeface="Times New Roman"/>
                <a:cs typeface="Times New Roman"/>
              </a:rPr>
              <a:t> </a:t>
            </a:r>
            <a:r>
              <a:rPr lang="ru-RU" sz="2000" err="1">
                <a:latin typeface="Times New Roman"/>
                <a:cs typeface="Times New Roman"/>
              </a:rPr>
              <a:t>main</a:t>
            </a:r>
            <a:r>
              <a:rPr lang="ru-RU" sz="2000">
                <a:latin typeface="Times New Roman"/>
                <a:cs typeface="Times New Roman"/>
              </a:rPr>
              <a:t> </a:t>
            </a:r>
            <a:r>
              <a:rPr lang="ru-RU" sz="2000" err="1">
                <a:latin typeface="Times New Roman"/>
                <a:cs typeface="Times New Roman"/>
              </a:rPr>
              <a:t>sections</a:t>
            </a:r>
            <a:r>
              <a:rPr lang="ru-RU" sz="2000">
                <a:latin typeface="Times New Roman"/>
                <a:cs typeface="Times New Roman"/>
              </a:rPr>
              <a:t>: </a:t>
            </a:r>
            <a:r>
              <a:rPr lang="ru-RU" sz="2000" err="1">
                <a:latin typeface="Times New Roman"/>
                <a:cs typeface="Times New Roman"/>
              </a:rPr>
              <a:t>Symmetric</a:t>
            </a:r>
            <a:r>
              <a:rPr lang="ru-RU" sz="2000">
                <a:latin typeface="Times New Roman"/>
                <a:cs typeface="Times New Roman"/>
              </a:rPr>
              <a:t> </a:t>
            </a:r>
            <a:r>
              <a:rPr lang="ru-RU" sz="2000" err="1">
                <a:latin typeface="Times New Roman"/>
                <a:cs typeface="Times New Roman"/>
              </a:rPr>
              <a:t>Cryptography</a:t>
            </a:r>
            <a:r>
              <a:rPr lang="ru-RU" sz="2000">
                <a:latin typeface="Times New Roman"/>
                <a:cs typeface="Times New Roman"/>
              </a:rPr>
              <a:t> (</a:t>
            </a:r>
            <a:r>
              <a:rPr lang="ru-RU" sz="2000" err="1">
                <a:latin typeface="Times New Roman"/>
                <a:cs typeface="Times New Roman"/>
              </a:rPr>
              <a:t>block</a:t>
            </a:r>
            <a:r>
              <a:rPr lang="ru-RU" sz="2000">
                <a:latin typeface="Times New Roman"/>
                <a:cs typeface="Times New Roman"/>
              </a:rPr>
              <a:t> </a:t>
            </a:r>
            <a:r>
              <a:rPr lang="ru-RU" sz="2000" err="1">
                <a:latin typeface="Times New Roman"/>
                <a:cs typeface="Times New Roman"/>
              </a:rPr>
              <a:t>ciphers</a:t>
            </a:r>
            <a:r>
              <a:rPr lang="ru-RU" sz="2000">
                <a:latin typeface="Times New Roman"/>
                <a:cs typeface="Times New Roman"/>
              </a:rPr>
              <a:t>, </a:t>
            </a:r>
            <a:r>
              <a:rPr lang="ru-RU" sz="2000" err="1">
                <a:latin typeface="Times New Roman"/>
                <a:cs typeface="Times New Roman"/>
              </a:rPr>
              <a:t>stream</a:t>
            </a:r>
            <a:r>
              <a:rPr lang="ru-RU" sz="2000">
                <a:latin typeface="Times New Roman"/>
                <a:cs typeface="Times New Roman"/>
              </a:rPr>
              <a:t> </a:t>
            </a:r>
            <a:r>
              <a:rPr lang="ru-RU" sz="2000" err="1">
                <a:latin typeface="Times New Roman"/>
                <a:cs typeface="Times New Roman"/>
              </a:rPr>
              <a:t>ciphers</a:t>
            </a:r>
            <a:r>
              <a:rPr lang="ru-RU" sz="2000">
                <a:latin typeface="Times New Roman"/>
                <a:cs typeface="Times New Roman"/>
              </a:rPr>
              <a:t>, </a:t>
            </a:r>
            <a:r>
              <a:rPr lang="ru-RU" sz="2000" err="1">
                <a:latin typeface="Times New Roman"/>
                <a:cs typeface="Times New Roman"/>
              </a:rPr>
              <a:t>modes</a:t>
            </a:r>
            <a:r>
              <a:rPr lang="ru-RU" sz="2000">
                <a:latin typeface="Times New Roman"/>
                <a:cs typeface="Times New Roman"/>
              </a:rPr>
              <a:t> </a:t>
            </a:r>
            <a:r>
              <a:rPr lang="ru-RU" sz="2000" err="1">
                <a:latin typeface="Times New Roman"/>
                <a:cs typeface="Times New Roman"/>
              </a:rPr>
              <a:t>of</a:t>
            </a:r>
            <a:r>
              <a:rPr lang="ru-RU" sz="2000">
                <a:latin typeface="Times New Roman"/>
                <a:cs typeface="Times New Roman"/>
              </a:rPr>
              <a:t> </a:t>
            </a:r>
            <a:r>
              <a:rPr lang="ru-RU" sz="2000" err="1">
                <a:latin typeface="Times New Roman"/>
                <a:cs typeface="Times New Roman"/>
              </a:rPr>
              <a:t>operation</a:t>
            </a:r>
            <a:r>
              <a:rPr lang="ru-RU" sz="2000">
                <a:latin typeface="Times New Roman"/>
                <a:cs typeface="Times New Roman"/>
              </a:rPr>
              <a:t>, </a:t>
            </a:r>
            <a:r>
              <a:rPr lang="ru-RU" sz="2000" err="1">
                <a:latin typeface="Times New Roman"/>
                <a:cs typeface="Times New Roman"/>
              </a:rPr>
              <a:t>authenticated</a:t>
            </a:r>
            <a:r>
              <a:rPr lang="ru-RU" sz="2000">
                <a:latin typeface="Times New Roman"/>
                <a:cs typeface="Times New Roman"/>
              </a:rPr>
              <a:t> </a:t>
            </a:r>
            <a:r>
              <a:rPr lang="ru-RU" sz="2000" err="1">
                <a:latin typeface="Times New Roman"/>
                <a:cs typeface="Times New Roman"/>
              </a:rPr>
              <a:t>encryption</a:t>
            </a:r>
            <a:r>
              <a:rPr lang="ru-RU" sz="2000">
                <a:latin typeface="Times New Roman"/>
                <a:cs typeface="Times New Roman"/>
              </a:rPr>
              <a:t>), </a:t>
            </a:r>
            <a:r>
              <a:rPr lang="ru-RU" sz="2000" err="1">
                <a:latin typeface="Times New Roman"/>
                <a:cs typeface="Times New Roman"/>
              </a:rPr>
              <a:t>Hash</a:t>
            </a:r>
            <a:r>
              <a:rPr lang="ru-RU" sz="2000">
                <a:latin typeface="Times New Roman"/>
                <a:cs typeface="Times New Roman"/>
              </a:rPr>
              <a:t> </a:t>
            </a:r>
            <a:r>
              <a:rPr lang="ru-RU" sz="2000" err="1">
                <a:latin typeface="Times New Roman"/>
                <a:cs typeface="Times New Roman"/>
              </a:rPr>
              <a:t>Functions</a:t>
            </a:r>
            <a:r>
              <a:rPr lang="ru-RU" sz="2000">
                <a:latin typeface="Times New Roman"/>
                <a:cs typeface="Times New Roman"/>
              </a:rPr>
              <a:t> (</a:t>
            </a:r>
            <a:r>
              <a:rPr lang="ru-RU" sz="2000" err="1">
                <a:latin typeface="Times New Roman"/>
                <a:cs typeface="Times New Roman"/>
              </a:rPr>
              <a:t>cryptographic</a:t>
            </a:r>
            <a:r>
              <a:rPr lang="ru-RU" sz="2000">
                <a:latin typeface="Times New Roman"/>
                <a:cs typeface="Times New Roman"/>
              </a:rPr>
              <a:t> </a:t>
            </a:r>
            <a:r>
              <a:rPr lang="ru-RU" sz="2000" err="1">
                <a:latin typeface="Times New Roman"/>
                <a:cs typeface="Times New Roman"/>
              </a:rPr>
              <a:t>properties</a:t>
            </a:r>
            <a:r>
              <a:rPr lang="ru-RU" sz="2000">
                <a:latin typeface="Times New Roman"/>
                <a:cs typeface="Times New Roman"/>
              </a:rPr>
              <a:t>, </a:t>
            </a:r>
            <a:r>
              <a:rPr lang="ru-RU" sz="2000" err="1">
                <a:latin typeface="Times New Roman"/>
                <a:cs typeface="Times New Roman"/>
              </a:rPr>
              <a:t>modern</a:t>
            </a:r>
            <a:r>
              <a:rPr lang="ru-RU" sz="2000">
                <a:latin typeface="Times New Roman"/>
                <a:cs typeface="Times New Roman"/>
              </a:rPr>
              <a:t> </a:t>
            </a:r>
            <a:r>
              <a:rPr lang="ru-RU" sz="2000" err="1">
                <a:latin typeface="Times New Roman"/>
                <a:cs typeface="Times New Roman"/>
              </a:rPr>
              <a:t>hash</a:t>
            </a:r>
            <a:r>
              <a:rPr lang="ru-RU" sz="2000">
                <a:latin typeface="Times New Roman"/>
                <a:cs typeface="Times New Roman"/>
              </a:rPr>
              <a:t> </a:t>
            </a:r>
            <a:r>
              <a:rPr lang="ru-RU" sz="2000" err="1">
                <a:latin typeface="Times New Roman"/>
                <a:cs typeface="Times New Roman"/>
              </a:rPr>
              <a:t>functions</a:t>
            </a:r>
            <a:r>
              <a:rPr lang="ru-RU" sz="2000">
                <a:latin typeface="Times New Roman"/>
                <a:cs typeface="Times New Roman"/>
              </a:rPr>
              <a:t>, </a:t>
            </a:r>
            <a:r>
              <a:rPr lang="ru-RU" sz="2000" err="1">
                <a:latin typeface="Times New Roman"/>
                <a:cs typeface="Times New Roman"/>
              </a:rPr>
              <a:t>password</a:t>
            </a:r>
            <a:r>
              <a:rPr lang="ru-RU" sz="2000">
                <a:latin typeface="Times New Roman"/>
                <a:cs typeface="Times New Roman"/>
              </a:rPr>
              <a:t> </a:t>
            </a:r>
            <a:r>
              <a:rPr lang="ru-RU" sz="2000" err="1">
                <a:latin typeface="Times New Roman"/>
                <a:cs typeface="Times New Roman"/>
              </a:rPr>
              <a:t>hashing</a:t>
            </a:r>
            <a:r>
              <a:rPr lang="ru-RU" sz="2000">
                <a:latin typeface="Times New Roman"/>
                <a:cs typeface="Times New Roman"/>
              </a:rPr>
              <a:t>, </a:t>
            </a:r>
            <a:r>
              <a:rPr lang="ru-RU" sz="2000" err="1">
                <a:latin typeface="Times New Roman"/>
                <a:cs typeface="Times New Roman"/>
              </a:rPr>
              <a:t>message</a:t>
            </a:r>
            <a:r>
              <a:rPr lang="ru-RU" sz="2000">
                <a:latin typeface="Times New Roman"/>
                <a:cs typeface="Times New Roman"/>
              </a:rPr>
              <a:t> </a:t>
            </a:r>
            <a:r>
              <a:rPr lang="ru-RU" sz="2000" err="1">
                <a:latin typeface="Times New Roman"/>
                <a:cs typeface="Times New Roman"/>
              </a:rPr>
              <a:t>authentication</a:t>
            </a:r>
            <a:r>
              <a:rPr lang="ru-RU" sz="2000">
                <a:latin typeface="Times New Roman"/>
                <a:cs typeface="Times New Roman"/>
              </a:rPr>
              <a:t> </a:t>
            </a:r>
            <a:r>
              <a:rPr lang="ru-RU" sz="2000" err="1">
                <a:latin typeface="Times New Roman"/>
                <a:cs typeface="Times New Roman"/>
              </a:rPr>
              <a:t>codes</a:t>
            </a:r>
            <a:r>
              <a:rPr lang="ru-RU" sz="2000">
                <a:latin typeface="Times New Roman"/>
                <a:cs typeface="Times New Roman"/>
              </a:rPr>
              <a:t>), </a:t>
            </a:r>
            <a:r>
              <a:rPr lang="ru-RU" sz="2000" err="1">
                <a:latin typeface="Times New Roman"/>
                <a:cs typeface="Times New Roman"/>
              </a:rPr>
              <a:t>Asymmetric</a:t>
            </a:r>
            <a:r>
              <a:rPr lang="ru-RU" sz="2000">
                <a:latin typeface="Times New Roman"/>
                <a:cs typeface="Times New Roman"/>
              </a:rPr>
              <a:t> </a:t>
            </a:r>
            <a:r>
              <a:rPr lang="ru-RU" sz="2000" err="1">
                <a:latin typeface="Times New Roman"/>
                <a:cs typeface="Times New Roman"/>
              </a:rPr>
              <a:t>Cryptography</a:t>
            </a:r>
            <a:r>
              <a:rPr lang="ru-RU" sz="2000">
                <a:latin typeface="Times New Roman"/>
                <a:cs typeface="Times New Roman"/>
              </a:rPr>
              <a:t> (RSA, </a:t>
            </a:r>
            <a:r>
              <a:rPr lang="ru-RU" sz="2000" err="1">
                <a:latin typeface="Times New Roman"/>
                <a:cs typeface="Times New Roman"/>
              </a:rPr>
              <a:t>Diffie-Hellman</a:t>
            </a:r>
            <a:r>
              <a:rPr lang="ru-RU" sz="2000">
                <a:latin typeface="Times New Roman"/>
                <a:cs typeface="Times New Roman"/>
              </a:rPr>
              <a:t>, </a:t>
            </a:r>
            <a:r>
              <a:rPr lang="ru-RU" sz="2000" err="1">
                <a:latin typeface="Times New Roman"/>
                <a:cs typeface="Times New Roman"/>
              </a:rPr>
              <a:t>elliptic</a:t>
            </a:r>
            <a:r>
              <a:rPr lang="ru-RU" sz="2000">
                <a:latin typeface="Times New Roman"/>
                <a:cs typeface="Times New Roman"/>
              </a:rPr>
              <a:t> </a:t>
            </a:r>
            <a:r>
              <a:rPr lang="ru-RU" sz="2000" err="1">
                <a:latin typeface="Times New Roman"/>
                <a:cs typeface="Times New Roman"/>
              </a:rPr>
              <a:t>curve</a:t>
            </a:r>
            <a:r>
              <a:rPr lang="ru-RU" sz="2000">
                <a:latin typeface="Times New Roman"/>
                <a:cs typeface="Times New Roman"/>
              </a:rPr>
              <a:t> </a:t>
            </a:r>
            <a:r>
              <a:rPr lang="ru-RU" sz="2000" err="1">
                <a:latin typeface="Times New Roman"/>
                <a:cs typeface="Times New Roman"/>
              </a:rPr>
              <a:t>cryptography</a:t>
            </a:r>
            <a:r>
              <a:rPr lang="ru-RU" sz="2000">
                <a:latin typeface="Times New Roman"/>
                <a:cs typeface="Times New Roman"/>
              </a:rPr>
              <a:t>, </a:t>
            </a:r>
            <a:r>
              <a:rPr lang="ru-RU" sz="2000" err="1">
                <a:latin typeface="Times New Roman"/>
                <a:cs typeface="Times New Roman"/>
              </a:rPr>
              <a:t>digital</a:t>
            </a:r>
            <a:r>
              <a:rPr lang="ru-RU" sz="2000">
                <a:latin typeface="Times New Roman"/>
                <a:cs typeface="Times New Roman"/>
              </a:rPr>
              <a:t> </a:t>
            </a:r>
            <a:r>
              <a:rPr lang="ru-RU" sz="2000" err="1">
                <a:latin typeface="Times New Roman"/>
                <a:cs typeface="Times New Roman"/>
              </a:rPr>
              <a:t>signatures</a:t>
            </a:r>
            <a:r>
              <a:rPr lang="ru-RU" sz="2000">
                <a:latin typeface="Times New Roman"/>
                <a:cs typeface="Times New Roman"/>
              </a:rPr>
              <a:t>), </a:t>
            </a:r>
            <a:r>
              <a:rPr lang="ru-RU" sz="2000" err="1">
                <a:latin typeface="Times New Roman"/>
                <a:cs typeface="Times New Roman"/>
              </a:rPr>
              <a:t>and</a:t>
            </a:r>
            <a:r>
              <a:rPr lang="ru-RU" sz="2000">
                <a:latin typeface="Times New Roman"/>
                <a:cs typeface="Times New Roman"/>
              </a:rPr>
              <a:t> Quantum </a:t>
            </a:r>
            <a:r>
              <a:rPr lang="ru-RU" sz="2000" err="1">
                <a:latin typeface="Times New Roman"/>
                <a:cs typeface="Times New Roman"/>
              </a:rPr>
              <a:t>Cryptography</a:t>
            </a:r>
            <a:r>
              <a:rPr lang="ru-RU" sz="2000">
                <a:latin typeface="Times New Roman"/>
                <a:cs typeface="Times New Roman"/>
              </a:rPr>
              <a:t> (</a:t>
            </a:r>
            <a:r>
              <a:rPr lang="ru-RU" sz="2000" err="1">
                <a:latin typeface="Times New Roman"/>
                <a:cs typeface="Times New Roman"/>
              </a:rPr>
              <a:t>quantum</a:t>
            </a:r>
            <a:r>
              <a:rPr lang="ru-RU" sz="2000">
                <a:latin typeface="Times New Roman"/>
                <a:cs typeface="Times New Roman"/>
              </a:rPr>
              <a:t> </a:t>
            </a:r>
            <a:r>
              <a:rPr lang="ru-RU" sz="2000" err="1">
                <a:latin typeface="Times New Roman"/>
                <a:cs typeface="Times New Roman"/>
              </a:rPr>
              <a:t>computing</a:t>
            </a:r>
            <a:r>
              <a:rPr lang="ru-RU" sz="2000">
                <a:latin typeface="Times New Roman"/>
                <a:cs typeface="Times New Roman"/>
              </a:rPr>
              <a:t> </a:t>
            </a:r>
            <a:r>
              <a:rPr lang="ru-RU" sz="2000" err="1">
                <a:latin typeface="Times New Roman"/>
                <a:cs typeface="Times New Roman"/>
              </a:rPr>
              <a:t>threats</a:t>
            </a:r>
            <a:r>
              <a:rPr lang="ru-RU" sz="2000">
                <a:latin typeface="Times New Roman"/>
                <a:cs typeface="Times New Roman"/>
              </a:rPr>
              <a:t>, </a:t>
            </a:r>
            <a:r>
              <a:rPr lang="ru-RU" sz="2000" err="1">
                <a:latin typeface="Times New Roman"/>
                <a:cs typeface="Times New Roman"/>
              </a:rPr>
              <a:t>post-quantum</a:t>
            </a:r>
            <a:r>
              <a:rPr lang="ru-RU" sz="2000">
                <a:latin typeface="Times New Roman"/>
                <a:cs typeface="Times New Roman"/>
              </a:rPr>
              <a:t> </a:t>
            </a:r>
            <a:r>
              <a:rPr lang="ru-RU" sz="2000" err="1">
                <a:latin typeface="Times New Roman"/>
                <a:cs typeface="Times New Roman"/>
              </a:rPr>
              <a:t>cryptography</a:t>
            </a:r>
            <a:r>
              <a:rPr lang="ru-RU" sz="2000">
                <a:latin typeface="Times New Roman"/>
                <a:cs typeface="Times New Roman"/>
              </a:rPr>
              <a:t>, </a:t>
            </a:r>
            <a:r>
              <a:rPr lang="ru-RU" sz="2000" err="1">
                <a:latin typeface="Times New Roman"/>
                <a:cs typeface="Times New Roman"/>
              </a:rPr>
              <a:t>quantum</a:t>
            </a:r>
            <a:r>
              <a:rPr lang="ru-RU" sz="2000">
                <a:latin typeface="Times New Roman"/>
                <a:cs typeface="Times New Roman"/>
              </a:rPr>
              <a:t> </a:t>
            </a:r>
            <a:r>
              <a:rPr lang="ru-RU" sz="2000" err="1">
                <a:latin typeface="Times New Roman"/>
                <a:cs typeface="Times New Roman"/>
              </a:rPr>
              <a:t>key</a:t>
            </a:r>
            <a:r>
              <a:rPr lang="ru-RU" sz="2000">
                <a:latin typeface="Times New Roman"/>
                <a:cs typeface="Times New Roman"/>
              </a:rPr>
              <a:t> </a:t>
            </a:r>
            <a:r>
              <a:rPr lang="ru-RU" sz="2000" err="1">
                <a:latin typeface="Times New Roman"/>
                <a:cs typeface="Times New Roman"/>
              </a:rPr>
              <a:t>distribution</a:t>
            </a:r>
            <a:r>
              <a:rPr lang="ru-RU" sz="2000">
                <a:latin typeface="Times New Roman"/>
                <a:cs typeface="Times New Roman"/>
              </a:rPr>
              <a:t>).</a:t>
            </a:r>
          </a:p>
          <a:p>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1116120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271C76D-537F-2734-C88D-31AE6BE196A2}"/>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Course Objectives</a:t>
            </a:r>
          </a:p>
        </p:txBody>
      </p:sp>
      <p:sp>
        <p:nvSpPr>
          <p:cNvPr id="3" name="Объект 2">
            <a:extLst>
              <a:ext uri="{FF2B5EF4-FFF2-40B4-BE49-F238E27FC236}">
                <a16:creationId xmlns:a16="http://schemas.microsoft.com/office/drawing/2014/main" id="{0CCA5E6D-BB21-5631-63C2-3BEDC0471732}"/>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a:latin typeface="Times New Roman"/>
                <a:cs typeface="Times New Roman"/>
              </a:rPr>
              <a:t>Explain the fundamental principles of cryptographic security, including Kerckhoffs' principle, computational hardness assumptions, and information-theoretic security.</a:t>
            </a:r>
          </a:p>
          <a:p>
            <a:r>
              <a:rPr lang="ru-RU" sz="2000">
                <a:latin typeface="Times New Roman"/>
                <a:cs typeface="Times New Roman"/>
              </a:rPr>
              <a:t>Analyze the security properties of cryptographic systems using formal security definitions and proof techniques.</a:t>
            </a:r>
          </a:p>
          <a:p>
            <a:r>
              <a:rPr lang="ru-RU" sz="2000">
                <a:latin typeface="Times New Roman"/>
                <a:cs typeface="Times New Roman"/>
              </a:rPr>
              <a:t>Design secure communication protocols by correctly combining cryptographic primitives such as encryption, authentication, and key exchange.</a:t>
            </a:r>
          </a:p>
          <a:p>
            <a:r>
              <a:rPr lang="ru-RU" sz="2000">
                <a:latin typeface="Times New Roman"/>
                <a:cs typeface="Times New Roman"/>
              </a:rPr>
              <a:t>Apply security verification methods to test cryptographic implementations for vulnerabilities and correctness cryptographic solutions into software applications while following security best practices and avoiding common implementation pitfalls.</a:t>
            </a:r>
          </a:p>
          <a:p>
            <a:endParaRPr lang="ru-RU" sz="2000">
              <a:latin typeface="Times New Roman"/>
              <a:cs typeface="Times New Roman"/>
            </a:endParaRPr>
          </a:p>
        </p:txBody>
      </p:sp>
    </p:spTree>
    <p:extLst>
      <p:ext uri="{BB962C8B-B14F-4D97-AF65-F5344CB8AC3E}">
        <p14:creationId xmlns:p14="http://schemas.microsoft.com/office/powerpoint/2010/main" val="745367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5D63FDD-D1E4-3E93-A206-E27D26E84180}"/>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Literature</a:t>
            </a:r>
          </a:p>
        </p:txBody>
      </p:sp>
      <p:sp>
        <p:nvSpPr>
          <p:cNvPr id="3" name="Объект 2">
            <a:extLst>
              <a:ext uri="{FF2B5EF4-FFF2-40B4-BE49-F238E27FC236}">
                <a16:creationId xmlns:a16="http://schemas.microsoft.com/office/drawing/2014/main" id="{04252CA8-D25E-2866-5EB0-F3073EACAB1F}"/>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a:latin typeface="Times New Roman"/>
                <a:cs typeface="Times New Roman"/>
              </a:rPr>
              <a:t>Aumasson, J.-P. (2018). Serious cryptography: A practical introduction to modern encryption. No Starch Press.</a:t>
            </a:r>
          </a:p>
          <a:p>
            <a:r>
              <a:rPr lang="ru-RU" sz="2000">
                <a:latin typeface="Times New Roman"/>
                <a:cs typeface="Times New Roman"/>
              </a:rPr>
              <a:t>Ferguson, N., Schneier, B., &amp; Kohno, T. (2010). Cryptography engineering: Design principles and practical applications. Wiley Publishing, Inc. </a:t>
            </a:r>
            <a:r>
              <a:rPr lang="ru-RU" sz="2000">
                <a:latin typeface="Times New Roman"/>
                <a:cs typeface="Times New Roman"/>
                <a:hlinkClick r:id="rId2"/>
              </a:rPr>
              <a:t>https://doi.org/10.1002/9781118031490</a:t>
            </a:r>
            <a:endParaRPr lang="ru-RU" sz="2000">
              <a:latin typeface="Times New Roman"/>
              <a:cs typeface="Times New Roman"/>
            </a:endParaRPr>
          </a:p>
          <a:p>
            <a:r>
              <a:rPr lang="ru-RU" sz="2000">
                <a:latin typeface="Times New Roman"/>
                <a:cs typeface="Times New Roman"/>
              </a:rPr>
              <a:t>Rosulek, M. (2021). The joy of cryptography. Oregon State University. </a:t>
            </a:r>
            <a:r>
              <a:rPr lang="ru-RU" sz="2000">
                <a:latin typeface="Times New Roman"/>
                <a:cs typeface="Times New Roman"/>
                <a:hlinkClick r:id="rId3"/>
              </a:rPr>
              <a:t>https://joyofcryptography.com</a:t>
            </a:r>
            <a:endParaRPr lang="ru-RU" sz="2000">
              <a:latin typeface="Times New Roman"/>
              <a:cs typeface="Times New Roman"/>
            </a:endParaRPr>
          </a:p>
          <a:p>
            <a:r>
              <a:rPr lang="ru-RU" sz="2000">
                <a:latin typeface="Times New Roman"/>
                <a:cs typeface="Times New Roman"/>
              </a:rPr>
              <a:t>Vidick, T., &amp; Wehner, S. (2024). Introduction to quantum cryptography. Cambridge University Press. </a:t>
            </a:r>
            <a:r>
              <a:rPr lang="ru-RU" sz="2000">
                <a:latin typeface="Times New Roman"/>
                <a:cs typeface="Times New Roman"/>
                <a:hlinkClick r:id="rId4"/>
              </a:rPr>
              <a:t>https://doi.org/10.1017/9781009026208</a:t>
            </a:r>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200269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C6961D19-FD1C-8E5A-5D2C-CE3969D6325C}"/>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Course Assessment Criteria</a:t>
            </a:r>
          </a:p>
        </p:txBody>
      </p:sp>
      <p:sp>
        <p:nvSpPr>
          <p:cNvPr id="3" name="Объект 2">
            <a:extLst>
              <a:ext uri="{FF2B5EF4-FFF2-40B4-BE49-F238E27FC236}">
                <a16:creationId xmlns:a16="http://schemas.microsoft.com/office/drawing/2014/main" id="{C13FCBAC-A60B-F3FE-2062-8965C48690F4}"/>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a:latin typeface="Times New Roman"/>
                <a:cs typeface="Times New Roman"/>
              </a:rPr>
              <a:t>Student Independent Studies – 20 points</a:t>
            </a:r>
          </a:p>
          <a:p>
            <a:r>
              <a:rPr lang="ru-RU" sz="2000">
                <a:latin typeface="Times New Roman"/>
                <a:cs typeface="Times New Roman"/>
              </a:rPr>
              <a:t>Teacher Supervised Student Independent Studies – 3 points</a:t>
            </a:r>
          </a:p>
          <a:p>
            <a:r>
              <a:rPr lang="ru-RU" sz="2000">
                <a:latin typeface="Times New Roman"/>
                <a:cs typeface="Times New Roman"/>
              </a:rPr>
              <a:t>Quizzes – 9 points</a:t>
            </a:r>
          </a:p>
          <a:p>
            <a:r>
              <a:rPr lang="ru-RU" sz="2000">
                <a:latin typeface="Times New Roman"/>
                <a:cs typeface="Times New Roman"/>
              </a:rPr>
              <a:t>Colloqiums – 8 points</a:t>
            </a:r>
          </a:p>
          <a:p>
            <a:r>
              <a:rPr lang="ru-RU" sz="2000">
                <a:latin typeface="Times New Roman"/>
                <a:cs typeface="Times New Roman"/>
              </a:rPr>
              <a:t>Midterm/Endterm - 20 points</a:t>
            </a:r>
          </a:p>
          <a:p>
            <a:r>
              <a:rPr lang="ru-RU" sz="2000">
                <a:latin typeface="Times New Roman"/>
                <a:cs typeface="Times New Roman"/>
              </a:rPr>
              <a:t>Final Examination – 40 points</a:t>
            </a:r>
          </a:p>
        </p:txBody>
      </p:sp>
    </p:spTree>
    <p:extLst>
      <p:ext uri="{BB962C8B-B14F-4D97-AF65-F5344CB8AC3E}">
        <p14:creationId xmlns:p14="http://schemas.microsoft.com/office/powerpoint/2010/main" val="1319675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584F7E9-ECB7-C8DF-57C0-E0A03B310396}"/>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a:cs typeface="Times"/>
              </a:rPr>
              <a:t>Student Independent Studies/TSIS</a:t>
            </a:r>
          </a:p>
        </p:txBody>
      </p:sp>
      <p:sp>
        <p:nvSpPr>
          <p:cNvPr id="3" name="Объект 2">
            <a:extLst>
              <a:ext uri="{FF2B5EF4-FFF2-40B4-BE49-F238E27FC236}">
                <a16:creationId xmlns:a16="http://schemas.microsoft.com/office/drawing/2014/main" id="{A20E57FC-9489-92F6-97DA-BFAB6C8361CF}"/>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a:latin typeface="Times"/>
                <a:cs typeface="Times"/>
              </a:rPr>
              <a:t>SIS 1: AES Block Cipher with Multiple Modes of Operation</a:t>
            </a:r>
          </a:p>
          <a:p>
            <a:r>
              <a:rPr lang="ru-RU" sz="2000">
                <a:latin typeface="Times"/>
                <a:cs typeface="Times"/>
              </a:rPr>
              <a:t>SIS 2: Building an RSA Cryptosystem with Key Generation and Digital Signatures</a:t>
            </a:r>
          </a:p>
          <a:p>
            <a:r>
              <a:rPr lang="ru-RU" sz="2000">
                <a:latin typeface="Times"/>
                <a:cs typeface="Times"/>
              </a:rPr>
              <a:t>SIS 3: SHA-256 and HMAC for Message Authentication</a:t>
            </a:r>
          </a:p>
          <a:p>
            <a:r>
              <a:rPr lang="ru-RU" sz="2000">
                <a:latin typeface="Times"/>
                <a:cs typeface="Times"/>
              </a:rPr>
              <a:t>SIS 4: Simulating the BB84 Quantum Key Distribution Protocol</a:t>
            </a:r>
          </a:p>
          <a:p>
            <a:endParaRPr lang="ru-RU" sz="2000">
              <a:latin typeface="Times"/>
              <a:cs typeface="Times"/>
            </a:endParaRPr>
          </a:p>
          <a:p>
            <a:r>
              <a:rPr lang="ru-RU" sz="2000">
                <a:latin typeface="Times"/>
                <a:cs typeface="Times"/>
              </a:rPr>
              <a:t>TSIS 1: Cryptanalysis of Classical Ciphers and Frequency Analysis</a:t>
            </a:r>
          </a:p>
        </p:txBody>
      </p:sp>
    </p:spTree>
    <p:extLst>
      <p:ext uri="{BB962C8B-B14F-4D97-AF65-F5344CB8AC3E}">
        <p14:creationId xmlns:p14="http://schemas.microsoft.com/office/powerpoint/2010/main" val="2354135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711D198-BC54-1A26-E453-415B3A49633C}"/>
              </a:ext>
            </a:extLst>
          </p:cNvPr>
          <p:cNvSpPr>
            <a:spLocks noGrp="1"/>
          </p:cNvSpPr>
          <p:nvPr>
            <p:ph type="title"/>
          </p:nvPr>
        </p:nvSpPr>
        <p:spPr>
          <a:xfrm>
            <a:off x="826396" y="586855"/>
            <a:ext cx="4230100" cy="3387497"/>
          </a:xfrm>
        </p:spPr>
        <p:txBody>
          <a:bodyPr anchor="b">
            <a:normAutofit/>
          </a:bodyPr>
          <a:lstStyle/>
          <a:p>
            <a:pPr algn="r"/>
            <a:r>
              <a:rPr lang="ru-RU" sz="4000">
                <a:solidFill>
                  <a:srgbClr val="FFFFFF"/>
                </a:solidFill>
                <a:latin typeface="Times New Roman"/>
                <a:cs typeface="Times New Roman"/>
              </a:rPr>
              <a:t>1.Introduction to Cryptography</a:t>
            </a:r>
          </a:p>
        </p:txBody>
      </p:sp>
      <p:sp>
        <p:nvSpPr>
          <p:cNvPr id="17" name="Объект 2">
            <a:extLst>
              <a:ext uri="{FF2B5EF4-FFF2-40B4-BE49-F238E27FC236}">
                <a16:creationId xmlns:a16="http://schemas.microsoft.com/office/drawing/2014/main" id="{6E566CF4-7CD9-4868-7FB8-95D549613A1E}"/>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a:latin typeface="Times New Roman"/>
                <a:cs typeface="Times New Roman"/>
              </a:rPr>
              <a:t>1.1 Definition of Cryptography</a:t>
            </a:r>
            <a:endParaRPr lang="ru-RU" sz="2000">
              <a:latin typeface="Times New Roman"/>
              <a:cs typeface="Times New Roman"/>
            </a:endParaRPr>
          </a:p>
          <a:p>
            <a:r>
              <a:rPr lang="ru-RU" sz="2000" b="1">
                <a:highlight>
                  <a:srgbClr val="FFFFFF"/>
                </a:highlight>
                <a:latin typeface="Times New Roman"/>
                <a:cs typeface="Times New Roman"/>
              </a:rPr>
              <a:t>1.2 Distinction from Related Disciplines</a:t>
            </a:r>
          </a:p>
        </p:txBody>
      </p:sp>
    </p:spTree>
    <p:extLst>
      <p:ext uri="{BB962C8B-B14F-4D97-AF65-F5344CB8AC3E}">
        <p14:creationId xmlns:p14="http://schemas.microsoft.com/office/powerpoint/2010/main" val="432503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140527F-FCE1-8CA2-129E-81FCCA36BC6F}"/>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1.1 Definition of Cryptography</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91C52A93-924A-579B-3E34-180CB8E77DCD}"/>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b="1">
                <a:highlight>
                  <a:srgbClr val="FFFFFF"/>
                </a:highlight>
                <a:latin typeface="Times New Roman"/>
                <a:cs typeface="Times New Roman"/>
              </a:rPr>
              <a:t>Definition 1.1 (</a:t>
            </a:r>
            <a:r>
              <a:rPr lang="ru-RU" sz="2000" b="1" err="1">
                <a:highlight>
                  <a:srgbClr val="FFFFFF"/>
                </a:highlight>
                <a:latin typeface="Times New Roman"/>
                <a:cs typeface="Times New Roman"/>
              </a:rPr>
              <a:t>Cryptography</a:t>
            </a:r>
            <a:r>
              <a:rPr lang="ru-RU" sz="2000" b="1">
                <a:highlight>
                  <a:srgbClr val="FFFFFF"/>
                </a:highlight>
                <a:latin typeface="Times New Roman"/>
                <a:cs typeface="Times New Roman"/>
              </a:rPr>
              <a:t>): </a:t>
            </a:r>
            <a:r>
              <a:rPr lang="ru-RU" sz="2000" err="1">
                <a:highlight>
                  <a:srgbClr val="FFFFFF"/>
                </a:highlight>
                <a:latin typeface="Times New Roman"/>
                <a:cs typeface="Times New Roman"/>
              </a:rPr>
              <a:t>Cryptography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scientific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study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techniques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digital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information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transactions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distributed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computations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presence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adversarial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behavior</a:t>
            </a:r>
            <a:r>
              <a:rPr lang="ru-RU" sz="2000">
                <a:highlight>
                  <a:srgbClr val="FFFFFF"/>
                </a:highlight>
                <a:latin typeface="Times New Roman"/>
                <a:cs typeface="Times New Roman"/>
              </a:rPr>
              <a:t>. It </a:t>
            </a:r>
            <a:r>
              <a:rPr lang="ru-RU" sz="2000" err="1">
                <a:highlight>
                  <a:srgbClr val="FFFFFF"/>
                </a:highlight>
                <a:latin typeface="Times New Roman"/>
                <a:cs typeface="Times New Roman"/>
              </a:rPr>
              <a:t>encompasses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design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analysis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implementation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mathematical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protocols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algorithms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enable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confidentiality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integrity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authentication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non-repudiation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communication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systems</a:t>
            </a:r>
            <a:r>
              <a:rPr lang="ru-RU" sz="2000">
                <a:highlight>
                  <a:srgbClr val="FFFFFF"/>
                </a:highlight>
                <a:latin typeface="Times New Roman"/>
                <a:cs typeface="Times New Roman"/>
              </a:rPr>
              <a:t>.</a:t>
            </a:r>
          </a:p>
        </p:txBody>
      </p:sp>
    </p:spTree>
    <p:extLst>
      <p:ext uri="{BB962C8B-B14F-4D97-AF65-F5344CB8AC3E}">
        <p14:creationId xmlns:p14="http://schemas.microsoft.com/office/powerpoint/2010/main" val="2668763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5C1CFD3-2058-A6F5-9490-5C3E97DD4504}"/>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1.1 Definition </a:t>
            </a:r>
            <a:r>
              <a:rPr lang="ru-RU" sz="4000" b="1" err="1">
                <a:solidFill>
                  <a:srgbClr val="FFFFFF"/>
                </a:solidFill>
                <a:latin typeface="Times New Roman"/>
                <a:cs typeface="Times New Roman"/>
              </a:rPr>
              <a:t>of</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Cryptography</a:t>
            </a:r>
            <a:endParaRPr lang="ru-RU" sz="400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A8B0BCDC-E830-FB31-B478-8B4D3E8B6409}"/>
              </a:ext>
            </a:extLst>
          </p:cNvPr>
          <p:cNvSpPr>
            <a:spLocks noGrp="1"/>
          </p:cNvSpPr>
          <p:nvPr>
            <p:ph idx="1"/>
          </p:nvPr>
        </p:nvSpPr>
        <p:spPr>
          <a:xfrm>
            <a:off x="1371599" y="2318197"/>
            <a:ext cx="9724031" cy="3683358"/>
          </a:xfrm>
        </p:spPr>
        <p:txBody>
          <a:bodyPr vert="horz" lIns="91440" tIns="45720" rIns="91440" bIns="45720" rtlCol="0" anchor="ctr">
            <a:noAutofit/>
          </a:bodyPr>
          <a:lstStyle/>
          <a:p>
            <a:r>
              <a:rPr lang="en-US" sz="2000">
                <a:highlight>
                  <a:srgbClr val="FFFFFF"/>
                </a:highlight>
                <a:latin typeface="Times New Roman"/>
                <a:cs typeface="Times New Roman"/>
              </a:rPr>
              <a:t>Cryptography achieves four primary security objectives:</a:t>
            </a:r>
            <a:endParaRPr lang="ru-RU" sz="2000">
              <a:highlight>
                <a:srgbClr val="FFFFFF"/>
              </a:highlight>
              <a:latin typeface="Times New Roman"/>
              <a:cs typeface="Times New Roman"/>
            </a:endParaRPr>
          </a:p>
          <a:p>
            <a:r>
              <a:rPr lang="ru-RU" sz="2000" b="1" err="1">
                <a:highlight>
                  <a:srgbClr val="FFFFFF"/>
                </a:highlight>
                <a:latin typeface="Times New Roman"/>
                <a:cs typeface="Times New Roman"/>
              </a:rPr>
              <a:t>Confidentiality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Ensuring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information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accessible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authorized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parties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Confidentiality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prevents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unauthorized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disclosure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sensitive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data</a:t>
            </a:r>
            <a:r>
              <a:rPr lang="ru-RU" sz="2000">
                <a:highlight>
                  <a:srgbClr val="FFFFFF"/>
                </a:highlight>
                <a:latin typeface="Times New Roman"/>
                <a:cs typeface="Times New Roman"/>
              </a:rPr>
              <a:t>.</a:t>
            </a:r>
          </a:p>
          <a:p>
            <a:r>
              <a:rPr lang="ru-RU" sz="2000" b="1" err="1">
                <a:highlight>
                  <a:srgbClr val="FFFFFF"/>
                </a:highlight>
                <a:latin typeface="Times New Roman"/>
                <a:cs typeface="Times New Roman"/>
              </a:rPr>
              <a:t>Integrity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Guaranteeing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information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has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been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altered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unauthorized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parties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Integrity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mechanisms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detect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modification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insertion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deletion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replay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data</a:t>
            </a:r>
            <a:r>
              <a:rPr lang="ru-RU" sz="2000">
                <a:highlight>
                  <a:srgbClr val="FFFFFF"/>
                </a:highlight>
                <a:latin typeface="Times New Roman"/>
                <a:cs typeface="Times New Roman"/>
              </a:rPr>
              <a:t>.</a:t>
            </a:r>
          </a:p>
          <a:p>
            <a:r>
              <a:rPr lang="ru-RU" sz="2000" b="1" err="1">
                <a:highlight>
                  <a:srgbClr val="FFFFFF"/>
                </a:highlight>
                <a:latin typeface="Times New Roman"/>
                <a:cs typeface="Times New Roman"/>
              </a:rPr>
              <a:t>Authentication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Verifying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identity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communicating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parties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origin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data</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Authentication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ensures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entities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who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claim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a:t>
            </a:r>
            <a:r>
              <a:rPr lang="ru-RU" sz="2000">
                <a:highlight>
                  <a:srgbClr val="FFFFFF"/>
                </a:highlight>
                <a:latin typeface="Times New Roman"/>
                <a:cs typeface="Times New Roman"/>
              </a:rPr>
              <a:t>.</a:t>
            </a:r>
          </a:p>
          <a:p>
            <a:r>
              <a:rPr lang="en-US" sz="2000" b="1">
                <a:highlight>
                  <a:srgbClr val="FFFFFF"/>
                </a:highlight>
                <a:latin typeface="Times New Roman"/>
                <a:cs typeface="Times New Roman"/>
              </a:rPr>
              <a:t>Non-repudiation</a:t>
            </a:r>
            <a:r>
              <a:rPr lang="en-US" sz="2000">
                <a:highlight>
                  <a:srgbClr val="FFFFFF"/>
                </a:highlight>
                <a:latin typeface="Times New Roman"/>
                <a:cs typeface="Times New Roman"/>
              </a:rPr>
              <a:t>: Preventing an entity from denying previous commitments or actions. Non-repudiation provides proof of the origin and integrity of data.</a:t>
            </a:r>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2716055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E9D3CBE-41C5-64B9-7B4F-E7A3C1EF9455}"/>
              </a:ext>
            </a:extLst>
          </p:cNvPr>
          <p:cNvSpPr>
            <a:spLocks noGrp="1"/>
          </p:cNvSpPr>
          <p:nvPr>
            <p:ph type="title"/>
          </p:nvPr>
        </p:nvSpPr>
        <p:spPr>
          <a:xfrm>
            <a:off x="1371599" y="294538"/>
            <a:ext cx="9895951" cy="1033669"/>
          </a:xfrm>
        </p:spPr>
        <p:txBody>
          <a:bodyPr>
            <a:normAutofit/>
          </a:bodyPr>
          <a:lstStyle/>
          <a:p>
            <a:r>
              <a:rPr lang="ru-RU" sz="3400" b="1">
                <a:solidFill>
                  <a:srgbClr val="FFFFFF"/>
                </a:solidFill>
                <a:latin typeface="Times New Roman"/>
                <a:cs typeface="Times New Roman"/>
              </a:rPr>
              <a:t>Example 1.1: Real-World Cryptographic Applications</a:t>
            </a:r>
            <a:endParaRPr lang="ru-RU" sz="34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29E56049-BB79-B980-5DB5-B14E2C8A686E}"/>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err="1">
                <a:highlight>
                  <a:srgbClr val="FFFFFF"/>
                </a:highlight>
                <a:latin typeface="Times New Roman"/>
                <a:cs typeface="Times New Roman"/>
              </a:rPr>
              <a:t>Consider</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banking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application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where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Alice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wishes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transfer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funds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Bob</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securely</a:t>
            </a:r>
            <a:r>
              <a:rPr lang="ru-RU" sz="2000">
                <a:highlight>
                  <a:srgbClr val="FFFFFF"/>
                </a:highlight>
                <a:latin typeface="Times New Roman"/>
                <a:cs typeface="Times New Roman"/>
              </a:rPr>
              <a:t>:</a:t>
            </a:r>
          </a:p>
          <a:p>
            <a:r>
              <a:rPr lang="ru-RU" sz="2000" b="1" err="1">
                <a:highlight>
                  <a:srgbClr val="FFFFFF"/>
                </a:highlight>
                <a:latin typeface="Times New Roman"/>
                <a:cs typeface="Times New Roman"/>
              </a:rPr>
              <a:t>Confidentiality</a:t>
            </a:r>
            <a:r>
              <a:rPr lang="ru-RU" sz="2000" b="1">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achieved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through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encryption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transaction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details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account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numbers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amounts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using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protocols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such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as</a:t>
            </a:r>
            <a:r>
              <a:rPr lang="ru-RU" sz="2000">
                <a:highlight>
                  <a:srgbClr val="FFFFFF"/>
                </a:highlight>
                <a:latin typeface="Times New Roman"/>
                <a:cs typeface="Times New Roman"/>
              </a:rPr>
              <a:t> TLS (Transport Layer Security).</a:t>
            </a:r>
          </a:p>
          <a:p>
            <a:r>
              <a:rPr lang="ru-RU" sz="2000" b="1" err="1">
                <a:highlight>
                  <a:srgbClr val="FFFFFF"/>
                </a:highlight>
                <a:latin typeface="Times New Roman"/>
                <a:cs typeface="Times New Roman"/>
              </a:rPr>
              <a:t>Integrity</a:t>
            </a:r>
            <a:r>
              <a:rPr lang="ru-RU" sz="2000" b="1">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ensured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through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cryptographic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hash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functions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message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authentication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codes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detect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tampering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transaction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data</a:t>
            </a:r>
            <a:r>
              <a:rPr lang="ru-RU" sz="2000">
                <a:highlight>
                  <a:srgbClr val="FFFFFF"/>
                </a:highlight>
                <a:latin typeface="Times New Roman"/>
                <a:cs typeface="Times New Roman"/>
              </a:rPr>
              <a:t>.</a:t>
            </a:r>
          </a:p>
          <a:p>
            <a:r>
              <a:rPr lang="ru-RU" sz="2000" b="1" err="1">
                <a:highlight>
                  <a:srgbClr val="FFFFFF"/>
                </a:highlight>
                <a:latin typeface="Times New Roman"/>
                <a:cs typeface="Times New Roman"/>
              </a:rPr>
              <a:t>Authentication</a:t>
            </a:r>
            <a:r>
              <a:rPr lang="ru-RU" sz="2000" b="1">
                <a:highlight>
                  <a:srgbClr val="FFFFFF"/>
                </a:highlight>
                <a:latin typeface="Times New Roman"/>
                <a:cs typeface="Times New Roman"/>
              </a:rPr>
              <a:t> </a:t>
            </a:r>
            <a:r>
              <a:rPr lang="ru-RU" sz="2000" err="1">
                <a:highlight>
                  <a:srgbClr val="FFFFFF"/>
                </a:highlight>
                <a:latin typeface="Times New Roman"/>
                <a:cs typeface="Times New Roman"/>
              </a:rPr>
              <a:t>verifies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request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originates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from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Alice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imposter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typically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using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digital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certificates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password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authentication</a:t>
            </a:r>
            <a:r>
              <a:rPr lang="ru-RU" sz="2000">
                <a:highlight>
                  <a:srgbClr val="FFFFFF"/>
                </a:highlight>
                <a:latin typeface="Times New Roman"/>
                <a:cs typeface="Times New Roman"/>
              </a:rPr>
              <a:t>.</a:t>
            </a:r>
          </a:p>
          <a:p>
            <a:r>
              <a:rPr lang="ru-RU" sz="2000" b="1">
                <a:highlight>
                  <a:srgbClr val="FFFFFF"/>
                </a:highlight>
                <a:latin typeface="Times New Roman"/>
                <a:cs typeface="Times New Roman"/>
              </a:rPr>
              <a:t>Non-</a:t>
            </a:r>
            <a:r>
              <a:rPr lang="ru-RU" sz="2000" b="1" err="1">
                <a:highlight>
                  <a:srgbClr val="FFFFFF"/>
                </a:highlight>
                <a:latin typeface="Times New Roman"/>
                <a:cs typeface="Times New Roman"/>
              </a:rPr>
              <a:t>repudiation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provided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through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digital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signatures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ensuring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Alice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cannot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later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deny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authorizing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transaction</a:t>
            </a:r>
            <a:r>
              <a:rPr lang="ru-RU" sz="2000">
                <a:highlight>
                  <a:srgbClr val="FFFFFF"/>
                </a:highlight>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3712972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B2DF14B8-EF55-0AFC-7531-3EDCADB1420B}"/>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1.2 </a:t>
            </a:r>
            <a:r>
              <a:rPr lang="ru-RU" sz="4000" b="1" err="1">
                <a:solidFill>
                  <a:srgbClr val="FFFFFF"/>
                </a:solidFill>
                <a:latin typeface="Times New Roman"/>
                <a:cs typeface="Times New Roman"/>
              </a:rPr>
              <a:t>Distinction</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from</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Related</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Disciplines</a:t>
            </a:r>
            <a:endParaRPr lang="ru-RU" sz="400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19530339-AB7B-FCAD-306E-2517D61654CA}"/>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a:highlight>
                  <a:srgbClr val="FFFFFF"/>
                </a:highlight>
                <a:latin typeface="Times New Roman"/>
                <a:cs typeface="Times New Roman"/>
              </a:rPr>
              <a:t>It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essential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distinguish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cryptography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from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related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distinct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fields</a:t>
            </a:r>
            <a:r>
              <a:rPr lang="ru-RU" sz="2000">
                <a:highlight>
                  <a:srgbClr val="FFFFFF"/>
                </a:highlight>
                <a:latin typeface="Times New Roman"/>
                <a:cs typeface="Times New Roman"/>
              </a:rPr>
              <a:t>:</a:t>
            </a:r>
          </a:p>
          <a:p>
            <a:r>
              <a:rPr lang="en-US" sz="2000" b="1">
                <a:highlight>
                  <a:srgbClr val="FFFFFF"/>
                </a:highlight>
                <a:latin typeface="Times New Roman"/>
                <a:cs typeface="Times New Roman"/>
              </a:rPr>
              <a:t>Steganography: </a:t>
            </a:r>
            <a:r>
              <a:rPr lang="en-US" sz="2000">
                <a:highlight>
                  <a:srgbClr val="FFFFFF"/>
                </a:highlight>
                <a:latin typeface="Times New Roman"/>
                <a:cs typeface="Times New Roman"/>
              </a:rPr>
              <a:t>The practice of concealing information within other non-secret data. Unlike cryptography, which makes data unreadable, steganography hides the existence of the communication itself. For instance, embedding a secret message within the pixels of a digital image.</a:t>
            </a:r>
            <a:endParaRPr lang="ru-RU" sz="2000">
              <a:highlight>
                <a:srgbClr val="FFFFFF"/>
              </a:highlight>
              <a:latin typeface="Times New Roman"/>
              <a:cs typeface="Times New Roman"/>
            </a:endParaRPr>
          </a:p>
          <a:p>
            <a:r>
              <a:rPr lang="ru-RU" sz="2000" b="1" err="1">
                <a:highlight>
                  <a:srgbClr val="FFFFFF"/>
                </a:highlight>
                <a:latin typeface="Times New Roman"/>
                <a:cs typeface="Times New Roman"/>
              </a:rPr>
              <a:t>Coding</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Theory</a:t>
            </a:r>
            <a:r>
              <a:rPr lang="ru-RU" sz="2000" b="1">
                <a:highlight>
                  <a:srgbClr val="FFFFFF"/>
                </a:highlight>
                <a:latin typeface="Times New Roman"/>
                <a:cs typeface="Times New Roman"/>
              </a:rPr>
              <a:t>: </a:t>
            </a:r>
            <a:r>
              <a:rPr lang="ru-RU" sz="2000">
                <a:highlight>
                  <a:srgbClr val="FFFFFF"/>
                </a:highlight>
                <a:latin typeface="Times New Roman"/>
                <a:cs typeface="Times New Roman"/>
              </a:rPr>
              <a:t>The </a:t>
            </a:r>
            <a:r>
              <a:rPr lang="ru-RU" sz="2000" err="1">
                <a:highlight>
                  <a:srgbClr val="FFFFFF"/>
                </a:highlight>
                <a:latin typeface="Times New Roman"/>
                <a:cs typeface="Times New Roman"/>
              </a:rPr>
              <a:t>study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error-correcting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codes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reliable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data</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transmission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over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noisy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channels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While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both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fields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use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mathematical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techniques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theory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focuses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error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correction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against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malicious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adversaries</a:t>
            </a:r>
            <a:r>
              <a:rPr lang="ru-RU" sz="2000">
                <a:highlight>
                  <a:srgbClr val="FFFFFF"/>
                </a:highlight>
                <a:latin typeface="Times New Roman"/>
                <a:cs typeface="Times New Roman"/>
              </a:rPr>
              <a:t>.</a:t>
            </a:r>
          </a:p>
          <a:p>
            <a:r>
              <a:rPr lang="en-US" sz="2000" b="1">
                <a:highlight>
                  <a:srgbClr val="FFFFFF"/>
                </a:highlight>
                <a:latin typeface="Times New Roman"/>
                <a:cs typeface="Times New Roman"/>
              </a:rPr>
              <a:t>Code Obfuscation: </a:t>
            </a:r>
            <a:r>
              <a:rPr lang="en-US" sz="2000">
                <a:highlight>
                  <a:srgbClr val="FFFFFF"/>
                </a:highlight>
                <a:latin typeface="Times New Roman"/>
                <a:cs typeface="Times New Roman"/>
              </a:rPr>
              <a:t>Techniques to make software difficult to understand or reverse-engineer. Obfuscation provides limited protection and is fundamentally different from cryptographic guarantees.</a:t>
            </a:r>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1105730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24303D-8CE9-A1CC-E525-F4364346A15C}"/>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940982A-6423-438A-0088-AADC4C95347C}"/>
              </a:ext>
            </a:extLst>
          </p:cNvPr>
          <p:cNvSpPr>
            <a:spLocks noGrp="1"/>
          </p:cNvSpPr>
          <p:nvPr>
            <p:ph type="title"/>
          </p:nvPr>
        </p:nvSpPr>
        <p:spPr>
          <a:xfrm>
            <a:off x="826396" y="586855"/>
            <a:ext cx="4230100" cy="3387497"/>
          </a:xfrm>
        </p:spPr>
        <p:txBody>
          <a:bodyPr anchor="b">
            <a:normAutofit/>
          </a:bodyPr>
          <a:lstStyle/>
          <a:p>
            <a:pPr algn="r"/>
            <a:r>
              <a:rPr lang="ru-RU" sz="4000">
                <a:solidFill>
                  <a:srgbClr val="FFFFFF"/>
                </a:solidFill>
                <a:latin typeface="Times New Roman"/>
                <a:cs typeface="Times New Roman"/>
              </a:rPr>
              <a:t>2.Historical Development of Cryptography</a:t>
            </a:r>
          </a:p>
        </p:txBody>
      </p:sp>
      <p:sp>
        <p:nvSpPr>
          <p:cNvPr id="17" name="Объект 2">
            <a:extLst>
              <a:ext uri="{FF2B5EF4-FFF2-40B4-BE49-F238E27FC236}">
                <a16:creationId xmlns:a16="http://schemas.microsoft.com/office/drawing/2014/main" id="{E0CFC4AF-F74A-C1CF-E696-AADA8CE09CEC}"/>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a:latin typeface="Times New Roman"/>
                <a:cs typeface="Times New Roman"/>
              </a:rPr>
              <a:t>2.1 Classical Cryptography: Substitution Ciphers</a:t>
            </a:r>
            <a:endParaRPr lang="ru-RU" sz="2000" err="1">
              <a:latin typeface="Times New Roman"/>
              <a:cs typeface="Times New Roman"/>
            </a:endParaRPr>
          </a:p>
          <a:p>
            <a:r>
              <a:rPr lang="ru-RU" sz="2000" b="1">
                <a:highlight>
                  <a:srgbClr val="FFFFFF"/>
                </a:highlight>
                <a:latin typeface="Times New Roman"/>
                <a:cs typeface="Times New Roman"/>
              </a:rPr>
              <a:t>2.2 Polyalphabetic Ciphers: The Vigenère Cipher</a:t>
            </a:r>
          </a:p>
          <a:p>
            <a:r>
              <a:rPr lang="ru-RU" sz="2000" b="1">
                <a:highlight>
                  <a:srgbClr val="FFFFFF"/>
                </a:highlight>
                <a:latin typeface="Times New Roman"/>
                <a:cs typeface="Times New Roman"/>
              </a:rPr>
              <a:t>2.3 Mechanical Cryptography: The Enigma Machine</a:t>
            </a:r>
          </a:p>
          <a:p>
            <a:endParaRPr lang="ru-RU" sz="2000" b="1">
              <a:highlight>
                <a:srgbClr val="FFFFFF"/>
              </a:highlight>
              <a:latin typeface="Times New Roman"/>
              <a:cs typeface="Times New Roman"/>
            </a:endParaRPr>
          </a:p>
        </p:txBody>
      </p:sp>
    </p:spTree>
    <p:extLst>
      <p:ext uri="{BB962C8B-B14F-4D97-AF65-F5344CB8AC3E}">
        <p14:creationId xmlns:p14="http://schemas.microsoft.com/office/powerpoint/2010/main" val="1877072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CF69353D-D117-21C1-EC60-066C72C3C71F}"/>
              </a:ext>
            </a:extLst>
          </p:cNvPr>
          <p:cNvSpPr>
            <a:spLocks noGrp="1"/>
          </p:cNvSpPr>
          <p:nvPr>
            <p:ph type="title"/>
          </p:nvPr>
        </p:nvSpPr>
        <p:spPr>
          <a:xfrm>
            <a:off x="1371599" y="294538"/>
            <a:ext cx="9895951" cy="1033669"/>
          </a:xfrm>
        </p:spPr>
        <p:txBody>
          <a:bodyPr vert="horz" lIns="91440" tIns="45720" rIns="91440" bIns="45720" rtlCol="0" anchor="ctr">
            <a:noAutofit/>
          </a:bodyPr>
          <a:lstStyle/>
          <a:p>
            <a:r>
              <a:rPr lang="ru-RU" sz="4000" b="1">
                <a:solidFill>
                  <a:schemeClr val="bg1"/>
                </a:solidFill>
                <a:latin typeface="Times New Roman"/>
                <a:cs typeface="Times New Roman"/>
              </a:rPr>
              <a:t>2.1 </a:t>
            </a:r>
            <a:r>
              <a:rPr lang="ru-RU" sz="4000" b="1" err="1">
                <a:solidFill>
                  <a:schemeClr val="bg1"/>
                </a:solidFill>
                <a:latin typeface="Times New Roman"/>
                <a:cs typeface="Times New Roman"/>
              </a:rPr>
              <a:t>Classical</a:t>
            </a:r>
            <a:r>
              <a:rPr lang="ru-RU" sz="4000" b="1">
                <a:solidFill>
                  <a:schemeClr val="bg1"/>
                </a:solidFill>
                <a:latin typeface="Times New Roman"/>
                <a:cs typeface="Times New Roman"/>
              </a:rPr>
              <a:t> </a:t>
            </a:r>
            <a:r>
              <a:rPr lang="ru-RU" sz="4000" b="1" err="1">
                <a:solidFill>
                  <a:schemeClr val="bg1"/>
                </a:solidFill>
                <a:latin typeface="Times New Roman"/>
                <a:cs typeface="Times New Roman"/>
              </a:rPr>
              <a:t>Cryptography</a:t>
            </a:r>
            <a:r>
              <a:rPr lang="ru-RU" sz="4000" b="1">
                <a:solidFill>
                  <a:schemeClr val="bg1"/>
                </a:solidFill>
                <a:latin typeface="Times New Roman"/>
                <a:cs typeface="Times New Roman"/>
              </a:rPr>
              <a:t>: </a:t>
            </a:r>
            <a:r>
              <a:rPr lang="ru-RU" sz="4000" b="1" err="1">
                <a:solidFill>
                  <a:schemeClr val="bg1"/>
                </a:solidFill>
                <a:latin typeface="Times New Roman"/>
                <a:cs typeface="Times New Roman"/>
              </a:rPr>
              <a:t>Substitution</a:t>
            </a:r>
            <a:r>
              <a:rPr lang="ru-RU" sz="4000" b="1">
                <a:solidFill>
                  <a:schemeClr val="bg1"/>
                </a:solidFill>
                <a:latin typeface="Times New Roman"/>
                <a:cs typeface="Times New Roman"/>
              </a:rPr>
              <a:t> </a:t>
            </a:r>
            <a:r>
              <a:rPr lang="ru-RU" sz="4000" b="1" err="1">
                <a:solidFill>
                  <a:schemeClr val="bg1"/>
                </a:solidFill>
                <a:latin typeface="Times New Roman"/>
                <a:cs typeface="Times New Roman"/>
              </a:rPr>
              <a:t>Ciphers</a:t>
            </a:r>
            <a:endParaRPr lang="ru-RU" sz="4000" b="1">
              <a:solidFill>
                <a:schemeClr val="bg1"/>
              </a:solidFill>
              <a:latin typeface="Times New Roman"/>
              <a:cs typeface="Times New Roman"/>
            </a:endParaRPr>
          </a:p>
        </p:txBody>
      </p:sp>
      <p:sp>
        <p:nvSpPr>
          <p:cNvPr id="3" name="Объект 2">
            <a:extLst>
              <a:ext uri="{FF2B5EF4-FFF2-40B4-BE49-F238E27FC236}">
                <a16:creationId xmlns:a16="http://schemas.microsoft.com/office/drawing/2014/main" id="{D107485F-807E-9E1A-E48C-5C40D7593AA3}"/>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b="1">
                <a:highlight>
                  <a:srgbClr val="FFFFFF"/>
                </a:highlight>
                <a:latin typeface="Times New Roman"/>
                <a:cs typeface="Times New Roman"/>
              </a:rPr>
              <a:t>2.1.1 The </a:t>
            </a:r>
            <a:r>
              <a:rPr lang="ru-RU" sz="2000" b="1" err="1">
                <a:highlight>
                  <a:srgbClr val="FFFFFF"/>
                </a:highlight>
                <a:latin typeface="Times New Roman"/>
                <a:cs typeface="Times New Roman"/>
              </a:rPr>
              <a:t>Caesar</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Cipher</a:t>
            </a:r>
            <a:endParaRPr lang="ru-RU" err="1">
              <a:latin typeface="Times New Roman"/>
              <a:cs typeface="Times New Roman"/>
            </a:endParaRPr>
          </a:p>
          <a:p>
            <a:r>
              <a:rPr lang="en-US" sz="2000" b="1">
                <a:highlight>
                  <a:srgbClr val="FFFFFF"/>
                </a:highlight>
                <a:latin typeface="Times New Roman"/>
                <a:cs typeface="Times New Roman"/>
              </a:rPr>
              <a:t>Definition 2.1 (Caesar Cipher): </a:t>
            </a:r>
            <a:r>
              <a:rPr lang="en-US" sz="2000">
                <a:highlight>
                  <a:srgbClr val="FFFFFF"/>
                </a:highlight>
                <a:latin typeface="Times New Roman"/>
                <a:cs typeface="Times New Roman"/>
              </a:rPr>
              <a:t>A monoalphabetic substitution cipher that replaces each letter in the plaintext with a letter a fixed number of positions down the alphabet. Formally, for plaintext letter p and shift parameter k, the ciphertext letter c is computed as: c ≡ (p + k) mod 26, where letters are mapped to integers A=0, B=1, ..., Z=25.</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The Caesar cipher represents one of the earliest documented encryption systems, attributed to Julius Caesar (100-44 BCE) for military communications. The cipher's security relies solely on the secrecy of the shift value k, which serves as the key.</a:t>
            </a:r>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1796832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58B884D-D349-2512-A99E-499C43041D39}"/>
              </a:ext>
            </a:extLst>
          </p:cNvPr>
          <p:cNvSpPr>
            <a:spLocks noGrp="1"/>
          </p:cNvSpPr>
          <p:nvPr>
            <p:ph type="title"/>
          </p:nvPr>
        </p:nvSpPr>
        <p:spPr>
          <a:xfrm>
            <a:off x="1371599" y="294538"/>
            <a:ext cx="9895951" cy="1033669"/>
          </a:xfrm>
        </p:spPr>
        <p:txBody>
          <a:bodyPr>
            <a:normAutofit/>
          </a:bodyPr>
          <a:lstStyle/>
          <a:p>
            <a:r>
              <a:rPr lang="ru-RU" sz="4000" b="1" err="1">
                <a:solidFill>
                  <a:srgbClr val="FFFFFF"/>
                </a:solidFill>
                <a:latin typeface="Times New Roman"/>
                <a:cs typeface="Times New Roman"/>
              </a:rPr>
              <a:t>Example</a:t>
            </a:r>
            <a:r>
              <a:rPr lang="ru-RU" sz="4000" b="1">
                <a:solidFill>
                  <a:srgbClr val="FFFFFF"/>
                </a:solidFill>
                <a:latin typeface="Times New Roman"/>
                <a:cs typeface="Times New Roman"/>
              </a:rPr>
              <a:t> 2.1: </a:t>
            </a:r>
            <a:r>
              <a:rPr lang="ru-RU" sz="4000" b="1" err="1">
                <a:solidFill>
                  <a:srgbClr val="FFFFFF"/>
                </a:solidFill>
                <a:latin typeface="Times New Roman"/>
                <a:cs typeface="Times New Roman"/>
              </a:rPr>
              <a:t>Caesar</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Cipher</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Encryption</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70412394-760B-1109-0685-DCCFC1120768}"/>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a:highlight>
                  <a:srgbClr val="FFFFFF"/>
                </a:highlight>
                <a:latin typeface="Times New Roman"/>
                <a:cs typeface="Times New Roman"/>
              </a:rPr>
              <a:t>Plaintext:  CRYPTOGRAPHY</a:t>
            </a:r>
          </a:p>
          <a:p>
            <a:r>
              <a:rPr lang="ru-RU" sz="2000">
                <a:highlight>
                  <a:srgbClr val="FFFFFF"/>
                </a:highlight>
                <a:latin typeface="Times New Roman"/>
                <a:cs typeface="Times New Roman"/>
              </a:rPr>
              <a:t>Shift (k):  3</a:t>
            </a:r>
          </a:p>
          <a:p>
            <a:r>
              <a:rPr lang="ru-RU" sz="2000">
                <a:highlight>
                  <a:srgbClr val="FFFFFF"/>
                </a:highlight>
                <a:latin typeface="Times New Roman"/>
                <a:cs typeface="Times New Roman"/>
              </a:rPr>
              <a:t>Ciphertext: FUBSWRJUDSKB</a:t>
            </a:r>
          </a:p>
          <a:p>
            <a:r>
              <a:rPr lang="ru-RU" sz="2000">
                <a:highlight>
                  <a:srgbClr val="FFFFFF"/>
                </a:highlight>
                <a:latin typeface="Times New Roman"/>
                <a:cs typeface="Times New Roman"/>
              </a:rPr>
              <a:t>Decryption applies the inverse transformation: p ≡ (c - k) mod 26.</a:t>
            </a:r>
          </a:p>
          <a:p>
            <a:endParaRPr lang="ru-RU" sz="2000">
              <a:latin typeface="Times New Roman"/>
              <a:cs typeface="Times New Roman"/>
            </a:endParaRPr>
          </a:p>
        </p:txBody>
      </p:sp>
    </p:spTree>
    <p:extLst>
      <p:ext uri="{BB962C8B-B14F-4D97-AF65-F5344CB8AC3E}">
        <p14:creationId xmlns:p14="http://schemas.microsoft.com/office/powerpoint/2010/main" val="3409382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BCC54D4-10C3-08FA-9690-53E79DDE6251}"/>
              </a:ext>
            </a:extLst>
          </p:cNvPr>
          <p:cNvSpPr>
            <a:spLocks noGrp="1"/>
          </p:cNvSpPr>
          <p:nvPr>
            <p:ph type="title"/>
          </p:nvPr>
        </p:nvSpPr>
        <p:spPr>
          <a:xfrm>
            <a:off x="1371599" y="294538"/>
            <a:ext cx="9895951" cy="1033669"/>
          </a:xfrm>
        </p:spPr>
        <p:txBody>
          <a:bodyPr>
            <a:normAutofit/>
          </a:bodyPr>
          <a:lstStyle/>
          <a:p>
            <a:r>
              <a:rPr lang="ru-RU" sz="3700" b="1">
                <a:solidFill>
                  <a:srgbClr val="FFFFFF"/>
                </a:solidFill>
                <a:latin typeface="Times New Roman"/>
                <a:cs typeface="Times New Roman"/>
              </a:rPr>
              <a:t>2.1.2 Cryptanalysis of the Caesar Cipher</a:t>
            </a:r>
            <a:endParaRPr lang="ru-RU" sz="37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008CB1DF-E9CB-5574-7729-58F3574CB2EC}"/>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The </a:t>
            </a:r>
            <a:r>
              <a:rPr lang="ru-RU" sz="2000" err="1">
                <a:highlight>
                  <a:srgbClr val="FFFFFF"/>
                </a:highlight>
                <a:latin typeface="Times New Roman"/>
                <a:cs typeface="Times New Roman"/>
              </a:rPr>
              <a:t>Caesar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cryptographically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weak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due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two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fundamental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vulnerabilities</a:t>
            </a:r>
            <a:r>
              <a:rPr lang="ru-RU" sz="2000">
                <a:highlight>
                  <a:srgbClr val="FFFFFF"/>
                </a:highlight>
                <a:latin typeface="Times New Roman"/>
                <a:cs typeface="Times New Roman"/>
              </a:rPr>
              <a:t>:</a:t>
            </a:r>
            <a:endParaRPr lang="ru-RU"/>
          </a:p>
          <a:p>
            <a:r>
              <a:rPr lang="en-US" sz="2000" b="1">
                <a:highlight>
                  <a:srgbClr val="FFFFFF"/>
                </a:highlight>
                <a:latin typeface="Times New Roman"/>
                <a:cs typeface="Times New Roman"/>
              </a:rPr>
              <a:t>Small </a:t>
            </a:r>
            <a:r>
              <a:rPr lang="en-US" sz="2000" b="1" err="1">
                <a:highlight>
                  <a:srgbClr val="FFFFFF"/>
                </a:highlight>
                <a:latin typeface="Times New Roman"/>
                <a:cs typeface="Times New Roman"/>
              </a:rPr>
              <a:t>Keyspace</a:t>
            </a:r>
            <a:r>
              <a:rPr lang="en-US" sz="2000" b="1">
                <a:highlight>
                  <a:srgbClr val="FFFFFF"/>
                </a:highlight>
                <a:latin typeface="Times New Roman"/>
                <a:cs typeface="Times New Roman"/>
              </a:rPr>
              <a:t>: </a:t>
            </a:r>
            <a:r>
              <a:rPr lang="en-US" sz="2000">
                <a:highlight>
                  <a:srgbClr val="FFFFFF"/>
                </a:highlight>
                <a:latin typeface="Times New Roman"/>
                <a:cs typeface="Times New Roman"/>
              </a:rPr>
              <a:t>With only 25 possible non-trivial shifts (k = 1 to 25), exhaustive key search (brute force attack) is trivial. An adversary can test all keys in negligible time.</a:t>
            </a:r>
            <a:endParaRPr lang="ru-RU" sz="2000">
              <a:highlight>
                <a:srgbClr val="FFFFFF"/>
              </a:highlight>
              <a:latin typeface="Times New Roman"/>
              <a:cs typeface="Times New Roman"/>
            </a:endParaRPr>
          </a:p>
          <a:p>
            <a:r>
              <a:rPr lang="ru-RU" sz="2000" b="1">
                <a:highlight>
                  <a:srgbClr val="FFFFFF"/>
                </a:highlight>
                <a:latin typeface="Times New Roman"/>
                <a:cs typeface="Times New Roman"/>
              </a:rPr>
              <a:t>Frequency Analysis: </a:t>
            </a:r>
            <a:r>
              <a:rPr lang="ru-RU" sz="2000">
                <a:highlight>
                  <a:srgbClr val="FFFFFF"/>
                </a:highlight>
                <a:latin typeface="Times New Roman"/>
                <a:cs typeface="Times New Roman"/>
              </a:rPr>
              <a:t>The </a:t>
            </a:r>
            <a:r>
              <a:rPr lang="ru-RU" sz="2000" err="1">
                <a:highlight>
                  <a:srgbClr val="FFFFFF"/>
                </a:highlight>
                <a:latin typeface="Times New Roman"/>
                <a:cs typeface="Times New Roman"/>
              </a:rPr>
              <a:t>cipher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preserves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letter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frequency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distributions</a:t>
            </a:r>
            <a:r>
              <a:rPr lang="ru-RU" sz="2000">
                <a:highlight>
                  <a:srgbClr val="FFFFFF"/>
                </a:highlight>
                <a:latin typeface="Times New Roman"/>
                <a:cs typeface="Times New Roman"/>
              </a:rPr>
              <a:t>. In English </a:t>
            </a:r>
            <a:r>
              <a:rPr lang="ru-RU" sz="2000" err="1">
                <a:highlight>
                  <a:srgbClr val="FFFFFF"/>
                </a:highlight>
                <a:latin typeface="Times New Roman"/>
                <a:cs typeface="Times New Roman"/>
              </a:rPr>
              <a:t>text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certain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letters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appear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characteristic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frequencies</a:t>
            </a:r>
            <a:r>
              <a:rPr lang="ru-RU" sz="2000">
                <a:highlight>
                  <a:srgbClr val="FFFFFF"/>
                </a:highlight>
                <a:latin typeface="Times New Roman"/>
                <a:cs typeface="Times New Roman"/>
              </a:rPr>
              <a:t> (E ≈ 12.7%, T ≈ 9.1%, A ≈ 8.2%). By </a:t>
            </a:r>
            <a:r>
              <a:rPr lang="ru-RU" sz="2000" err="1">
                <a:highlight>
                  <a:srgbClr val="FFFFFF"/>
                </a:highlight>
                <a:latin typeface="Times New Roman"/>
                <a:cs typeface="Times New Roman"/>
              </a:rPr>
              <a:t>analyzing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ciphertext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letter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frequencies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cryptanalysts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can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deduce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shift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value</a:t>
            </a:r>
            <a:r>
              <a:rPr lang="ru-RU" sz="2000">
                <a:highlight>
                  <a:srgbClr val="FFFFFF"/>
                </a:highlight>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862532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756BD49A-3085-FFA5-1DEE-84CE522F68EB}"/>
              </a:ext>
            </a:extLst>
          </p:cNvPr>
          <p:cNvSpPr>
            <a:spLocks noGrp="1"/>
          </p:cNvSpPr>
          <p:nvPr>
            <p:ph type="title"/>
          </p:nvPr>
        </p:nvSpPr>
        <p:spPr>
          <a:xfrm>
            <a:off x="1371599" y="294538"/>
            <a:ext cx="9895951" cy="1033669"/>
          </a:xfrm>
        </p:spPr>
        <p:txBody>
          <a:bodyPr>
            <a:normAutofit/>
          </a:bodyPr>
          <a:lstStyle/>
          <a:p>
            <a:r>
              <a:rPr lang="ru-RU" sz="4000" b="1" err="1">
                <a:solidFill>
                  <a:srgbClr val="FFFFFF"/>
                </a:solidFill>
                <a:latin typeface="Times New Roman"/>
                <a:cs typeface="Times New Roman"/>
              </a:rPr>
              <a:t>Example</a:t>
            </a:r>
            <a:r>
              <a:rPr lang="ru-RU" sz="4000" b="1">
                <a:solidFill>
                  <a:srgbClr val="FFFFFF"/>
                </a:solidFill>
                <a:latin typeface="Times New Roman"/>
                <a:cs typeface="Times New Roman"/>
              </a:rPr>
              <a:t> 2.2: Frequency Analysis </a:t>
            </a:r>
            <a:r>
              <a:rPr lang="ru-RU" sz="4000" b="1" err="1">
                <a:solidFill>
                  <a:srgbClr val="FFFFFF"/>
                </a:solidFill>
                <a:latin typeface="Times New Roman"/>
                <a:cs typeface="Times New Roman"/>
              </a:rPr>
              <a:t>Attack</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6076D1EE-CFAB-5D9F-006C-1A8C7AA50793}"/>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err="1">
                <a:highlight>
                  <a:srgbClr val="FFFFFF"/>
                </a:highlight>
                <a:latin typeface="Times New Roman"/>
                <a:cs typeface="Times New Roman"/>
              </a:rPr>
              <a:t>Given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ciphertext</a:t>
            </a:r>
            <a:r>
              <a:rPr lang="ru-RU" sz="2000">
                <a:highlight>
                  <a:srgbClr val="FFFFFF"/>
                </a:highlight>
                <a:latin typeface="Times New Roman"/>
                <a:cs typeface="Times New Roman"/>
              </a:rPr>
              <a:t>: WKLV LV D VHFUHW PHVVDJH</a:t>
            </a:r>
            <a:endParaRPr lang="ru-RU"/>
          </a:p>
          <a:p>
            <a:pPr marL="0" indent="0">
              <a:buNone/>
            </a:pPr>
            <a:endParaRPr lang="ru-RU" sz="2000">
              <a:highlight>
                <a:srgbClr val="FFFFFF"/>
              </a:highlight>
              <a:latin typeface="Times New Roman"/>
              <a:cs typeface="Times New Roman"/>
            </a:endParaRPr>
          </a:p>
          <a:p>
            <a:pPr marL="0" indent="0">
              <a:buNone/>
            </a:pPr>
            <a:r>
              <a:rPr lang="ru-RU" sz="2000">
                <a:highlight>
                  <a:srgbClr val="FFFFFF"/>
                </a:highlight>
                <a:latin typeface="Times New Roman"/>
                <a:cs typeface="Times New Roman"/>
              </a:rPr>
              <a:t>Analysis </a:t>
            </a:r>
            <a:r>
              <a:rPr lang="ru-RU" sz="2000" err="1">
                <a:highlight>
                  <a:srgbClr val="FFFFFF"/>
                </a:highlight>
                <a:latin typeface="Times New Roman"/>
                <a:cs typeface="Times New Roman"/>
              </a:rPr>
              <a:t>procedure</a:t>
            </a:r>
            <a:r>
              <a:rPr lang="ru-RU" sz="2000">
                <a:highlight>
                  <a:srgbClr val="FFFFFF"/>
                </a:highlight>
                <a:latin typeface="Times New Roman"/>
                <a:cs typeface="Times New Roman"/>
              </a:rPr>
              <a:t>:</a:t>
            </a:r>
            <a:endParaRPr lang="ru-RU"/>
          </a:p>
          <a:p>
            <a:r>
              <a:rPr lang="en-US" sz="2000">
                <a:highlight>
                  <a:srgbClr val="FFFFFF"/>
                </a:highlight>
                <a:latin typeface="Times New Roman"/>
                <a:cs typeface="Times New Roman"/>
              </a:rPr>
              <a:t>Compute frequency distribution of ciphertext letters. Observe that 'V' is most frequent.</a:t>
            </a:r>
            <a:endParaRPr lang="ru-RU" sz="2000">
              <a:highlight>
                <a:srgbClr val="FFFFFF"/>
              </a:highlight>
              <a:latin typeface="Times New Roman"/>
              <a:cs typeface="Times New Roman"/>
            </a:endParaRPr>
          </a:p>
          <a:p>
            <a:r>
              <a:rPr lang="ru-RU" sz="2000" err="1">
                <a:highlight>
                  <a:srgbClr val="FFFFFF"/>
                </a:highlight>
                <a:latin typeface="Times New Roman"/>
                <a:cs typeface="Times New Roman"/>
              </a:rPr>
              <a:t>Hypothesize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'V' </a:t>
            </a:r>
            <a:r>
              <a:rPr lang="ru-RU" sz="2000" err="1">
                <a:highlight>
                  <a:srgbClr val="FFFFFF"/>
                </a:highlight>
                <a:latin typeface="Times New Roman"/>
                <a:cs typeface="Times New Roman"/>
              </a:rPr>
              <a:t>corresponds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'E' (</a:t>
            </a:r>
            <a:r>
              <a:rPr lang="ru-RU" sz="2000" err="1">
                <a:highlight>
                  <a:srgbClr val="FFFFFF"/>
                </a:highlight>
                <a:latin typeface="Times New Roman"/>
                <a:cs typeface="Times New Roman"/>
              </a:rPr>
              <a:t>most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common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English).</a:t>
            </a:r>
          </a:p>
          <a:p>
            <a:r>
              <a:rPr lang="ru-RU" sz="2000" err="1">
                <a:highlight>
                  <a:srgbClr val="FFFFFF"/>
                </a:highlight>
                <a:latin typeface="Times New Roman"/>
                <a:cs typeface="Times New Roman"/>
              </a:rPr>
              <a:t>Calculate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shift</a:t>
            </a:r>
            <a:r>
              <a:rPr lang="ru-RU" sz="2000">
                <a:highlight>
                  <a:srgbClr val="FFFFFF"/>
                </a:highlight>
                <a:latin typeface="Times New Roman"/>
                <a:cs typeface="Times New Roman"/>
              </a:rPr>
              <a:t>: k = (V - E) </a:t>
            </a:r>
            <a:r>
              <a:rPr lang="ru-RU" sz="2000" err="1">
                <a:highlight>
                  <a:srgbClr val="FFFFFF"/>
                </a:highlight>
                <a:latin typeface="Times New Roman"/>
                <a:cs typeface="Times New Roman"/>
              </a:rPr>
              <a:t>mod</a:t>
            </a:r>
            <a:r>
              <a:rPr lang="ru-RU" sz="2000">
                <a:highlight>
                  <a:srgbClr val="FFFFFF"/>
                </a:highlight>
                <a:latin typeface="Times New Roman"/>
                <a:cs typeface="Times New Roman"/>
              </a:rPr>
              <a:t> 26 = (21 - 4) </a:t>
            </a:r>
            <a:r>
              <a:rPr lang="ru-RU" sz="2000" err="1">
                <a:highlight>
                  <a:srgbClr val="FFFFFF"/>
                </a:highlight>
                <a:latin typeface="Times New Roman"/>
                <a:cs typeface="Times New Roman"/>
              </a:rPr>
              <a:t>mod</a:t>
            </a:r>
            <a:r>
              <a:rPr lang="ru-RU" sz="2000">
                <a:highlight>
                  <a:srgbClr val="FFFFFF"/>
                </a:highlight>
                <a:latin typeface="Times New Roman"/>
                <a:cs typeface="Times New Roman"/>
              </a:rPr>
              <a:t> 26 = 17, </a:t>
            </a:r>
            <a:r>
              <a:rPr lang="ru-RU" sz="2000" err="1">
                <a:highlight>
                  <a:srgbClr val="FFFFFF"/>
                </a:highlight>
                <a:latin typeface="Times New Roman"/>
                <a:cs typeface="Times New Roman"/>
              </a:rPr>
              <a:t>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equivalently</a:t>
            </a:r>
            <a:r>
              <a:rPr lang="ru-RU" sz="2000">
                <a:highlight>
                  <a:srgbClr val="FFFFFF"/>
                </a:highlight>
                <a:latin typeface="Times New Roman"/>
                <a:cs typeface="Times New Roman"/>
              </a:rPr>
              <a:t> k = -9 ≡ 17 </a:t>
            </a:r>
            <a:r>
              <a:rPr lang="ru-RU" sz="2000" err="1">
                <a:highlight>
                  <a:srgbClr val="FFFFFF"/>
                </a:highlight>
                <a:latin typeface="Times New Roman"/>
                <a:cs typeface="Times New Roman"/>
              </a:rPr>
              <a:t>mod</a:t>
            </a:r>
            <a:r>
              <a:rPr lang="ru-RU" sz="2000">
                <a:highlight>
                  <a:srgbClr val="FFFFFF"/>
                </a:highlight>
                <a:latin typeface="Times New Roman"/>
                <a:cs typeface="Times New Roman"/>
              </a:rPr>
              <a:t> 26.</a:t>
            </a:r>
          </a:p>
          <a:p>
            <a:r>
              <a:rPr lang="ru-RU" sz="2000" err="1">
                <a:highlight>
                  <a:srgbClr val="FFFFFF"/>
                </a:highlight>
                <a:latin typeface="Times New Roman"/>
                <a:cs typeface="Times New Roman"/>
              </a:rPr>
              <a:t>Apply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decryption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k = 17 (</a:t>
            </a:r>
            <a:r>
              <a:rPr lang="ru-RU" sz="2000" err="1">
                <a:highlight>
                  <a:srgbClr val="FFFFFF"/>
                </a:highlight>
                <a:latin typeface="Times New Roman"/>
                <a:cs typeface="Times New Roman"/>
              </a:rPr>
              <a:t>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shift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backward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by</a:t>
            </a:r>
            <a:r>
              <a:rPr lang="ru-RU" sz="2000">
                <a:highlight>
                  <a:srgbClr val="FFFFFF"/>
                </a:highlight>
                <a:latin typeface="Times New Roman"/>
                <a:cs typeface="Times New Roman"/>
              </a:rPr>
              <a:t> 3)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obtain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plaintext</a:t>
            </a:r>
            <a:r>
              <a:rPr lang="ru-RU" sz="2000">
                <a:highlight>
                  <a:srgbClr val="FFFFFF"/>
                </a:highlight>
                <a:latin typeface="Times New Roman"/>
                <a:cs typeface="Times New Roman"/>
              </a:rPr>
              <a:t>: THIS IS A SECRET MESSAGE.</a:t>
            </a:r>
          </a:p>
          <a:p>
            <a:endParaRPr lang="ru-RU" sz="2000">
              <a:latin typeface="Times New Roman"/>
              <a:cs typeface="Times New Roman"/>
            </a:endParaRPr>
          </a:p>
        </p:txBody>
      </p:sp>
    </p:spTree>
    <p:extLst>
      <p:ext uri="{BB962C8B-B14F-4D97-AF65-F5344CB8AC3E}">
        <p14:creationId xmlns:p14="http://schemas.microsoft.com/office/powerpoint/2010/main" val="4208846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215BE61E-AD15-9792-ACC8-89BEFE00EC87}"/>
              </a:ext>
            </a:extLst>
          </p:cNvPr>
          <p:cNvSpPr>
            <a:spLocks noGrp="1"/>
          </p:cNvSpPr>
          <p:nvPr>
            <p:ph type="title"/>
          </p:nvPr>
        </p:nvSpPr>
        <p:spPr>
          <a:xfrm>
            <a:off x="1371599" y="294538"/>
            <a:ext cx="9895951" cy="1033669"/>
          </a:xfrm>
        </p:spPr>
        <p:txBody>
          <a:bodyPr>
            <a:normAutofit/>
          </a:bodyPr>
          <a:lstStyle/>
          <a:p>
            <a:r>
              <a:rPr lang="ru-RU" sz="3400" b="1">
                <a:solidFill>
                  <a:srgbClr val="FFFFFF"/>
                </a:solidFill>
                <a:latin typeface="Times New Roman"/>
                <a:cs typeface="Times New Roman"/>
              </a:rPr>
              <a:t>2.2 </a:t>
            </a:r>
            <a:r>
              <a:rPr lang="ru-RU" sz="3400" b="1" err="1">
                <a:solidFill>
                  <a:srgbClr val="FFFFFF"/>
                </a:solidFill>
                <a:latin typeface="Times New Roman"/>
                <a:cs typeface="Times New Roman"/>
              </a:rPr>
              <a:t>Polyalphabetic</a:t>
            </a:r>
            <a:r>
              <a:rPr lang="ru-RU" sz="3400" b="1">
                <a:solidFill>
                  <a:srgbClr val="FFFFFF"/>
                </a:solidFill>
                <a:latin typeface="Times New Roman"/>
                <a:cs typeface="Times New Roman"/>
              </a:rPr>
              <a:t> </a:t>
            </a:r>
            <a:r>
              <a:rPr lang="ru-RU" sz="3400" b="1" err="1">
                <a:solidFill>
                  <a:srgbClr val="FFFFFF"/>
                </a:solidFill>
                <a:latin typeface="Times New Roman"/>
                <a:cs typeface="Times New Roman"/>
              </a:rPr>
              <a:t>Ciphers</a:t>
            </a:r>
            <a:r>
              <a:rPr lang="ru-RU" sz="3400" b="1">
                <a:solidFill>
                  <a:srgbClr val="FFFFFF"/>
                </a:solidFill>
                <a:latin typeface="Times New Roman"/>
                <a:cs typeface="Times New Roman"/>
              </a:rPr>
              <a:t>: The </a:t>
            </a:r>
            <a:r>
              <a:rPr lang="ru-RU" sz="3400" b="1" err="1">
                <a:solidFill>
                  <a:srgbClr val="FFFFFF"/>
                </a:solidFill>
                <a:latin typeface="Times New Roman"/>
                <a:cs typeface="Times New Roman"/>
              </a:rPr>
              <a:t>Vigenère</a:t>
            </a:r>
            <a:r>
              <a:rPr lang="ru-RU" sz="3400" b="1">
                <a:solidFill>
                  <a:srgbClr val="FFFFFF"/>
                </a:solidFill>
                <a:latin typeface="Times New Roman"/>
                <a:cs typeface="Times New Roman"/>
              </a:rPr>
              <a:t> </a:t>
            </a:r>
            <a:r>
              <a:rPr lang="ru-RU" sz="3400" b="1" err="1">
                <a:solidFill>
                  <a:srgbClr val="FFFFFF"/>
                </a:solidFill>
                <a:latin typeface="Times New Roman"/>
                <a:cs typeface="Times New Roman"/>
              </a:rPr>
              <a:t>Cipher</a:t>
            </a:r>
            <a:endParaRPr lang="ru-RU" sz="34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A962179E-CCD0-3EE0-2D42-F96578F8AA54}"/>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Definition 2.2 (Vigenère Cipher): </a:t>
            </a:r>
            <a:r>
              <a:rPr lang="en-US" sz="2000">
                <a:highlight>
                  <a:srgbClr val="FFFFFF"/>
                </a:highlight>
                <a:latin typeface="Times New Roman"/>
                <a:cs typeface="Times New Roman"/>
              </a:rPr>
              <a:t>A polyalphabetic substitution cipher that employs multiple Caesar ciphers based on a repeating keyword. For plaintext P = </a:t>
            </a:r>
            <a:r>
              <a:rPr lang="en-US" sz="2000" err="1">
                <a:highlight>
                  <a:srgbClr val="FFFFFF"/>
                </a:highlight>
                <a:latin typeface="Times New Roman"/>
                <a:cs typeface="Times New Roman"/>
              </a:rPr>
              <a:t>p₁p</a:t>
            </a:r>
            <a:r>
              <a:rPr lang="en-US" sz="2000">
                <a:highlight>
                  <a:srgbClr val="FFFFFF"/>
                </a:highlight>
                <a:latin typeface="Times New Roman"/>
                <a:cs typeface="Times New Roman"/>
              </a:rPr>
              <a:t>₂...pₙ and keyword K = </a:t>
            </a:r>
            <a:r>
              <a:rPr lang="en-US" sz="2000" err="1">
                <a:highlight>
                  <a:srgbClr val="FFFFFF"/>
                </a:highlight>
                <a:latin typeface="Times New Roman"/>
                <a:cs typeface="Times New Roman"/>
              </a:rPr>
              <a:t>k₁k</a:t>
            </a:r>
            <a:r>
              <a:rPr lang="en-US" sz="2000">
                <a:highlight>
                  <a:srgbClr val="FFFFFF"/>
                </a:highlight>
                <a:latin typeface="Times New Roman"/>
                <a:cs typeface="Times New Roman"/>
              </a:rPr>
              <a:t>₂...kₘ, the ciphertext C = </a:t>
            </a:r>
            <a:r>
              <a:rPr lang="en-US" sz="2000" err="1">
                <a:highlight>
                  <a:srgbClr val="FFFFFF"/>
                </a:highlight>
                <a:latin typeface="Times New Roman"/>
                <a:cs typeface="Times New Roman"/>
              </a:rPr>
              <a:t>c₁c</a:t>
            </a:r>
            <a:r>
              <a:rPr lang="en-US" sz="2000">
                <a:highlight>
                  <a:srgbClr val="FFFFFF"/>
                </a:highlight>
                <a:latin typeface="Times New Roman"/>
                <a:cs typeface="Times New Roman"/>
              </a:rPr>
              <a:t>₂...cₙ is computed as: cᵢ ≡ (pᵢ + k₍ᵢ mod m₎) mod 26.</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Attributed to Giovan Battista </a:t>
            </a:r>
            <a:r>
              <a:rPr lang="en-US" sz="2000" err="1">
                <a:highlight>
                  <a:srgbClr val="FFFFFF"/>
                </a:highlight>
                <a:latin typeface="Times New Roman"/>
                <a:cs typeface="Times New Roman"/>
              </a:rPr>
              <a:t>Bellaso</a:t>
            </a:r>
            <a:r>
              <a:rPr lang="en-US" sz="2000">
                <a:highlight>
                  <a:srgbClr val="FFFFFF"/>
                </a:highlight>
                <a:latin typeface="Times New Roman"/>
                <a:cs typeface="Times New Roman"/>
              </a:rPr>
              <a:t> (1553) and later Blaise de Vigenère, this cipher was considered 'le chiffre </a:t>
            </a:r>
            <a:r>
              <a:rPr lang="en-US" sz="2000" err="1">
                <a:highlight>
                  <a:srgbClr val="FFFFFF"/>
                </a:highlight>
                <a:latin typeface="Times New Roman"/>
                <a:cs typeface="Times New Roman"/>
              </a:rPr>
              <a:t>indéchiffrable</a:t>
            </a:r>
            <a:r>
              <a:rPr lang="en-US" sz="2000">
                <a:highlight>
                  <a:srgbClr val="FFFFFF"/>
                </a:highlight>
                <a:latin typeface="Times New Roman"/>
                <a:cs typeface="Times New Roman"/>
              </a:rPr>
              <a:t>' (the unbreakable cipher) for over three centuries.</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605510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AF64AF6E-FA4F-7B50-51DC-AE81C2D53096}"/>
              </a:ext>
            </a:extLst>
          </p:cNvPr>
          <p:cNvSpPr>
            <a:spLocks noGrp="1"/>
          </p:cNvSpPr>
          <p:nvPr>
            <p:ph type="title"/>
          </p:nvPr>
        </p:nvSpPr>
        <p:spPr>
          <a:xfrm>
            <a:off x="1371599" y="294538"/>
            <a:ext cx="9895951" cy="1033669"/>
          </a:xfrm>
        </p:spPr>
        <p:txBody>
          <a:bodyPr>
            <a:normAutofit/>
          </a:bodyPr>
          <a:lstStyle/>
          <a:p>
            <a:r>
              <a:rPr lang="ru-RU" sz="3700" b="1" err="1">
                <a:solidFill>
                  <a:srgbClr val="FFFFFF"/>
                </a:solidFill>
                <a:latin typeface="Times New Roman"/>
                <a:cs typeface="Times New Roman"/>
              </a:rPr>
              <a:t>Example</a:t>
            </a:r>
            <a:r>
              <a:rPr lang="ru-RU" sz="3700" b="1">
                <a:solidFill>
                  <a:srgbClr val="FFFFFF"/>
                </a:solidFill>
                <a:latin typeface="Times New Roman"/>
                <a:cs typeface="Times New Roman"/>
              </a:rPr>
              <a:t> 2.3: </a:t>
            </a:r>
            <a:r>
              <a:rPr lang="ru-RU" sz="3700" b="1" err="1">
                <a:solidFill>
                  <a:srgbClr val="FFFFFF"/>
                </a:solidFill>
                <a:latin typeface="Times New Roman"/>
                <a:cs typeface="Times New Roman"/>
              </a:rPr>
              <a:t>Vigenère</a:t>
            </a:r>
            <a:r>
              <a:rPr lang="ru-RU" sz="3700" b="1">
                <a:solidFill>
                  <a:srgbClr val="FFFFFF"/>
                </a:solidFill>
                <a:latin typeface="Times New Roman"/>
                <a:cs typeface="Times New Roman"/>
              </a:rPr>
              <a:t> </a:t>
            </a:r>
            <a:r>
              <a:rPr lang="ru-RU" sz="3700" b="1" err="1">
                <a:solidFill>
                  <a:srgbClr val="FFFFFF"/>
                </a:solidFill>
                <a:latin typeface="Times New Roman"/>
                <a:cs typeface="Times New Roman"/>
              </a:rPr>
              <a:t>Cipher</a:t>
            </a:r>
            <a:r>
              <a:rPr lang="ru-RU" sz="3700" b="1">
                <a:solidFill>
                  <a:srgbClr val="FFFFFF"/>
                </a:solidFill>
                <a:latin typeface="Times New Roman"/>
                <a:cs typeface="Times New Roman"/>
              </a:rPr>
              <a:t> </a:t>
            </a:r>
            <a:r>
              <a:rPr lang="ru-RU" sz="3700" b="1" err="1">
                <a:solidFill>
                  <a:srgbClr val="FFFFFF"/>
                </a:solidFill>
                <a:latin typeface="Times New Roman"/>
                <a:cs typeface="Times New Roman"/>
              </a:rPr>
              <a:t>Encryption</a:t>
            </a:r>
            <a:endParaRPr lang="ru-RU" sz="37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85791FBC-7CE4-C4DD-CF44-6A1961D4750E}"/>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err="1">
                <a:highlight>
                  <a:srgbClr val="FFFFFF"/>
                </a:highlight>
                <a:latin typeface="Times New Roman"/>
                <a:cs typeface="Times New Roman"/>
              </a:rPr>
              <a:t>Plaintext</a:t>
            </a:r>
            <a:r>
              <a:rPr lang="ru-RU" sz="2000">
                <a:highlight>
                  <a:srgbClr val="FFFFFF"/>
                </a:highlight>
                <a:latin typeface="Times New Roman"/>
                <a:cs typeface="Times New Roman"/>
              </a:rPr>
              <a:t>:  ATTACKATDAWN</a:t>
            </a:r>
          </a:p>
          <a:p>
            <a:r>
              <a:rPr lang="ru-RU" sz="2000" err="1">
                <a:highlight>
                  <a:srgbClr val="FFFFFF"/>
                </a:highlight>
                <a:latin typeface="Times New Roman"/>
                <a:cs typeface="Times New Roman"/>
              </a:rPr>
              <a:t>Keyword</a:t>
            </a:r>
            <a:r>
              <a:rPr lang="ru-RU" sz="2000">
                <a:highlight>
                  <a:srgbClr val="FFFFFF"/>
                </a:highlight>
                <a:latin typeface="Times New Roman"/>
                <a:cs typeface="Times New Roman"/>
              </a:rPr>
              <a:t>:    LEMONLEMONLE</a:t>
            </a:r>
          </a:p>
          <a:p>
            <a:r>
              <a:rPr lang="ru-RU" sz="2000" err="1">
                <a:highlight>
                  <a:srgbClr val="FFFFFF"/>
                </a:highlight>
                <a:latin typeface="Times New Roman"/>
                <a:cs typeface="Times New Roman"/>
              </a:rPr>
              <a:t>Encryption</a:t>
            </a:r>
            <a:r>
              <a:rPr lang="ru-RU" sz="2000">
                <a:highlight>
                  <a:srgbClr val="FFFFFF"/>
                </a:highlight>
                <a:latin typeface="Times New Roman"/>
                <a:cs typeface="Times New Roman"/>
              </a:rPr>
              <a:t>: A+L=L, T+E=X, T+M=F, ...</a:t>
            </a:r>
          </a:p>
          <a:p>
            <a:r>
              <a:rPr lang="ru-RU" sz="2000" err="1">
                <a:highlight>
                  <a:srgbClr val="FFFFFF"/>
                </a:highlight>
                <a:latin typeface="Times New Roman"/>
                <a:cs typeface="Times New Roman"/>
              </a:rPr>
              <a:t>Ciphertext</a:t>
            </a:r>
            <a:r>
              <a:rPr lang="ru-RU" sz="2000">
                <a:highlight>
                  <a:srgbClr val="FFFFFF"/>
                </a:highlight>
                <a:latin typeface="Times New Roman"/>
                <a:cs typeface="Times New Roman"/>
              </a:rPr>
              <a:t>: LXFOPVEFRNHR</a:t>
            </a:r>
          </a:p>
          <a:p>
            <a:r>
              <a:rPr lang="en-US" sz="2000">
                <a:highlight>
                  <a:srgbClr val="FFFFFF"/>
                </a:highlight>
                <a:latin typeface="Times New Roman"/>
                <a:cs typeface="Times New Roman"/>
              </a:rPr>
              <a:t>The key advantage over Caesar is that identical plaintext letters encrypt to different ciphertext letters depending on their position, thwarting simple frequency analysis.</a:t>
            </a:r>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3548658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544B8741-F05A-064F-3BF6-5CCD7EC32534}"/>
              </a:ext>
            </a:extLst>
          </p:cNvPr>
          <p:cNvSpPr>
            <a:spLocks noGrp="1"/>
          </p:cNvSpPr>
          <p:nvPr>
            <p:ph type="title"/>
          </p:nvPr>
        </p:nvSpPr>
        <p:spPr>
          <a:xfrm>
            <a:off x="1371599" y="294538"/>
            <a:ext cx="9895951" cy="1033669"/>
          </a:xfrm>
        </p:spPr>
        <p:txBody>
          <a:bodyPr>
            <a:normAutofit/>
          </a:bodyPr>
          <a:lstStyle/>
          <a:p>
            <a:r>
              <a:rPr lang="ru-RU" sz="3700" b="1">
                <a:solidFill>
                  <a:srgbClr val="FFFFFF"/>
                </a:solidFill>
                <a:latin typeface="Times New Roman"/>
                <a:cs typeface="Times New Roman"/>
              </a:rPr>
              <a:t>2.2.1 </a:t>
            </a:r>
            <a:r>
              <a:rPr lang="ru-RU" sz="3700" b="1" err="1">
                <a:solidFill>
                  <a:srgbClr val="FFFFFF"/>
                </a:solidFill>
                <a:latin typeface="Times New Roman"/>
                <a:cs typeface="Times New Roman"/>
              </a:rPr>
              <a:t>Cryptanalysis</a:t>
            </a:r>
            <a:r>
              <a:rPr lang="ru-RU" sz="3700" b="1">
                <a:solidFill>
                  <a:srgbClr val="FFFFFF"/>
                </a:solidFill>
                <a:latin typeface="Times New Roman"/>
                <a:cs typeface="Times New Roman"/>
              </a:rPr>
              <a:t>: </a:t>
            </a:r>
            <a:r>
              <a:rPr lang="ru-RU" sz="3700" b="1" err="1">
                <a:solidFill>
                  <a:srgbClr val="FFFFFF"/>
                </a:solidFill>
                <a:latin typeface="Times New Roman"/>
                <a:cs typeface="Times New Roman"/>
              </a:rPr>
              <a:t>Kasiski</a:t>
            </a:r>
            <a:r>
              <a:rPr lang="ru-RU" sz="3700" b="1">
                <a:solidFill>
                  <a:srgbClr val="FFFFFF"/>
                </a:solidFill>
                <a:latin typeface="Times New Roman"/>
                <a:cs typeface="Times New Roman"/>
              </a:rPr>
              <a:t> </a:t>
            </a:r>
            <a:r>
              <a:rPr lang="ru-RU" sz="3700" b="1" err="1">
                <a:solidFill>
                  <a:srgbClr val="FFFFFF"/>
                </a:solidFill>
                <a:latin typeface="Times New Roman"/>
                <a:cs typeface="Times New Roman"/>
              </a:rPr>
              <a:t>Examination</a:t>
            </a:r>
            <a:endParaRPr lang="ru-RU" sz="370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E3DD7124-675F-8E4C-FE9A-A6150CEB31D5}"/>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a:highlight>
                  <a:srgbClr val="FFFFFF"/>
                </a:highlight>
                <a:latin typeface="Times New Roman"/>
                <a:cs typeface="Times New Roman"/>
              </a:rPr>
              <a:t>The Vigenère cipher was first broken by Charles Babbage (1854) and independently by Friedrich </a:t>
            </a:r>
            <a:r>
              <a:rPr lang="en-US" sz="2000" err="1">
                <a:highlight>
                  <a:srgbClr val="FFFFFF"/>
                </a:highlight>
                <a:latin typeface="Times New Roman"/>
                <a:cs typeface="Times New Roman"/>
              </a:rPr>
              <a:t>Kasiski</a:t>
            </a:r>
            <a:r>
              <a:rPr lang="en-US" sz="2000">
                <a:highlight>
                  <a:srgbClr val="FFFFFF"/>
                </a:highlight>
                <a:latin typeface="Times New Roman"/>
                <a:cs typeface="Times New Roman"/>
              </a:rPr>
              <a:t> (1863) using the following technique:</a:t>
            </a:r>
            <a:endParaRPr lang="ru-RU" sz="2000">
              <a:highlight>
                <a:srgbClr val="FFFFFF"/>
              </a:highlight>
              <a:latin typeface="Times New Roman"/>
              <a:cs typeface="Times New Roman"/>
            </a:endParaRPr>
          </a:p>
          <a:p>
            <a:r>
              <a:rPr lang="en-US" sz="2000" b="1">
                <a:highlight>
                  <a:srgbClr val="FFFFFF"/>
                </a:highlight>
                <a:latin typeface="Times New Roman"/>
                <a:cs typeface="Times New Roman"/>
              </a:rPr>
              <a:t>Theorem 2.1 (</a:t>
            </a:r>
            <a:r>
              <a:rPr lang="en-US" sz="2000" b="1" err="1">
                <a:highlight>
                  <a:srgbClr val="FFFFFF"/>
                </a:highlight>
                <a:latin typeface="Times New Roman"/>
                <a:cs typeface="Times New Roman"/>
              </a:rPr>
              <a:t>Kasiski</a:t>
            </a:r>
            <a:r>
              <a:rPr lang="en-US" sz="2000" b="1">
                <a:highlight>
                  <a:srgbClr val="FFFFFF"/>
                </a:highlight>
                <a:latin typeface="Times New Roman"/>
                <a:cs typeface="Times New Roman"/>
              </a:rPr>
              <a:t> Examination): </a:t>
            </a:r>
            <a:r>
              <a:rPr lang="en-US" sz="2000">
                <a:highlight>
                  <a:srgbClr val="FFFFFF"/>
                </a:highlight>
                <a:latin typeface="Times New Roman"/>
                <a:cs typeface="Times New Roman"/>
              </a:rPr>
              <a:t>Repeated sequences in the ciphertext often correspond to repeated plaintext sequences encrypted with the same portion of the keyword. The distance between such repetitions is likely a multiple of the keyword length.</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16099121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8BFC061B-4FB7-5409-DDF2-6FE84AE4E0DE}"/>
              </a:ext>
            </a:extLst>
          </p:cNvPr>
          <p:cNvSpPr>
            <a:spLocks noGrp="1"/>
          </p:cNvSpPr>
          <p:nvPr>
            <p:ph type="title"/>
          </p:nvPr>
        </p:nvSpPr>
        <p:spPr>
          <a:xfrm>
            <a:off x="1371599" y="294538"/>
            <a:ext cx="9895951" cy="1033669"/>
          </a:xfrm>
        </p:spPr>
        <p:txBody>
          <a:bodyPr>
            <a:normAutofit/>
          </a:bodyPr>
          <a:lstStyle/>
          <a:p>
            <a:r>
              <a:rPr lang="ru-RU" sz="3700" b="1">
                <a:solidFill>
                  <a:srgbClr val="FFFFFF"/>
                </a:solidFill>
                <a:latin typeface="Times New Roman"/>
                <a:cs typeface="Times New Roman"/>
              </a:rPr>
              <a:t>2.2.1 </a:t>
            </a:r>
            <a:r>
              <a:rPr lang="ru-RU" sz="3700" b="1" err="1">
                <a:solidFill>
                  <a:srgbClr val="FFFFFF"/>
                </a:solidFill>
                <a:latin typeface="Times New Roman"/>
                <a:cs typeface="Times New Roman"/>
              </a:rPr>
              <a:t>Cryptanalysis</a:t>
            </a:r>
            <a:r>
              <a:rPr lang="ru-RU" sz="3700" b="1">
                <a:solidFill>
                  <a:srgbClr val="FFFFFF"/>
                </a:solidFill>
                <a:latin typeface="Times New Roman"/>
                <a:cs typeface="Times New Roman"/>
              </a:rPr>
              <a:t>: </a:t>
            </a:r>
            <a:r>
              <a:rPr lang="ru-RU" sz="3700" b="1" err="1">
                <a:solidFill>
                  <a:srgbClr val="FFFFFF"/>
                </a:solidFill>
                <a:latin typeface="Times New Roman"/>
                <a:cs typeface="Times New Roman"/>
              </a:rPr>
              <a:t>Kasiski</a:t>
            </a:r>
            <a:r>
              <a:rPr lang="ru-RU" sz="3700" b="1">
                <a:solidFill>
                  <a:srgbClr val="FFFFFF"/>
                </a:solidFill>
                <a:latin typeface="Times New Roman"/>
                <a:cs typeface="Times New Roman"/>
              </a:rPr>
              <a:t> </a:t>
            </a:r>
            <a:r>
              <a:rPr lang="ru-RU" sz="3700" b="1" err="1">
                <a:solidFill>
                  <a:srgbClr val="FFFFFF"/>
                </a:solidFill>
                <a:latin typeface="Times New Roman"/>
                <a:cs typeface="Times New Roman"/>
              </a:rPr>
              <a:t>Examination</a:t>
            </a:r>
            <a:endParaRPr lang="ru-RU" sz="370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6230CEA8-AD2F-67B1-8B2F-468863FC7CA3}"/>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err="1">
                <a:highlight>
                  <a:srgbClr val="FFFFFF"/>
                </a:highlight>
                <a:latin typeface="Times New Roman"/>
                <a:cs typeface="Times New Roman"/>
              </a:rPr>
              <a:t>Algorithm</a:t>
            </a:r>
            <a:r>
              <a:rPr lang="ru-RU" sz="2000">
                <a:highlight>
                  <a:srgbClr val="FFFFFF"/>
                </a:highlight>
                <a:latin typeface="Times New Roman"/>
                <a:cs typeface="Times New Roman"/>
              </a:rPr>
              <a:t>:</a:t>
            </a:r>
            <a:endParaRPr lang="ru-RU">
              <a:latin typeface="Times New Roman"/>
              <a:cs typeface="Times New Roman"/>
            </a:endParaRPr>
          </a:p>
          <a:p>
            <a:r>
              <a:rPr lang="en-US" sz="2000">
                <a:highlight>
                  <a:srgbClr val="FFFFFF"/>
                </a:highlight>
                <a:latin typeface="Times New Roman"/>
                <a:cs typeface="Times New Roman"/>
              </a:rPr>
              <a:t>Identify repeated n-grams (sequences of n letters) in the ciphertext.</a:t>
            </a:r>
            <a:endParaRPr lang="ru-RU" sz="2000">
              <a:highlight>
                <a:srgbClr val="FFFFFF"/>
              </a:highlight>
              <a:latin typeface="Times New Roman"/>
              <a:cs typeface="Times New Roman"/>
            </a:endParaRPr>
          </a:p>
          <a:p>
            <a:r>
              <a:rPr lang="ru-RU" sz="2000" err="1">
                <a:highlight>
                  <a:srgbClr val="FFFFFF"/>
                </a:highlight>
                <a:latin typeface="Times New Roman"/>
                <a:cs typeface="Times New Roman"/>
              </a:rPr>
              <a:t>Measure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distances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between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repetitions</a:t>
            </a:r>
            <a:r>
              <a:rPr lang="ru-RU" sz="2000">
                <a:highlight>
                  <a:srgbClr val="FFFFFF"/>
                </a:highlight>
                <a:latin typeface="Times New Roman"/>
                <a:cs typeface="Times New Roman"/>
              </a:rPr>
              <a:t>.</a:t>
            </a:r>
          </a:p>
          <a:p>
            <a:r>
              <a:rPr lang="en-US" sz="2000">
                <a:highlight>
                  <a:srgbClr val="FFFFFF"/>
                </a:highlight>
                <a:latin typeface="Times New Roman"/>
                <a:cs typeface="Times New Roman"/>
              </a:rPr>
              <a:t>Compute the greatest common divisor (GCD) of these distances to deduce likely keyword length m.</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Partition ciphertext into m groups (positions </a:t>
            </a:r>
            <a:r>
              <a:rPr lang="en-US" sz="2000" err="1">
                <a:highlight>
                  <a:srgbClr val="FFFFFF"/>
                </a:highlight>
                <a:latin typeface="Times New Roman"/>
                <a:cs typeface="Times New Roman"/>
              </a:rPr>
              <a:t>i</a:t>
            </a:r>
            <a:r>
              <a:rPr lang="en-US" sz="2000">
                <a:highlight>
                  <a:srgbClr val="FFFFFF"/>
                </a:highlight>
                <a:latin typeface="Times New Roman"/>
                <a:cs typeface="Times New Roman"/>
              </a:rPr>
              <a:t>, </a:t>
            </a:r>
            <a:r>
              <a:rPr lang="en-US" sz="2000" err="1">
                <a:highlight>
                  <a:srgbClr val="FFFFFF"/>
                </a:highlight>
                <a:latin typeface="Times New Roman"/>
                <a:cs typeface="Times New Roman"/>
              </a:rPr>
              <a:t>i+m</a:t>
            </a:r>
            <a:r>
              <a:rPr lang="en-US" sz="2000">
                <a:highlight>
                  <a:srgbClr val="FFFFFF"/>
                </a:highlight>
                <a:latin typeface="Times New Roman"/>
                <a:cs typeface="Times New Roman"/>
              </a:rPr>
              <a:t>, i+2m, ...). Each group was encrypted with a single Caesar cipher. Apply frequency analysis to each group independently.</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1673508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1DC8B0F2-E60A-C007-0BA6-951098619B32}"/>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2.3.1 Breaking the Enigma</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5C508B79-323C-9631-35E2-9281A39C007D}"/>
              </a:ext>
            </a:extLst>
          </p:cNvPr>
          <p:cNvSpPr>
            <a:spLocks noGrp="1"/>
          </p:cNvSpPr>
          <p:nvPr>
            <p:ph idx="1"/>
          </p:nvPr>
        </p:nvSpPr>
        <p:spPr>
          <a:xfrm>
            <a:off x="1371599" y="2318197"/>
            <a:ext cx="9724031" cy="3683358"/>
          </a:xfrm>
        </p:spPr>
        <p:txBody>
          <a:bodyPr vert="horz" lIns="91440" tIns="45720" rIns="91440" bIns="45720" rtlCol="0" anchor="ctr">
            <a:noAutofit/>
          </a:bodyPr>
          <a:lstStyle/>
          <a:p>
            <a:pPr marL="0" indent="0">
              <a:buNone/>
            </a:pPr>
            <a:r>
              <a:rPr lang="ru-RU" sz="2000" err="1">
                <a:highlight>
                  <a:srgbClr val="FFFFFF"/>
                </a:highlight>
                <a:latin typeface="Times New Roman"/>
                <a:cs typeface="Times New Roman"/>
              </a:rPr>
              <a:t>Despite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complexity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Enigma</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was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systematically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broken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through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cryptanalytic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innovation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exploitation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operational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weaknesses</a:t>
            </a:r>
            <a:r>
              <a:rPr lang="ru-RU" sz="2000">
                <a:highlight>
                  <a:srgbClr val="FFFFFF"/>
                </a:highlight>
                <a:latin typeface="Times New Roman"/>
                <a:cs typeface="Times New Roman"/>
              </a:rPr>
              <a:t>:</a:t>
            </a:r>
            <a:endParaRPr lang="ru-RU" sz="2000">
              <a:latin typeface="Times New Roman"/>
              <a:cs typeface="Times New Roman"/>
            </a:endParaRPr>
          </a:p>
          <a:p>
            <a:r>
              <a:rPr lang="ru-RU" sz="2000" b="1" err="1">
                <a:highlight>
                  <a:srgbClr val="FFFFFF"/>
                </a:highlight>
                <a:latin typeface="Times New Roman"/>
                <a:cs typeface="Times New Roman"/>
              </a:rPr>
              <a:t>Mathematical</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Weakness</a:t>
            </a:r>
            <a:r>
              <a:rPr lang="ru-RU" sz="2000" b="1">
                <a:highlight>
                  <a:srgbClr val="FFFFFF"/>
                </a:highlight>
                <a:latin typeface="Times New Roman"/>
                <a:cs typeface="Times New Roman"/>
              </a:rPr>
              <a:t>: </a:t>
            </a:r>
            <a:r>
              <a:rPr lang="ru-RU" sz="2000">
                <a:highlight>
                  <a:srgbClr val="FFFFFF"/>
                </a:highlight>
                <a:latin typeface="Times New Roman"/>
                <a:cs typeface="Times New Roman"/>
              </a:rPr>
              <a:t>The </a:t>
            </a:r>
            <a:r>
              <a:rPr lang="ru-RU" sz="2000" err="1">
                <a:highlight>
                  <a:srgbClr val="FFFFFF"/>
                </a:highlight>
                <a:latin typeface="Times New Roman"/>
                <a:cs typeface="Times New Roman"/>
              </a:rPr>
              <a:t>reflector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ensured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letter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encrypted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itself</a:t>
            </a:r>
            <a:r>
              <a:rPr lang="ru-RU" sz="2000">
                <a:highlight>
                  <a:srgbClr val="FFFFFF"/>
                </a:highlight>
                <a:latin typeface="Times New Roman"/>
                <a:cs typeface="Times New Roman"/>
              </a:rPr>
              <a:t> (p ≠ c </a:t>
            </a:r>
            <a:r>
              <a:rPr lang="ru-RU" sz="2000" err="1">
                <a:highlight>
                  <a:srgbClr val="FFFFFF"/>
                </a:highlight>
                <a:latin typeface="Times New Roman"/>
                <a:cs typeface="Times New Roman"/>
              </a:rPr>
              <a:t>for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positions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constraint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significantly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reduced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search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space</a:t>
            </a:r>
            <a:r>
              <a:rPr lang="ru-RU" sz="2000">
                <a:highlight>
                  <a:srgbClr val="FFFFFF"/>
                </a:highlight>
                <a:latin typeface="Times New Roman"/>
                <a:cs typeface="Times New Roman"/>
              </a:rPr>
              <a:t>.</a:t>
            </a:r>
          </a:p>
          <a:p>
            <a:r>
              <a:rPr lang="en-US" sz="2000" b="1">
                <a:highlight>
                  <a:srgbClr val="FFFFFF"/>
                </a:highlight>
                <a:latin typeface="Times New Roman"/>
                <a:cs typeface="Times New Roman"/>
              </a:rPr>
              <a:t>Known Plaintext: </a:t>
            </a:r>
            <a:r>
              <a:rPr lang="en-US" sz="2000">
                <a:highlight>
                  <a:srgbClr val="FFFFFF"/>
                </a:highlight>
                <a:latin typeface="Times New Roman"/>
                <a:cs typeface="Times New Roman"/>
              </a:rPr>
              <a:t>German military messages often contained predictable elements ('WEATHER REPORT', 'NOTHING TO REPORT'), providing crib opportunities for the British Bombe machine designed by Alan Turing.</a:t>
            </a:r>
            <a:endParaRPr lang="ru-RU" sz="2000">
              <a:highlight>
                <a:srgbClr val="FFFFFF"/>
              </a:highlight>
              <a:latin typeface="Times New Roman"/>
              <a:cs typeface="Times New Roman"/>
            </a:endParaRPr>
          </a:p>
          <a:p>
            <a:r>
              <a:rPr lang="en-US" sz="2000" b="1">
                <a:highlight>
                  <a:srgbClr val="FFFFFF"/>
                </a:highlight>
                <a:latin typeface="Times New Roman"/>
                <a:cs typeface="Times New Roman"/>
              </a:rPr>
              <a:t>Operational Errors: </a:t>
            </a:r>
            <a:r>
              <a:rPr lang="en-US" sz="2000">
                <a:highlight>
                  <a:srgbClr val="FFFFFF"/>
                </a:highlight>
                <a:latin typeface="Times New Roman"/>
                <a:cs typeface="Times New Roman"/>
              </a:rPr>
              <a:t>Operator mistakes, such as reusing message keys or choosing weak keys (e.g., 'AAA'), facilitated cryptanalysis.</a:t>
            </a:r>
            <a:endParaRPr lang="ru-RU" sz="2000">
              <a:highlight>
                <a:srgbClr val="FFFFFF"/>
              </a:highlight>
              <a:latin typeface="Times New Roman"/>
              <a:cs typeface="Times New Roman"/>
            </a:endParaRPr>
          </a:p>
          <a:p>
            <a:r>
              <a:rPr lang="ru-RU" sz="2000" b="1" i="1" err="1">
                <a:highlight>
                  <a:srgbClr val="FFFFFF"/>
                </a:highlight>
                <a:latin typeface="Times New Roman"/>
                <a:cs typeface="Times New Roman"/>
              </a:rPr>
              <a:t>Historical</a:t>
            </a:r>
            <a:r>
              <a:rPr lang="ru-RU" sz="2000" b="1" i="1">
                <a:highlight>
                  <a:srgbClr val="FFFFFF"/>
                </a:highlight>
                <a:latin typeface="Times New Roman"/>
                <a:cs typeface="Times New Roman"/>
              </a:rPr>
              <a:t> Impact: </a:t>
            </a:r>
            <a:r>
              <a:rPr lang="ru-RU" sz="2000" err="1">
                <a:highlight>
                  <a:srgbClr val="FFFFFF"/>
                </a:highlight>
                <a:latin typeface="Times New Roman"/>
                <a:cs typeface="Times New Roman"/>
              </a:rPr>
              <a:t>Historians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estimate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breaking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Enigma</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shortened</a:t>
            </a:r>
            <a:r>
              <a:rPr lang="ru-RU" sz="2000">
                <a:highlight>
                  <a:srgbClr val="FFFFFF"/>
                </a:highlight>
                <a:latin typeface="Times New Roman"/>
                <a:cs typeface="Times New Roman"/>
              </a:rPr>
              <a:t> World War II </a:t>
            </a:r>
            <a:r>
              <a:rPr lang="ru-RU" sz="2000" err="1">
                <a:highlight>
                  <a:srgbClr val="FFFFFF"/>
                </a:highlight>
                <a:latin typeface="Times New Roman"/>
                <a:cs typeface="Times New Roman"/>
              </a:rPr>
              <a:t>by</a:t>
            </a:r>
            <a:r>
              <a:rPr lang="ru-RU" sz="2000">
                <a:highlight>
                  <a:srgbClr val="FFFFFF"/>
                </a:highlight>
                <a:latin typeface="Times New Roman"/>
                <a:cs typeface="Times New Roman"/>
              </a:rPr>
              <a:t> 2-4 </a:t>
            </a:r>
            <a:r>
              <a:rPr lang="ru-RU" sz="2000" err="1">
                <a:highlight>
                  <a:srgbClr val="FFFFFF"/>
                </a:highlight>
                <a:latin typeface="Times New Roman"/>
                <a:cs typeface="Times New Roman"/>
              </a:rPr>
              <a:t>years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saving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millions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lives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achievement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catalyzed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modern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science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established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principles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systematic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cryptanalysis</a:t>
            </a:r>
            <a:r>
              <a:rPr lang="ru-RU" sz="2000">
                <a:highlight>
                  <a:srgbClr val="FFFFFF"/>
                </a:highlight>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1263563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98F574-FDBB-2375-E9ED-EBE50401B66E}"/>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69CC8B8-D5B7-6B62-7A87-8EF73EC8EE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B149D03-FECF-BF27-6E6D-29443E923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995323A-B532-3690-A390-92AC23A61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F04C4D2-3635-FE24-C76E-DED885DF7B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2407999-DD1E-992D-F3FC-B8BCBC401B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36DD0AA-EE95-B8C6-8D1B-A8CD6420E5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24F31AD1-08AE-8BAC-AFA6-5D2D6013BF42}"/>
              </a:ext>
            </a:extLst>
          </p:cNvPr>
          <p:cNvSpPr>
            <a:spLocks noGrp="1"/>
          </p:cNvSpPr>
          <p:nvPr>
            <p:ph type="title"/>
          </p:nvPr>
        </p:nvSpPr>
        <p:spPr>
          <a:xfrm>
            <a:off x="826396" y="586855"/>
            <a:ext cx="4230100" cy="3387497"/>
          </a:xfrm>
        </p:spPr>
        <p:txBody>
          <a:bodyPr anchor="b">
            <a:normAutofit/>
          </a:bodyPr>
          <a:lstStyle/>
          <a:p>
            <a:pPr algn="r"/>
            <a:r>
              <a:rPr lang="ru-RU" sz="4000">
                <a:solidFill>
                  <a:srgbClr val="FFFFFF"/>
                </a:solidFill>
                <a:latin typeface="Times New Roman"/>
                <a:cs typeface="Times New Roman"/>
              </a:rPr>
              <a:t>3.Fundamental </a:t>
            </a:r>
            <a:r>
              <a:rPr lang="ru-RU" sz="4000" err="1">
                <a:solidFill>
                  <a:srgbClr val="FFFFFF"/>
                </a:solidFill>
                <a:latin typeface="Times New Roman"/>
                <a:cs typeface="Times New Roman"/>
              </a:rPr>
              <a:t>Principles</a:t>
            </a:r>
            <a:r>
              <a:rPr lang="ru-RU" sz="4000">
                <a:solidFill>
                  <a:srgbClr val="FFFFFF"/>
                </a:solidFill>
                <a:latin typeface="Times New Roman"/>
                <a:cs typeface="Times New Roman"/>
              </a:rPr>
              <a:t> </a:t>
            </a:r>
            <a:r>
              <a:rPr lang="ru-RU" sz="4000" err="1">
                <a:solidFill>
                  <a:srgbClr val="FFFFFF"/>
                </a:solidFill>
                <a:latin typeface="Times New Roman"/>
                <a:cs typeface="Times New Roman"/>
              </a:rPr>
              <a:t>of</a:t>
            </a:r>
            <a:r>
              <a:rPr lang="ru-RU" sz="4000">
                <a:solidFill>
                  <a:srgbClr val="FFFFFF"/>
                </a:solidFill>
                <a:latin typeface="Times New Roman"/>
                <a:cs typeface="Times New Roman"/>
              </a:rPr>
              <a:t> Modern </a:t>
            </a:r>
            <a:r>
              <a:rPr lang="ru-RU" sz="4000" err="1">
                <a:solidFill>
                  <a:srgbClr val="FFFFFF"/>
                </a:solidFill>
                <a:latin typeface="Times New Roman"/>
                <a:cs typeface="Times New Roman"/>
              </a:rPr>
              <a:t>Cryptography</a:t>
            </a:r>
          </a:p>
        </p:txBody>
      </p:sp>
      <p:sp>
        <p:nvSpPr>
          <p:cNvPr id="17" name="Объект 2">
            <a:extLst>
              <a:ext uri="{FF2B5EF4-FFF2-40B4-BE49-F238E27FC236}">
                <a16:creationId xmlns:a16="http://schemas.microsoft.com/office/drawing/2014/main" id="{0424E18A-85A7-287C-B82F-37A418E8943D}"/>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a:highlight>
                  <a:srgbClr val="FFFFFF"/>
                </a:highlight>
                <a:latin typeface="Times New Roman"/>
                <a:cs typeface="Arial"/>
              </a:rPr>
              <a:t>3.1 </a:t>
            </a:r>
            <a:r>
              <a:rPr lang="ru-RU" sz="2000" b="1" err="1">
                <a:highlight>
                  <a:srgbClr val="FFFFFF"/>
                </a:highlight>
                <a:latin typeface="Times New Roman"/>
                <a:cs typeface="Arial"/>
              </a:rPr>
              <a:t>Kerckhoffs</a:t>
            </a:r>
            <a:r>
              <a:rPr lang="ru-RU" sz="2000" b="1">
                <a:highlight>
                  <a:srgbClr val="FFFFFF"/>
                </a:highlight>
                <a:latin typeface="Times New Roman"/>
                <a:cs typeface="Arial"/>
              </a:rPr>
              <a:t>' </a:t>
            </a:r>
            <a:r>
              <a:rPr lang="ru-RU" sz="2000" b="1" err="1">
                <a:highlight>
                  <a:srgbClr val="FFFFFF"/>
                </a:highlight>
                <a:latin typeface="Times New Roman"/>
                <a:cs typeface="Arial"/>
              </a:rPr>
              <a:t>Principle</a:t>
            </a:r>
            <a:endParaRPr lang="ru-RU" sz="2000">
              <a:latin typeface="Times New Roman"/>
              <a:cs typeface="Times New Roman"/>
            </a:endParaRPr>
          </a:p>
          <a:p>
            <a:r>
              <a:rPr lang="ru-RU" sz="2000" b="1">
                <a:highlight>
                  <a:srgbClr val="FFFFFF"/>
                </a:highlight>
                <a:latin typeface="Times New Roman"/>
                <a:cs typeface="Arial"/>
              </a:rPr>
              <a:t>3.2 </a:t>
            </a:r>
            <a:r>
              <a:rPr lang="ru-RU" sz="2000" b="1" err="1">
                <a:highlight>
                  <a:srgbClr val="FFFFFF"/>
                </a:highlight>
                <a:latin typeface="Times New Roman"/>
                <a:cs typeface="Arial"/>
              </a:rPr>
              <a:t>Computational</a:t>
            </a:r>
            <a:r>
              <a:rPr lang="ru-RU" sz="2000" b="1">
                <a:highlight>
                  <a:srgbClr val="FFFFFF"/>
                </a:highlight>
                <a:latin typeface="Times New Roman"/>
                <a:cs typeface="Arial"/>
              </a:rPr>
              <a:t> Security </a:t>
            </a:r>
            <a:r>
              <a:rPr lang="ru-RU" sz="2000" b="1" err="1">
                <a:highlight>
                  <a:srgbClr val="FFFFFF"/>
                </a:highlight>
                <a:latin typeface="Times New Roman"/>
                <a:cs typeface="Arial"/>
              </a:rPr>
              <a:t>vs</a:t>
            </a:r>
            <a:r>
              <a:rPr lang="ru-RU" sz="2000" b="1">
                <a:highlight>
                  <a:srgbClr val="FFFFFF"/>
                </a:highlight>
                <a:latin typeface="Times New Roman"/>
                <a:cs typeface="Arial"/>
              </a:rPr>
              <a:t>. Information-</a:t>
            </a:r>
            <a:r>
              <a:rPr lang="ru-RU" sz="2000" b="1" err="1">
                <a:highlight>
                  <a:srgbClr val="FFFFFF"/>
                </a:highlight>
                <a:latin typeface="Times New Roman"/>
                <a:cs typeface="Arial"/>
              </a:rPr>
              <a:t>Theoretic</a:t>
            </a:r>
            <a:r>
              <a:rPr lang="ru-RU" sz="2000" b="1">
                <a:highlight>
                  <a:srgbClr val="FFFFFF"/>
                </a:highlight>
                <a:latin typeface="Times New Roman"/>
                <a:cs typeface="Arial"/>
              </a:rPr>
              <a:t> Security</a:t>
            </a:r>
          </a:p>
          <a:p>
            <a:endParaRPr lang="ru-RU" sz="2000" b="1">
              <a:highlight>
                <a:srgbClr val="FFFFFF"/>
              </a:highlight>
              <a:latin typeface="Times New Roman"/>
              <a:cs typeface="Times New Roman"/>
            </a:endParaRPr>
          </a:p>
        </p:txBody>
      </p:sp>
    </p:spTree>
    <p:extLst>
      <p:ext uri="{BB962C8B-B14F-4D97-AF65-F5344CB8AC3E}">
        <p14:creationId xmlns:p14="http://schemas.microsoft.com/office/powerpoint/2010/main" val="382431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FAEC526-32FF-956B-EA0C-95F132EDDD4C}"/>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3.1 </a:t>
            </a:r>
            <a:r>
              <a:rPr lang="ru-RU" sz="4000" b="1" err="1">
                <a:solidFill>
                  <a:srgbClr val="FFFFFF"/>
                </a:solidFill>
                <a:latin typeface="Times New Roman"/>
                <a:cs typeface="Times New Roman"/>
              </a:rPr>
              <a:t>Kerckhoffs</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Principle</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43053086-EB9D-58EF-394A-7B7537883194}"/>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a:highlight>
                  <a:srgbClr val="FFFFFF"/>
                </a:highlight>
                <a:latin typeface="Times New Roman"/>
                <a:cs typeface="Times New Roman"/>
              </a:rPr>
              <a:t>The cornerstone of modern cryptographic design was articulated by Dutch linguist and cryptographer Auguste </a:t>
            </a:r>
            <a:r>
              <a:rPr lang="en-US" sz="2000" err="1">
                <a:highlight>
                  <a:srgbClr val="FFFFFF"/>
                </a:highlight>
                <a:latin typeface="Times New Roman"/>
                <a:cs typeface="Times New Roman"/>
              </a:rPr>
              <a:t>Kerckhoffs</a:t>
            </a:r>
            <a:r>
              <a:rPr lang="en-US" sz="2000">
                <a:highlight>
                  <a:srgbClr val="FFFFFF"/>
                </a:highlight>
                <a:latin typeface="Times New Roman"/>
                <a:cs typeface="Times New Roman"/>
              </a:rPr>
              <a:t> in 1883.</a:t>
            </a:r>
            <a:endParaRPr lang="ru-RU" sz="2000">
              <a:highlight>
                <a:srgbClr val="FFFFFF"/>
              </a:highlight>
              <a:latin typeface="Times New Roman"/>
              <a:cs typeface="Times New Roman"/>
            </a:endParaRPr>
          </a:p>
          <a:p>
            <a:r>
              <a:rPr lang="en-US" sz="2000" b="1">
                <a:highlight>
                  <a:srgbClr val="FFFFFF"/>
                </a:highlight>
                <a:latin typeface="Times New Roman"/>
                <a:cs typeface="Times New Roman"/>
              </a:rPr>
              <a:t>Principle 3.1 (</a:t>
            </a:r>
            <a:r>
              <a:rPr lang="en-US" sz="2000" b="1" err="1">
                <a:highlight>
                  <a:srgbClr val="FFFFFF"/>
                </a:highlight>
                <a:latin typeface="Times New Roman"/>
                <a:cs typeface="Times New Roman"/>
              </a:rPr>
              <a:t>Kerckhoffs</a:t>
            </a:r>
            <a:r>
              <a:rPr lang="en-US" sz="2000" b="1">
                <a:highlight>
                  <a:srgbClr val="FFFFFF"/>
                </a:highlight>
                <a:latin typeface="Times New Roman"/>
                <a:cs typeface="Times New Roman"/>
              </a:rPr>
              <a:t>' Principle): </a:t>
            </a:r>
            <a:r>
              <a:rPr lang="en-US" sz="2000">
                <a:highlight>
                  <a:srgbClr val="FFFFFF"/>
                </a:highlight>
                <a:latin typeface="Times New Roman"/>
                <a:cs typeface="Times New Roman"/>
              </a:rPr>
              <a:t>A cryptographic system should remain secure even when everything about the system, except the secret key, is public knowledge. Formally, the security of a cryptosystem must reside entirely in the secrecy of the key, not in the secrecy of the algorithm.</a:t>
            </a:r>
            <a:endParaRPr lang="ru-RU" sz="2000">
              <a:highlight>
                <a:srgbClr val="FFFFFF"/>
              </a:highlight>
              <a:latin typeface="Times New Roman"/>
              <a:cs typeface="Times New Roman"/>
            </a:endParaRPr>
          </a:p>
          <a:p>
            <a:r>
              <a:rPr lang="ru-RU" sz="2000" b="1" i="1" err="1">
                <a:highlight>
                  <a:srgbClr val="FFFFFF"/>
                </a:highlight>
                <a:latin typeface="Times New Roman"/>
                <a:cs typeface="Times New Roman"/>
              </a:rPr>
              <a:t>Shannon's</a:t>
            </a:r>
            <a:r>
              <a:rPr lang="ru-RU" sz="2000" b="1" i="1">
                <a:highlight>
                  <a:srgbClr val="FFFFFF"/>
                </a:highlight>
                <a:latin typeface="Times New Roman"/>
                <a:cs typeface="Times New Roman"/>
              </a:rPr>
              <a:t> Maxim (1949): </a:t>
            </a:r>
            <a:r>
              <a:rPr lang="ru-RU" sz="2000">
                <a:highlight>
                  <a:srgbClr val="FFFFFF"/>
                </a:highlight>
                <a:latin typeface="Times New Roman"/>
                <a:cs typeface="Times New Roman"/>
              </a:rPr>
              <a:t>'The </a:t>
            </a:r>
            <a:r>
              <a:rPr lang="ru-RU" sz="2000" err="1">
                <a:highlight>
                  <a:srgbClr val="FFFFFF"/>
                </a:highlight>
                <a:latin typeface="Times New Roman"/>
                <a:cs typeface="Times New Roman"/>
              </a:rPr>
              <a:t>enemy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knows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system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reformulation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Claude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Shannon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emphasizes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should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persist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under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assumption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complete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adversarial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knowledge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algorithm</a:t>
            </a:r>
            <a:r>
              <a:rPr lang="ru-RU" sz="2000">
                <a:highlight>
                  <a:srgbClr val="FFFFFF"/>
                </a:highlight>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14270447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CD765C61-1121-31EF-FC0D-392C82A6C3F9}"/>
              </a:ext>
            </a:extLst>
          </p:cNvPr>
          <p:cNvSpPr>
            <a:spLocks noGrp="1"/>
          </p:cNvSpPr>
          <p:nvPr>
            <p:ph type="title"/>
          </p:nvPr>
        </p:nvSpPr>
        <p:spPr>
          <a:xfrm>
            <a:off x="1371599" y="294538"/>
            <a:ext cx="9895951" cy="1033669"/>
          </a:xfrm>
        </p:spPr>
        <p:txBody>
          <a:bodyPr>
            <a:normAutofit/>
          </a:bodyPr>
          <a:lstStyle/>
          <a:p>
            <a:r>
              <a:rPr lang="ru-RU" sz="3400" b="1" err="1">
                <a:solidFill>
                  <a:srgbClr val="FFFFFF"/>
                </a:solidFill>
                <a:latin typeface="Times New Roman"/>
                <a:cs typeface="Times New Roman"/>
              </a:rPr>
              <a:t>Example</a:t>
            </a:r>
            <a:r>
              <a:rPr lang="ru-RU" sz="3400" b="1">
                <a:solidFill>
                  <a:srgbClr val="FFFFFF"/>
                </a:solidFill>
                <a:latin typeface="Times New Roman"/>
                <a:cs typeface="Times New Roman"/>
              </a:rPr>
              <a:t> 3.1: Security </a:t>
            </a:r>
            <a:r>
              <a:rPr lang="ru-RU" sz="3400" b="1" err="1">
                <a:solidFill>
                  <a:srgbClr val="FFFFFF"/>
                </a:solidFill>
                <a:latin typeface="Times New Roman"/>
                <a:cs typeface="Times New Roman"/>
              </a:rPr>
              <a:t>Through</a:t>
            </a:r>
            <a:r>
              <a:rPr lang="ru-RU" sz="3400" b="1">
                <a:solidFill>
                  <a:srgbClr val="FFFFFF"/>
                </a:solidFill>
                <a:latin typeface="Times New Roman"/>
                <a:cs typeface="Times New Roman"/>
              </a:rPr>
              <a:t> </a:t>
            </a:r>
            <a:r>
              <a:rPr lang="ru-RU" sz="3400" b="1" err="1">
                <a:solidFill>
                  <a:srgbClr val="FFFFFF"/>
                </a:solidFill>
                <a:latin typeface="Times New Roman"/>
                <a:cs typeface="Times New Roman"/>
              </a:rPr>
              <a:t>Obscurity</a:t>
            </a:r>
            <a:r>
              <a:rPr lang="ru-RU" sz="3400" b="1">
                <a:solidFill>
                  <a:srgbClr val="FFFFFF"/>
                </a:solidFill>
                <a:latin typeface="Times New Roman"/>
                <a:cs typeface="Times New Roman"/>
              </a:rPr>
              <a:t> </a:t>
            </a:r>
            <a:r>
              <a:rPr lang="ru-RU" sz="3400" b="1" err="1">
                <a:solidFill>
                  <a:srgbClr val="FFFFFF"/>
                </a:solidFill>
                <a:latin typeface="Times New Roman"/>
                <a:cs typeface="Times New Roman"/>
              </a:rPr>
              <a:t>Failures</a:t>
            </a:r>
            <a:endParaRPr lang="ru-RU" sz="34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3DD4B3F3-3F2D-B0AD-FDC9-5B06E0D6F1C8}"/>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CSS (Content Scramble System): </a:t>
            </a:r>
            <a:r>
              <a:rPr lang="en-US" sz="2000">
                <a:highlight>
                  <a:srgbClr val="FFFFFF"/>
                </a:highlight>
                <a:latin typeface="Times New Roman"/>
                <a:cs typeface="Times New Roman"/>
              </a:rPr>
              <a:t>DVD encryption algorithm kept secret for access control. Reverse-engineered in 1999 within three weeks of the first </a:t>
            </a:r>
            <a:r>
              <a:rPr lang="en-US" sz="2000" err="1">
                <a:highlight>
                  <a:srgbClr val="FFFFFF"/>
                </a:highlight>
                <a:latin typeface="Times New Roman"/>
                <a:cs typeface="Times New Roman"/>
              </a:rPr>
              <a:t>DeCSS</a:t>
            </a:r>
            <a:r>
              <a:rPr lang="en-US" sz="2000">
                <a:highlight>
                  <a:srgbClr val="FFFFFF"/>
                </a:highlight>
                <a:latin typeface="Times New Roman"/>
                <a:cs typeface="Times New Roman"/>
              </a:rPr>
              <a:t> tool release, demonstrating the futility of algorithm secrecy.</a:t>
            </a:r>
            <a:endParaRPr lang="ru-RU" sz="2000">
              <a:highlight>
                <a:srgbClr val="FFFFFF"/>
              </a:highlight>
              <a:latin typeface="Times New Roman"/>
              <a:cs typeface="Times New Roman"/>
            </a:endParaRPr>
          </a:p>
          <a:p>
            <a:r>
              <a:rPr lang="ru-RU" sz="2000" b="1">
                <a:highlight>
                  <a:srgbClr val="FFFFFF"/>
                </a:highlight>
                <a:latin typeface="Times New Roman"/>
                <a:cs typeface="Times New Roman"/>
              </a:rPr>
              <a:t>GSM A5/1: </a:t>
            </a:r>
            <a:r>
              <a:rPr lang="ru-RU" sz="2000">
                <a:highlight>
                  <a:srgbClr val="FFFFFF"/>
                </a:highlight>
                <a:latin typeface="Times New Roman"/>
                <a:cs typeface="Times New Roman"/>
              </a:rPr>
              <a:t>Mobile </a:t>
            </a:r>
            <a:r>
              <a:rPr lang="ru-RU" sz="2000" err="1">
                <a:highlight>
                  <a:srgbClr val="FFFFFF"/>
                </a:highlight>
                <a:latin typeface="Times New Roman"/>
                <a:cs typeface="Times New Roman"/>
              </a:rPr>
              <a:t>phone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encryption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algorithm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kept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proprietary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After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leaked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cryptanalysis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revealed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significant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weaknesses</a:t>
            </a:r>
            <a:r>
              <a:rPr lang="ru-RU" sz="2000">
                <a:highlight>
                  <a:srgbClr val="FFFFFF"/>
                </a:highlight>
                <a:latin typeface="Times New Roman"/>
                <a:cs typeface="Times New Roman"/>
              </a:rPr>
              <a:t>. Real-</a:t>
            </a:r>
            <a:r>
              <a:rPr lang="ru-RU" sz="2000" err="1">
                <a:highlight>
                  <a:srgbClr val="FFFFFF"/>
                </a:highlight>
                <a:latin typeface="Times New Roman"/>
                <a:cs typeface="Times New Roman"/>
              </a:rPr>
              <a:t>time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attacks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became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practical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compromising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billions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phone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calls</a:t>
            </a:r>
            <a:r>
              <a:rPr lang="ru-RU" sz="2000">
                <a:highlight>
                  <a:srgbClr val="FFFFFF"/>
                </a:highlight>
                <a:latin typeface="Times New Roman"/>
                <a:cs typeface="Times New Roman"/>
              </a:rPr>
              <a:t>.</a:t>
            </a:r>
          </a:p>
          <a:p>
            <a:r>
              <a:rPr lang="en-US" sz="2000" b="1">
                <a:highlight>
                  <a:srgbClr val="FFFFFF"/>
                </a:highlight>
                <a:latin typeface="Times New Roman"/>
                <a:cs typeface="Times New Roman"/>
              </a:rPr>
              <a:t>Comparison with Modern Standards: </a:t>
            </a:r>
            <a:r>
              <a:rPr lang="en-US" sz="2000">
                <a:highlight>
                  <a:srgbClr val="FFFFFF"/>
                </a:highlight>
                <a:latin typeface="Times New Roman"/>
                <a:cs typeface="Times New Roman"/>
              </a:rPr>
              <a:t>AES (Advanced Encryption Standard) underwent public competition and analysis by thousands of cryptographers worldwide. Despite complete algorithm disclosure, no practical attacks have been found after decades of scrutiny, validating </a:t>
            </a:r>
            <a:r>
              <a:rPr lang="en-US" sz="2000" err="1">
                <a:highlight>
                  <a:srgbClr val="FFFFFF"/>
                </a:highlight>
                <a:latin typeface="Times New Roman"/>
                <a:cs typeface="Times New Roman"/>
              </a:rPr>
              <a:t>Kerckhoffs</a:t>
            </a:r>
            <a:r>
              <a:rPr lang="en-US" sz="2000">
                <a:highlight>
                  <a:srgbClr val="FFFFFF"/>
                </a:highlight>
                <a:latin typeface="Times New Roman"/>
                <a:cs typeface="Times New Roman"/>
              </a:rPr>
              <a:t>' principle.</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25139575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FEC0CD5C-301E-7CC4-AE80-18F9BF594837}"/>
              </a:ext>
            </a:extLst>
          </p:cNvPr>
          <p:cNvSpPr>
            <a:spLocks noGrp="1"/>
          </p:cNvSpPr>
          <p:nvPr>
            <p:ph type="title"/>
          </p:nvPr>
        </p:nvSpPr>
        <p:spPr>
          <a:xfrm>
            <a:off x="1371599" y="294538"/>
            <a:ext cx="9895951" cy="1033669"/>
          </a:xfrm>
        </p:spPr>
        <p:txBody>
          <a:bodyPr>
            <a:normAutofit/>
          </a:bodyPr>
          <a:lstStyle/>
          <a:p>
            <a:r>
              <a:rPr lang="ru-RU" sz="3400" b="1">
                <a:solidFill>
                  <a:srgbClr val="FFFFFF"/>
                </a:solidFill>
                <a:latin typeface="Times New Roman"/>
                <a:cs typeface="Times New Roman"/>
              </a:rPr>
              <a:t>3.2 </a:t>
            </a:r>
            <a:r>
              <a:rPr lang="ru-RU" sz="3400" b="1" err="1">
                <a:solidFill>
                  <a:srgbClr val="FFFFFF"/>
                </a:solidFill>
                <a:latin typeface="Times New Roman"/>
                <a:cs typeface="Times New Roman"/>
              </a:rPr>
              <a:t>Computational</a:t>
            </a:r>
            <a:r>
              <a:rPr lang="ru-RU" sz="3400" b="1">
                <a:solidFill>
                  <a:srgbClr val="FFFFFF"/>
                </a:solidFill>
                <a:latin typeface="Times New Roman"/>
                <a:cs typeface="Times New Roman"/>
              </a:rPr>
              <a:t> Security </a:t>
            </a:r>
            <a:r>
              <a:rPr lang="ru-RU" sz="3400" b="1" err="1">
                <a:solidFill>
                  <a:srgbClr val="FFFFFF"/>
                </a:solidFill>
                <a:latin typeface="Times New Roman"/>
                <a:cs typeface="Times New Roman"/>
              </a:rPr>
              <a:t>vs</a:t>
            </a:r>
            <a:r>
              <a:rPr lang="ru-RU" sz="3400" b="1">
                <a:solidFill>
                  <a:srgbClr val="FFFFFF"/>
                </a:solidFill>
                <a:latin typeface="Times New Roman"/>
                <a:cs typeface="Times New Roman"/>
              </a:rPr>
              <a:t>. Information-</a:t>
            </a:r>
            <a:r>
              <a:rPr lang="ru-RU" sz="3400" b="1" err="1">
                <a:solidFill>
                  <a:srgbClr val="FFFFFF"/>
                </a:solidFill>
                <a:latin typeface="Times New Roman"/>
                <a:cs typeface="Times New Roman"/>
              </a:rPr>
              <a:t>Theoretic</a:t>
            </a:r>
            <a:r>
              <a:rPr lang="ru-RU" sz="3400" b="1">
                <a:solidFill>
                  <a:srgbClr val="FFFFFF"/>
                </a:solidFill>
                <a:latin typeface="Times New Roman"/>
                <a:cs typeface="Times New Roman"/>
              </a:rPr>
              <a:t> Security</a:t>
            </a:r>
          </a:p>
        </p:txBody>
      </p:sp>
      <p:sp>
        <p:nvSpPr>
          <p:cNvPr id="3" name="Объект 2">
            <a:extLst>
              <a:ext uri="{FF2B5EF4-FFF2-40B4-BE49-F238E27FC236}">
                <a16:creationId xmlns:a16="http://schemas.microsoft.com/office/drawing/2014/main" id="{616D52D0-92AD-7EED-B663-649A8EB76B8B}"/>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Modern </a:t>
            </a:r>
            <a:r>
              <a:rPr lang="ru-RU" sz="2000" err="1">
                <a:highlight>
                  <a:srgbClr val="FFFFFF"/>
                </a:highlight>
                <a:latin typeface="Times New Roman"/>
                <a:cs typeface="Times New Roman"/>
              </a:rPr>
              <a:t>cryptography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distinguishes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between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two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fundamental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paradigms</a:t>
            </a:r>
            <a:r>
              <a:rPr lang="ru-RU" sz="2000">
                <a:highlight>
                  <a:srgbClr val="FFFFFF"/>
                </a:highlight>
                <a:latin typeface="Times New Roman"/>
                <a:cs typeface="Times New Roman"/>
              </a:rPr>
              <a:t>:</a:t>
            </a:r>
            <a:endParaRPr lang="ru-RU">
              <a:latin typeface="Times New Roman"/>
              <a:cs typeface="Times New Roman"/>
            </a:endParaRPr>
          </a:p>
          <a:p>
            <a:r>
              <a:rPr lang="ru-RU" sz="2000" b="1">
                <a:highlight>
                  <a:srgbClr val="FFFFFF"/>
                </a:highlight>
                <a:latin typeface="Times New Roman"/>
                <a:cs typeface="Times New Roman"/>
              </a:rPr>
              <a:t>Definition 3.1 (Information-</a:t>
            </a:r>
            <a:r>
              <a:rPr lang="ru-RU" sz="2000" b="1" err="1">
                <a:highlight>
                  <a:srgbClr val="FFFFFF"/>
                </a:highlight>
                <a:latin typeface="Times New Roman"/>
                <a:cs typeface="Times New Roman"/>
              </a:rPr>
              <a:t>Theoretic</a:t>
            </a:r>
            <a:r>
              <a:rPr lang="ru-RU" sz="2000" b="1">
                <a:highlight>
                  <a:srgbClr val="FFFFFF"/>
                </a:highlight>
                <a:latin typeface="Times New Roman"/>
                <a:cs typeface="Times New Roman"/>
              </a:rPr>
              <a:t> Security): </a:t>
            </a:r>
            <a:r>
              <a:rPr lang="ru-RU" sz="2000">
                <a:highlight>
                  <a:srgbClr val="FFFFFF"/>
                </a:highlight>
                <a:latin typeface="Times New Roman"/>
                <a:cs typeface="Times New Roman"/>
              </a:rPr>
              <a:t>A </a:t>
            </a:r>
            <a:r>
              <a:rPr lang="ru-RU" sz="2000" err="1">
                <a:highlight>
                  <a:srgbClr val="FFFFFF"/>
                </a:highlight>
                <a:latin typeface="Times New Roman"/>
                <a:cs typeface="Times New Roman"/>
              </a:rPr>
              <a:t>cryptosystem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information-theoretically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adversary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unbounded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computational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resources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cannot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break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system</a:t>
            </a:r>
            <a:r>
              <a:rPr lang="ru-RU" sz="2000">
                <a:highlight>
                  <a:srgbClr val="FFFFFF"/>
                </a:highlight>
                <a:latin typeface="Times New Roman"/>
                <a:cs typeface="Times New Roman"/>
              </a:rPr>
              <a:t>. Security </a:t>
            </a:r>
            <a:r>
              <a:rPr lang="ru-RU" sz="2000" err="1">
                <a:highlight>
                  <a:srgbClr val="FFFFFF"/>
                </a:highlight>
                <a:latin typeface="Times New Roman"/>
                <a:cs typeface="Times New Roman"/>
              </a:rPr>
              <a:t>holds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regardless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adversary's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power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time</a:t>
            </a:r>
            <a:r>
              <a:rPr lang="ru-RU" sz="2000">
                <a:highlight>
                  <a:srgbClr val="FFFFFF"/>
                </a:highlight>
                <a:latin typeface="Times New Roman"/>
                <a:cs typeface="Times New Roman"/>
              </a:rPr>
              <a:t>.</a:t>
            </a:r>
          </a:p>
          <a:p>
            <a:r>
              <a:rPr lang="en-US" sz="2000">
                <a:highlight>
                  <a:srgbClr val="FFFFFF"/>
                </a:highlight>
                <a:latin typeface="Times New Roman"/>
                <a:cs typeface="Times New Roman"/>
              </a:rPr>
              <a:t>The One-Time Pad (Vernam Cipher) is the only known encryption scheme achieving perfect information-theoretic security, proven by Claude Shannon (1949). However, it requires keys as long as the message and keys cannot be reused.</a:t>
            </a:r>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1211190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585C77E9-1CCF-22BC-0117-528936F4134E}"/>
              </a:ext>
            </a:extLst>
          </p:cNvPr>
          <p:cNvSpPr>
            <a:spLocks noGrp="1"/>
          </p:cNvSpPr>
          <p:nvPr>
            <p:ph type="title"/>
          </p:nvPr>
        </p:nvSpPr>
        <p:spPr>
          <a:xfrm>
            <a:off x="1371599" y="294538"/>
            <a:ext cx="9895951" cy="1033669"/>
          </a:xfrm>
        </p:spPr>
        <p:txBody>
          <a:bodyPr>
            <a:normAutofit/>
          </a:bodyPr>
          <a:lstStyle/>
          <a:p>
            <a:r>
              <a:rPr lang="ru-RU" sz="3400" b="1">
                <a:solidFill>
                  <a:srgbClr val="FFFFFF"/>
                </a:solidFill>
                <a:latin typeface="Times New Roman"/>
                <a:cs typeface="Times New Roman"/>
              </a:rPr>
              <a:t>3.2 </a:t>
            </a:r>
            <a:r>
              <a:rPr lang="ru-RU" sz="3400" b="1" err="1">
                <a:solidFill>
                  <a:srgbClr val="FFFFFF"/>
                </a:solidFill>
                <a:latin typeface="Times New Roman"/>
                <a:cs typeface="Times New Roman"/>
              </a:rPr>
              <a:t>Computational</a:t>
            </a:r>
            <a:r>
              <a:rPr lang="ru-RU" sz="3400" b="1">
                <a:solidFill>
                  <a:srgbClr val="FFFFFF"/>
                </a:solidFill>
                <a:latin typeface="Times New Roman"/>
                <a:cs typeface="Times New Roman"/>
              </a:rPr>
              <a:t> Security </a:t>
            </a:r>
            <a:r>
              <a:rPr lang="ru-RU" sz="3400" b="1" err="1">
                <a:solidFill>
                  <a:srgbClr val="FFFFFF"/>
                </a:solidFill>
                <a:latin typeface="Times New Roman"/>
                <a:cs typeface="Times New Roman"/>
              </a:rPr>
              <a:t>vs</a:t>
            </a:r>
            <a:r>
              <a:rPr lang="ru-RU" sz="3400" b="1">
                <a:solidFill>
                  <a:srgbClr val="FFFFFF"/>
                </a:solidFill>
                <a:latin typeface="Times New Roman"/>
                <a:cs typeface="Times New Roman"/>
              </a:rPr>
              <a:t>. Information-</a:t>
            </a:r>
            <a:r>
              <a:rPr lang="ru-RU" sz="3400" b="1" err="1">
                <a:solidFill>
                  <a:srgbClr val="FFFFFF"/>
                </a:solidFill>
                <a:latin typeface="Times New Roman"/>
                <a:cs typeface="Times New Roman"/>
              </a:rPr>
              <a:t>Theoretic</a:t>
            </a:r>
            <a:r>
              <a:rPr lang="ru-RU" sz="3400" b="1">
                <a:solidFill>
                  <a:srgbClr val="FFFFFF"/>
                </a:solidFill>
                <a:latin typeface="Times New Roman"/>
                <a:cs typeface="Times New Roman"/>
              </a:rPr>
              <a:t> Security</a:t>
            </a:r>
          </a:p>
        </p:txBody>
      </p:sp>
      <p:sp>
        <p:nvSpPr>
          <p:cNvPr id="3" name="Объект 2">
            <a:extLst>
              <a:ext uri="{FF2B5EF4-FFF2-40B4-BE49-F238E27FC236}">
                <a16:creationId xmlns:a16="http://schemas.microsoft.com/office/drawing/2014/main" id="{A18E96A9-9720-F4BC-08E0-732F772247E3}"/>
              </a:ext>
            </a:extLst>
          </p:cNvPr>
          <p:cNvSpPr>
            <a:spLocks noGrp="1"/>
          </p:cNvSpPr>
          <p:nvPr>
            <p:ph idx="1"/>
          </p:nvPr>
        </p:nvSpPr>
        <p:spPr>
          <a:xfrm>
            <a:off x="1371599" y="2318197"/>
            <a:ext cx="9724031" cy="3683358"/>
          </a:xfrm>
        </p:spPr>
        <p:txBody>
          <a:bodyPr vert="horz" lIns="91440" tIns="45720" rIns="91440" bIns="45720" rtlCol="0" anchor="ctr">
            <a:noAutofit/>
          </a:bodyPr>
          <a:lstStyle/>
          <a:p>
            <a:r>
              <a:rPr lang="ru-RU" sz="2000" b="1">
                <a:highlight>
                  <a:srgbClr val="FFFFFF"/>
                </a:highlight>
                <a:latin typeface="Times New Roman"/>
                <a:cs typeface="Times New Roman"/>
              </a:rPr>
              <a:t>Definition 3.2 (</a:t>
            </a:r>
            <a:r>
              <a:rPr lang="ru-RU" sz="2000" b="1" err="1">
                <a:highlight>
                  <a:srgbClr val="FFFFFF"/>
                </a:highlight>
                <a:latin typeface="Times New Roman"/>
                <a:cs typeface="Times New Roman"/>
              </a:rPr>
              <a:t>Computational</a:t>
            </a:r>
            <a:r>
              <a:rPr lang="ru-RU" sz="2000" b="1">
                <a:highlight>
                  <a:srgbClr val="FFFFFF"/>
                </a:highlight>
                <a:latin typeface="Times New Roman"/>
                <a:cs typeface="Times New Roman"/>
              </a:rPr>
              <a:t> Security): </a:t>
            </a:r>
            <a:r>
              <a:rPr lang="ru-RU" sz="2000">
                <a:highlight>
                  <a:srgbClr val="FFFFFF"/>
                </a:highlight>
                <a:latin typeface="Times New Roman"/>
                <a:cs typeface="Times New Roman"/>
              </a:rPr>
              <a:t>A </a:t>
            </a:r>
            <a:r>
              <a:rPr lang="ru-RU" sz="2000" err="1">
                <a:highlight>
                  <a:srgbClr val="FFFFFF"/>
                </a:highlight>
                <a:latin typeface="Times New Roman"/>
                <a:cs typeface="Times New Roman"/>
              </a:rPr>
              <a:t>cryptosystem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computationally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breaking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requires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computational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resources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time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memory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quantum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operations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exceed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practical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limits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assuming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specific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mathematical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problems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computationally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hard</a:t>
            </a:r>
            <a:r>
              <a:rPr lang="ru-RU" sz="2000">
                <a:highlight>
                  <a:srgbClr val="FFFFFF"/>
                </a:highlight>
                <a:latin typeface="Times New Roman"/>
                <a:cs typeface="Times New Roman"/>
              </a:rPr>
              <a:t>.</a:t>
            </a:r>
          </a:p>
          <a:p>
            <a:r>
              <a:rPr lang="ru-RU" sz="2000" err="1">
                <a:highlight>
                  <a:srgbClr val="FFFFFF"/>
                </a:highlight>
                <a:latin typeface="Times New Roman"/>
                <a:cs typeface="Times New Roman"/>
              </a:rPr>
              <a:t>Most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modern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cryptography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relies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computational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based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unproven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widely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believed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mathematical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assumptions</a:t>
            </a:r>
            <a:r>
              <a:rPr lang="ru-RU" sz="2000">
                <a:highlight>
                  <a:srgbClr val="FFFFFF"/>
                </a:highlight>
                <a:latin typeface="Times New Roman"/>
                <a:cs typeface="Times New Roman"/>
              </a:rPr>
              <a:t>:</a:t>
            </a:r>
          </a:p>
          <a:p>
            <a:pPr lvl="1">
              <a:buFont typeface="Courier New" panose="020B0604020202020204" pitchFamily="34" charset="0"/>
              <a:buChar char="o"/>
            </a:pPr>
            <a:r>
              <a:rPr lang="ru-RU" sz="2000" err="1">
                <a:highlight>
                  <a:srgbClr val="FFFFFF"/>
                </a:highlight>
                <a:latin typeface="Times New Roman"/>
                <a:cs typeface="Times New Roman"/>
              </a:rPr>
              <a:t>Integer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Factorization</a:t>
            </a:r>
            <a:r>
              <a:rPr lang="ru-RU" sz="2000">
                <a:highlight>
                  <a:srgbClr val="FFFFFF"/>
                </a:highlight>
                <a:latin typeface="Times New Roman"/>
                <a:cs typeface="Times New Roman"/>
              </a:rPr>
              <a:t>: No </a:t>
            </a:r>
            <a:r>
              <a:rPr lang="ru-RU" sz="2000" err="1">
                <a:highlight>
                  <a:srgbClr val="FFFFFF"/>
                </a:highlight>
                <a:latin typeface="Times New Roman"/>
                <a:cs typeface="Times New Roman"/>
              </a:rPr>
              <a:t>efficient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classical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algorithm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known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factoring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large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semiprimes</a:t>
            </a:r>
            <a:r>
              <a:rPr lang="ru-RU" sz="2000">
                <a:highlight>
                  <a:srgbClr val="FFFFFF"/>
                </a:highlight>
                <a:latin typeface="Times New Roman"/>
                <a:cs typeface="Times New Roman"/>
              </a:rPr>
              <a:t> (RSA </a:t>
            </a:r>
            <a:r>
              <a:rPr lang="ru-RU" sz="2000" err="1">
                <a:highlight>
                  <a:srgbClr val="FFFFFF"/>
                </a:highlight>
                <a:latin typeface="Times New Roman"/>
                <a:cs typeface="Times New Roman"/>
              </a:rPr>
              <a:t>assumption</a:t>
            </a:r>
            <a:r>
              <a:rPr lang="ru-RU" sz="2000">
                <a:highlight>
                  <a:srgbClr val="FFFFFF"/>
                </a:highlight>
                <a:latin typeface="Times New Roman"/>
                <a:cs typeface="Times New Roman"/>
              </a:rPr>
              <a:t>).</a:t>
            </a:r>
          </a:p>
          <a:p>
            <a:pPr lvl="1">
              <a:buFont typeface="Courier New" panose="020B0604020202020204" pitchFamily="34" charset="0"/>
              <a:buChar char="o"/>
            </a:pPr>
            <a:r>
              <a:rPr lang="en-US" sz="2000">
                <a:highlight>
                  <a:srgbClr val="FFFFFF"/>
                </a:highlight>
                <a:latin typeface="Times New Roman"/>
                <a:cs typeface="Times New Roman"/>
              </a:rPr>
              <a:t>Discrete Logarithm Problem: Computing logarithms in certain mathematical groups is believed intractable (Diffie-Hellman, DSA).</a:t>
            </a:r>
            <a:endParaRPr lang="ru-RU" sz="2000">
              <a:highlight>
                <a:srgbClr val="FFFFFF"/>
              </a:highlight>
              <a:latin typeface="Times New Roman"/>
              <a:cs typeface="Times New Roman"/>
            </a:endParaRPr>
          </a:p>
          <a:p>
            <a:pPr lvl="1">
              <a:buFont typeface="Courier New" panose="020B0604020202020204" pitchFamily="34" charset="0"/>
              <a:buChar char="o"/>
            </a:pPr>
            <a:r>
              <a:rPr lang="ru-RU" sz="2000" err="1">
                <a:highlight>
                  <a:srgbClr val="FFFFFF"/>
                </a:highlight>
                <a:latin typeface="Times New Roman"/>
                <a:cs typeface="Times New Roman"/>
              </a:rPr>
              <a:t>Symmetric</a:t>
            </a:r>
            <a:r>
              <a:rPr lang="ru-RU" sz="2000">
                <a:highlight>
                  <a:srgbClr val="FFFFFF"/>
                </a:highlight>
                <a:latin typeface="Times New Roman"/>
                <a:cs typeface="Times New Roman"/>
              </a:rPr>
              <a:t> Security: </a:t>
            </a:r>
            <a:r>
              <a:rPr lang="ru-RU" sz="2000" err="1">
                <a:highlight>
                  <a:srgbClr val="FFFFFF"/>
                </a:highlight>
                <a:latin typeface="Times New Roman"/>
                <a:cs typeface="Times New Roman"/>
              </a:rPr>
              <a:t>Distinguishing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output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from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random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data</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requires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exhaustive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search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block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30340478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36A88D-FC14-7A92-06B3-3F33DBF55D57}"/>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C58BBCF-D787-D72E-69E6-129BA402A4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6214F59-F0DB-D0BA-D276-ED427A756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ADF8CC3-C06C-AD5C-A993-39A66F904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3D20FA3-4904-FC67-A12B-AA72C0117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64BC47E-A3B7-FDCE-81E6-2C97290333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73EBC450-12F2-351F-D978-BDA1EB73F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FE6CE56A-77BA-2033-0569-5421452F6910}"/>
              </a:ext>
            </a:extLst>
          </p:cNvPr>
          <p:cNvSpPr>
            <a:spLocks noGrp="1"/>
          </p:cNvSpPr>
          <p:nvPr>
            <p:ph type="title"/>
          </p:nvPr>
        </p:nvSpPr>
        <p:spPr>
          <a:xfrm>
            <a:off x="826396" y="586855"/>
            <a:ext cx="4230100" cy="3387497"/>
          </a:xfrm>
        </p:spPr>
        <p:txBody>
          <a:bodyPr anchor="b">
            <a:normAutofit/>
          </a:bodyPr>
          <a:lstStyle/>
          <a:p>
            <a:pPr algn="r"/>
            <a:r>
              <a:rPr lang="ru-RU" sz="4000">
                <a:solidFill>
                  <a:srgbClr val="FFFFFF"/>
                </a:solidFill>
                <a:latin typeface="Times New Roman"/>
                <a:cs typeface="Times New Roman"/>
              </a:rPr>
              <a:t>4.Classification </a:t>
            </a:r>
            <a:r>
              <a:rPr lang="ru-RU" sz="4000" err="1">
                <a:solidFill>
                  <a:srgbClr val="FFFFFF"/>
                </a:solidFill>
                <a:latin typeface="Times New Roman"/>
                <a:cs typeface="Times New Roman"/>
              </a:rPr>
              <a:t>of</a:t>
            </a:r>
            <a:r>
              <a:rPr lang="ru-RU" sz="4000">
                <a:solidFill>
                  <a:srgbClr val="FFFFFF"/>
                </a:solidFill>
                <a:latin typeface="Times New Roman"/>
                <a:cs typeface="Times New Roman"/>
              </a:rPr>
              <a:t> </a:t>
            </a:r>
            <a:r>
              <a:rPr lang="ru-RU" sz="4000" err="1">
                <a:solidFill>
                  <a:srgbClr val="FFFFFF"/>
                </a:solidFill>
                <a:latin typeface="Times New Roman"/>
                <a:cs typeface="Times New Roman"/>
              </a:rPr>
              <a:t>Cryptographic</a:t>
            </a:r>
            <a:r>
              <a:rPr lang="ru-RU" sz="4000">
                <a:solidFill>
                  <a:srgbClr val="FFFFFF"/>
                </a:solidFill>
                <a:latin typeface="Times New Roman"/>
                <a:cs typeface="Times New Roman"/>
              </a:rPr>
              <a:t> </a:t>
            </a:r>
            <a:r>
              <a:rPr lang="ru-RU" sz="4000" err="1">
                <a:solidFill>
                  <a:srgbClr val="FFFFFF"/>
                </a:solidFill>
                <a:latin typeface="Times New Roman"/>
                <a:cs typeface="Times New Roman"/>
              </a:rPr>
              <a:t>Primitives</a:t>
            </a:r>
            <a:endParaRPr lang="ru-RU" sz="4000">
              <a:solidFill>
                <a:srgbClr val="FFFFFF"/>
              </a:solidFill>
              <a:latin typeface="Times New Roman"/>
              <a:cs typeface="Times New Roman"/>
            </a:endParaRPr>
          </a:p>
        </p:txBody>
      </p:sp>
      <p:sp>
        <p:nvSpPr>
          <p:cNvPr id="17" name="Объект 2">
            <a:extLst>
              <a:ext uri="{FF2B5EF4-FFF2-40B4-BE49-F238E27FC236}">
                <a16:creationId xmlns:a16="http://schemas.microsoft.com/office/drawing/2014/main" id="{5B7C8880-D6F5-47D1-5513-6116D13F2AB3}"/>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a:highlight>
                  <a:srgbClr val="FFFFFF"/>
                </a:highlight>
                <a:latin typeface="Times New Roman"/>
                <a:cs typeface="Arial"/>
              </a:rPr>
              <a:t>4.1 </a:t>
            </a:r>
            <a:r>
              <a:rPr lang="ru-RU" sz="2000" b="1" err="1">
                <a:highlight>
                  <a:srgbClr val="FFFFFF"/>
                </a:highlight>
                <a:latin typeface="Times New Roman"/>
                <a:cs typeface="Arial"/>
              </a:rPr>
              <a:t>Symmetric</a:t>
            </a:r>
            <a:r>
              <a:rPr lang="ru-RU" sz="2000" b="1">
                <a:highlight>
                  <a:srgbClr val="FFFFFF"/>
                </a:highlight>
                <a:latin typeface="Times New Roman"/>
                <a:cs typeface="Arial"/>
              </a:rPr>
              <a:t>-Key </a:t>
            </a:r>
            <a:r>
              <a:rPr lang="ru-RU" sz="2000" b="1" err="1">
                <a:highlight>
                  <a:srgbClr val="FFFFFF"/>
                </a:highlight>
                <a:latin typeface="Times New Roman"/>
                <a:cs typeface="Arial"/>
              </a:rPr>
              <a:t>Cryptography</a:t>
            </a:r>
            <a:endParaRPr lang="ru-RU" sz="2000" b="1">
              <a:highlight>
                <a:srgbClr val="FFFFFF"/>
              </a:highlight>
              <a:latin typeface="Times New Roman"/>
              <a:cs typeface="Arial"/>
            </a:endParaRPr>
          </a:p>
          <a:p>
            <a:r>
              <a:rPr lang="ru-RU" sz="2000" b="1">
                <a:highlight>
                  <a:srgbClr val="FFFFFF"/>
                </a:highlight>
                <a:latin typeface="Times New Roman"/>
                <a:cs typeface="Arial"/>
              </a:rPr>
              <a:t>4.2 </a:t>
            </a:r>
            <a:r>
              <a:rPr lang="ru-RU" sz="2000" b="1" err="1">
                <a:highlight>
                  <a:srgbClr val="FFFFFF"/>
                </a:highlight>
                <a:latin typeface="Times New Roman"/>
                <a:cs typeface="Arial"/>
              </a:rPr>
              <a:t>Cryptographic</a:t>
            </a:r>
            <a:r>
              <a:rPr lang="ru-RU" sz="2000" b="1">
                <a:highlight>
                  <a:srgbClr val="FFFFFF"/>
                </a:highlight>
                <a:latin typeface="Times New Roman"/>
                <a:cs typeface="Arial"/>
              </a:rPr>
              <a:t> </a:t>
            </a:r>
            <a:r>
              <a:rPr lang="ru-RU" sz="2000" b="1" err="1">
                <a:highlight>
                  <a:srgbClr val="FFFFFF"/>
                </a:highlight>
                <a:latin typeface="Times New Roman"/>
                <a:cs typeface="Arial"/>
              </a:rPr>
              <a:t>Hash</a:t>
            </a:r>
            <a:r>
              <a:rPr lang="ru-RU" sz="2000" b="1">
                <a:highlight>
                  <a:srgbClr val="FFFFFF"/>
                </a:highlight>
                <a:latin typeface="Times New Roman"/>
                <a:cs typeface="Arial"/>
              </a:rPr>
              <a:t> </a:t>
            </a:r>
            <a:r>
              <a:rPr lang="ru-RU" sz="2000" b="1" err="1">
                <a:highlight>
                  <a:srgbClr val="FFFFFF"/>
                </a:highlight>
                <a:latin typeface="Times New Roman"/>
                <a:cs typeface="Arial"/>
              </a:rPr>
              <a:t>Functions</a:t>
            </a:r>
            <a:endParaRPr lang="ru-RU" sz="2000" b="1">
              <a:highlight>
                <a:srgbClr val="FFFFFF"/>
              </a:highlight>
              <a:latin typeface="Times New Roman"/>
              <a:cs typeface="Arial"/>
            </a:endParaRPr>
          </a:p>
          <a:p>
            <a:r>
              <a:rPr lang="ru-RU" sz="2000" b="1">
                <a:highlight>
                  <a:srgbClr val="FFFFFF"/>
                </a:highlight>
                <a:latin typeface="Times New Roman"/>
                <a:cs typeface="Arial"/>
              </a:rPr>
              <a:t>4.3 </a:t>
            </a:r>
            <a:r>
              <a:rPr lang="ru-RU" sz="2000" b="1" err="1">
                <a:highlight>
                  <a:srgbClr val="FFFFFF"/>
                </a:highlight>
                <a:latin typeface="Times New Roman"/>
                <a:cs typeface="Arial"/>
              </a:rPr>
              <a:t>Asymmetric</a:t>
            </a:r>
            <a:r>
              <a:rPr lang="ru-RU" sz="2000" b="1">
                <a:highlight>
                  <a:srgbClr val="FFFFFF"/>
                </a:highlight>
                <a:latin typeface="Times New Roman"/>
                <a:cs typeface="Arial"/>
              </a:rPr>
              <a:t> (Public-Key) </a:t>
            </a:r>
            <a:r>
              <a:rPr lang="ru-RU" sz="2000" b="1" err="1">
                <a:highlight>
                  <a:srgbClr val="FFFFFF"/>
                </a:highlight>
                <a:latin typeface="Times New Roman"/>
                <a:cs typeface="Arial"/>
              </a:rPr>
              <a:t>Cryptography</a:t>
            </a:r>
            <a:endParaRPr lang="ru-RU" sz="2000" b="1">
              <a:highlight>
                <a:srgbClr val="FFFFFF"/>
              </a:highlight>
              <a:latin typeface="Times New Roman"/>
              <a:cs typeface="Arial"/>
            </a:endParaRPr>
          </a:p>
          <a:p>
            <a:r>
              <a:rPr lang="ru-RU" sz="2000" b="1">
                <a:highlight>
                  <a:srgbClr val="FFFFFF"/>
                </a:highlight>
                <a:latin typeface="Times New Roman"/>
                <a:cs typeface="Arial"/>
              </a:rPr>
              <a:t>4.4 Post-Quantum </a:t>
            </a:r>
            <a:r>
              <a:rPr lang="ru-RU" sz="2000" b="1" err="1">
                <a:highlight>
                  <a:srgbClr val="FFFFFF"/>
                </a:highlight>
                <a:latin typeface="Times New Roman"/>
                <a:cs typeface="Arial"/>
              </a:rPr>
              <a:t>and</a:t>
            </a:r>
            <a:r>
              <a:rPr lang="ru-RU" sz="2000" b="1">
                <a:highlight>
                  <a:srgbClr val="FFFFFF"/>
                </a:highlight>
                <a:latin typeface="Times New Roman"/>
                <a:cs typeface="Arial"/>
              </a:rPr>
              <a:t> Quantum </a:t>
            </a:r>
            <a:r>
              <a:rPr lang="ru-RU" sz="2000" b="1" err="1">
                <a:highlight>
                  <a:srgbClr val="FFFFFF"/>
                </a:highlight>
                <a:latin typeface="Times New Roman"/>
                <a:cs typeface="Arial"/>
              </a:rPr>
              <a:t>Cryptography</a:t>
            </a:r>
            <a:endParaRPr lang="ru-RU" sz="2000" b="1">
              <a:highlight>
                <a:srgbClr val="FFFFFF"/>
              </a:highlight>
              <a:latin typeface="Times New Roman"/>
              <a:cs typeface="Arial"/>
            </a:endParaRPr>
          </a:p>
          <a:p>
            <a:endParaRPr lang="ru-RU" sz="2000" b="1">
              <a:highlight>
                <a:srgbClr val="FFFFFF"/>
              </a:highlight>
              <a:latin typeface="Times New Roman"/>
              <a:cs typeface="Times New Roman"/>
            </a:endParaRPr>
          </a:p>
        </p:txBody>
      </p:sp>
    </p:spTree>
    <p:extLst>
      <p:ext uri="{BB962C8B-B14F-4D97-AF65-F5344CB8AC3E}">
        <p14:creationId xmlns:p14="http://schemas.microsoft.com/office/powerpoint/2010/main" val="3574330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CCB27046-B320-4ACE-4012-1610C885FB50}"/>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4.1 </a:t>
            </a:r>
            <a:r>
              <a:rPr lang="ru-RU" sz="4000" b="1" err="1">
                <a:solidFill>
                  <a:srgbClr val="FFFFFF"/>
                </a:solidFill>
                <a:latin typeface="Times New Roman"/>
                <a:cs typeface="Times New Roman"/>
              </a:rPr>
              <a:t>Symmetric</a:t>
            </a:r>
            <a:r>
              <a:rPr lang="ru-RU" sz="4000" b="1">
                <a:solidFill>
                  <a:srgbClr val="FFFFFF"/>
                </a:solidFill>
                <a:latin typeface="Times New Roman"/>
                <a:cs typeface="Times New Roman"/>
              </a:rPr>
              <a:t>-Key </a:t>
            </a:r>
            <a:r>
              <a:rPr lang="ru-RU" sz="4000" b="1" err="1">
                <a:solidFill>
                  <a:srgbClr val="FFFFFF"/>
                </a:solidFill>
                <a:latin typeface="Times New Roman"/>
                <a:cs typeface="Times New Roman"/>
              </a:rPr>
              <a:t>Cryptography</a:t>
            </a:r>
            <a:endParaRPr lang="ru-RU" sz="400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96491542-1D08-164B-C810-583E1B909B7A}"/>
              </a:ext>
            </a:extLst>
          </p:cNvPr>
          <p:cNvSpPr>
            <a:spLocks noGrp="1"/>
          </p:cNvSpPr>
          <p:nvPr>
            <p:ph idx="1"/>
          </p:nvPr>
        </p:nvSpPr>
        <p:spPr>
          <a:xfrm>
            <a:off x="1371599" y="2318197"/>
            <a:ext cx="9724031" cy="3683358"/>
          </a:xfrm>
        </p:spPr>
        <p:txBody>
          <a:bodyPr vert="horz" lIns="91440" tIns="45720" rIns="91440" bIns="45720" rtlCol="0" anchor="ctr">
            <a:noAutofit/>
          </a:bodyPr>
          <a:lstStyle/>
          <a:p>
            <a:r>
              <a:rPr lang="en-US" sz="2000" b="1">
                <a:highlight>
                  <a:srgbClr val="FFFFFF"/>
                </a:highlight>
                <a:latin typeface="Times New Roman"/>
                <a:cs typeface="Times New Roman"/>
              </a:rPr>
              <a:t>Definition 4.1 (Symmetric Encryption): </a:t>
            </a:r>
            <a:r>
              <a:rPr lang="en-US" sz="2000">
                <a:highlight>
                  <a:srgbClr val="FFFFFF"/>
                </a:highlight>
                <a:latin typeface="Times New Roman"/>
                <a:cs typeface="Times New Roman"/>
              </a:rPr>
              <a:t>An encryption scheme where the same secret key K is used for both encryption E and decryption D operations. For plaintext message M, ciphertext C is computed as C = E(K, M), and decryption recovers M = D(K, C).</a:t>
            </a:r>
            <a:endParaRPr lang="ru-RU" sz="2000">
              <a:highlight>
                <a:srgbClr val="FFFFFF"/>
              </a:highlight>
              <a:latin typeface="Times New Roman"/>
              <a:cs typeface="Times New Roman"/>
            </a:endParaRPr>
          </a:p>
          <a:p>
            <a:pPr marL="0" indent="0">
              <a:buNone/>
            </a:pPr>
            <a:r>
              <a:rPr lang="ru-RU" sz="2000" err="1">
                <a:highlight>
                  <a:srgbClr val="FFFFFF"/>
                </a:highlight>
                <a:latin typeface="Times New Roman"/>
                <a:cs typeface="Times New Roman"/>
              </a:rPr>
              <a:t>Characteristics</a:t>
            </a:r>
            <a:r>
              <a:rPr lang="ru-RU" sz="2000">
                <a:highlight>
                  <a:srgbClr val="FFFFFF"/>
                </a:highlight>
                <a:latin typeface="Times New Roman"/>
                <a:cs typeface="Times New Roman"/>
              </a:rPr>
              <a:t>:</a:t>
            </a:r>
          </a:p>
          <a:p>
            <a:r>
              <a:rPr lang="en-US" sz="2000" b="1">
                <a:highlight>
                  <a:srgbClr val="FFFFFF"/>
                </a:highlight>
                <a:latin typeface="Times New Roman"/>
                <a:cs typeface="Times New Roman"/>
              </a:rPr>
              <a:t>Computational Efficiency:</a:t>
            </a:r>
            <a:r>
              <a:rPr lang="en-US" sz="2000">
                <a:highlight>
                  <a:srgbClr val="FFFFFF"/>
                </a:highlight>
                <a:latin typeface="Times New Roman"/>
                <a:cs typeface="Times New Roman"/>
              </a:rPr>
              <a:t> Symmetric algorithms are typically 100-1000× faster than asymmetric alternatives, often benefiting from hardware acceleration.</a:t>
            </a:r>
            <a:endParaRPr lang="ru-RU" sz="2000">
              <a:highlight>
                <a:srgbClr val="FFFFFF"/>
              </a:highlight>
              <a:latin typeface="Times New Roman"/>
              <a:cs typeface="Times New Roman"/>
            </a:endParaRPr>
          </a:p>
          <a:p>
            <a:r>
              <a:rPr lang="en-US" sz="2000" b="1">
                <a:highlight>
                  <a:srgbClr val="FFFFFF"/>
                </a:highlight>
                <a:latin typeface="Times New Roman"/>
                <a:cs typeface="Times New Roman"/>
              </a:rPr>
              <a:t>Key Distribution Problem:</a:t>
            </a:r>
            <a:r>
              <a:rPr lang="en-US" sz="2000">
                <a:highlight>
                  <a:srgbClr val="FFFFFF"/>
                </a:highlight>
                <a:latin typeface="Times New Roman"/>
                <a:cs typeface="Times New Roman"/>
              </a:rPr>
              <a:t> Communicating parties must securely establish a shared secret key before encryption, requiring a separate secure channel or key exchange protocol.</a:t>
            </a:r>
            <a:endParaRPr lang="ru-RU" sz="2000">
              <a:highlight>
                <a:srgbClr val="FFFFFF"/>
              </a:highlight>
              <a:latin typeface="Times New Roman"/>
              <a:cs typeface="Times New Roman"/>
            </a:endParaRPr>
          </a:p>
          <a:p>
            <a:r>
              <a:rPr lang="ru-RU" sz="2000" b="1" err="1">
                <a:highlight>
                  <a:srgbClr val="FFFFFF"/>
                </a:highlight>
                <a:latin typeface="Times New Roman"/>
                <a:cs typeface="Times New Roman"/>
              </a:rPr>
              <a:t>Examples</a:t>
            </a:r>
            <a:r>
              <a:rPr lang="ru-RU" sz="2000" b="1">
                <a:highlight>
                  <a:srgbClr val="FFFFFF"/>
                </a:highlight>
                <a:latin typeface="Times New Roman"/>
                <a:cs typeface="Times New Roman"/>
              </a:rPr>
              <a:t>:</a:t>
            </a:r>
            <a:r>
              <a:rPr lang="ru-RU" sz="2000">
                <a:highlight>
                  <a:srgbClr val="FFFFFF"/>
                </a:highlight>
                <a:latin typeface="Times New Roman"/>
                <a:cs typeface="Times New Roman"/>
              </a:rPr>
              <a:t> AES (Advanced </a:t>
            </a:r>
            <a:r>
              <a:rPr lang="ru-RU" sz="2000" err="1">
                <a:highlight>
                  <a:srgbClr val="FFFFFF"/>
                </a:highlight>
                <a:latin typeface="Times New Roman"/>
                <a:cs typeface="Times New Roman"/>
              </a:rPr>
              <a:t>Encryption</a:t>
            </a:r>
            <a:r>
              <a:rPr lang="ru-RU" sz="2000">
                <a:highlight>
                  <a:srgbClr val="FFFFFF"/>
                </a:highlight>
                <a:latin typeface="Times New Roman"/>
                <a:cs typeface="Times New Roman"/>
              </a:rPr>
              <a:t> Standard), ChaCha20, DES (</a:t>
            </a:r>
            <a:r>
              <a:rPr lang="ru-RU" sz="2000" err="1">
                <a:highlight>
                  <a:srgbClr val="FFFFFF"/>
                </a:highlight>
                <a:latin typeface="Times New Roman"/>
                <a:cs typeface="Times New Roman"/>
              </a:rPr>
              <a:t>deprecated</a:t>
            </a:r>
            <a:r>
              <a:rPr lang="ru-RU" sz="2000">
                <a:highlight>
                  <a:srgbClr val="FFFFFF"/>
                </a:highlight>
                <a:latin typeface="Times New Roman"/>
                <a:cs typeface="Times New Roman"/>
              </a:rPr>
              <a:t>), 3DES.</a:t>
            </a:r>
          </a:p>
          <a:p>
            <a:r>
              <a:rPr lang="ru-RU" sz="2000" err="1">
                <a:highlight>
                  <a:srgbClr val="FFFFFF"/>
                </a:highlight>
                <a:latin typeface="Times New Roman"/>
                <a:cs typeface="Times New Roman"/>
              </a:rPr>
              <a:t>Symmetric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cryptography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will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studied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Weeks</a:t>
            </a:r>
            <a:r>
              <a:rPr lang="ru-RU" sz="2000">
                <a:highlight>
                  <a:srgbClr val="FFFFFF"/>
                </a:highlight>
                <a:latin typeface="Times New Roman"/>
                <a:cs typeface="Times New Roman"/>
              </a:rPr>
              <a:t> 2-4, </a:t>
            </a:r>
            <a:r>
              <a:rPr lang="ru-RU" sz="2000" err="1">
                <a:highlight>
                  <a:srgbClr val="FFFFFF"/>
                </a:highlight>
                <a:latin typeface="Times New Roman"/>
                <a:cs typeface="Times New Roman"/>
              </a:rPr>
              <a:t>covering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block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stream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modes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operation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authenticated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encryption</a:t>
            </a:r>
            <a:r>
              <a:rPr lang="ru-RU" sz="2000">
                <a:highlight>
                  <a:srgbClr val="FFFFFF"/>
                </a:highlight>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39147389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85AFA080-0E85-0040-738F-D335A73DA57C}"/>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4.2 </a:t>
            </a:r>
            <a:r>
              <a:rPr lang="ru-RU" sz="4000" b="1" err="1">
                <a:solidFill>
                  <a:srgbClr val="FFFFFF"/>
                </a:solidFill>
                <a:latin typeface="Times New Roman"/>
                <a:cs typeface="Times New Roman"/>
              </a:rPr>
              <a:t>Cryptographic</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Hash</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Functions</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A42526D0-6CDD-6ABF-B72D-0933866BA922}"/>
              </a:ext>
            </a:extLst>
          </p:cNvPr>
          <p:cNvSpPr>
            <a:spLocks noGrp="1"/>
          </p:cNvSpPr>
          <p:nvPr>
            <p:ph idx="1"/>
          </p:nvPr>
        </p:nvSpPr>
        <p:spPr>
          <a:xfrm>
            <a:off x="1371599" y="2318197"/>
            <a:ext cx="9724031" cy="3683358"/>
          </a:xfrm>
        </p:spPr>
        <p:txBody>
          <a:bodyPr vert="horz" lIns="91440" tIns="45720" rIns="91440" bIns="45720" rtlCol="0" anchor="ctr">
            <a:noAutofit/>
          </a:bodyPr>
          <a:lstStyle/>
          <a:p>
            <a:r>
              <a:rPr lang="ru-RU" sz="2000" b="1">
                <a:highlight>
                  <a:srgbClr val="FFFFFF"/>
                </a:highlight>
                <a:latin typeface="Times New Roman"/>
                <a:cs typeface="Times New Roman"/>
              </a:rPr>
              <a:t>Definition 4.2 (</a:t>
            </a:r>
            <a:r>
              <a:rPr lang="ru-RU" sz="2000" b="1" err="1">
                <a:highlight>
                  <a:srgbClr val="FFFFFF"/>
                </a:highlight>
                <a:latin typeface="Times New Roman"/>
                <a:cs typeface="Times New Roman"/>
              </a:rPr>
              <a:t>Cryptographic</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Hash</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Function</a:t>
            </a:r>
            <a:r>
              <a:rPr lang="ru-RU" sz="2000" b="1">
                <a:highlight>
                  <a:srgbClr val="FFFFFF"/>
                </a:highlight>
                <a:latin typeface="Times New Roman"/>
                <a:cs typeface="Times New Roman"/>
              </a:rPr>
              <a:t>): </a:t>
            </a:r>
            <a:r>
              <a:rPr lang="ru-RU" sz="2000">
                <a:highlight>
                  <a:srgbClr val="FFFFFF"/>
                </a:highlight>
                <a:latin typeface="Times New Roman"/>
                <a:cs typeface="Times New Roman"/>
              </a:rPr>
              <a:t>A </a:t>
            </a:r>
            <a:r>
              <a:rPr lang="ru-RU" sz="2000" err="1">
                <a:highlight>
                  <a:srgbClr val="FFFFFF"/>
                </a:highlight>
                <a:latin typeface="Times New Roman"/>
                <a:cs typeface="Times New Roman"/>
              </a:rPr>
              <a:t>deterministic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function</a:t>
            </a:r>
            <a:r>
              <a:rPr lang="ru-RU" sz="2000">
                <a:highlight>
                  <a:srgbClr val="FFFFFF"/>
                </a:highlight>
                <a:latin typeface="Times New Roman"/>
                <a:cs typeface="Times New Roman"/>
              </a:rPr>
              <a:t> H: {0,1}* → {0,1}ⁿ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maps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arbitrary-length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input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fixed-length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output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digest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satisfying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three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properties</a:t>
            </a:r>
            <a:r>
              <a:rPr lang="ru-RU" sz="2000">
                <a:highlight>
                  <a:srgbClr val="FFFFFF"/>
                </a:highlight>
                <a:latin typeface="Times New Roman"/>
                <a:cs typeface="Times New Roman"/>
              </a:rPr>
              <a:t>: (1) </a:t>
            </a:r>
            <a:r>
              <a:rPr lang="ru-RU" sz="2000" err="1">
                <a:highlight>
                  <a:srgbClr val="FFFFFF"/>
                </a:highlight>
                <a:latin typeface="Times New Roman"/>
                <a:cs typeface="Times New Roman"/>
              </a:rPr>
              <a:t>Preimage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resistance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Given</a:t>
            </a:r>
            <a:r>
              <a:rPr lang="ru-RU" sz="2000">
                <a:highlight>
                  <a:srgbClr val="FFFFFF"/>
                </a:highlight>
                <a:latin typeface="Times New Roman"/>
                <a:cs typeface="Times New Roman"/>
              </a:rPr>
              <a:t> h, </a:t>
            </a:r>
            <a:r>
              <a:rPr lang="ru-RU" sz="2000" err="1">
                <a:highlight>
                  <a:srgbClr val="FFFFFF"/>
                </a:highlight>
                <a:latin typeface="Times New Roman"/>
                <a:cs typeface="Times New Roman"/>
              </a:rPr>
              <a:t>finding</a:t>
            </a:r>
            <a:r>
              <a:rPr lang="ru-RU" sz="2000">
                <a:highlight>
                  <a:srgbClr val="FFFFFF"/>
                </a:highlight>
                <a:latin typeface="Times New Roman"/>
                <a:cs typeface="Times New Roman"/>
              </a:rPr>
              <a:t> m </a:t>
            </a:r>
            <a:r>
              <a:rPr lang="ru-RU" sz="2000" err="1">
                <a:highlight>
                  <a:srgbClr val="FFFFFF"/>
                </a:highlight>
                <a:latin typeface="Times New Roman"/>
                <a:cs typeface="Times New Roman"/>
              </a:rPr>
              <a:t>such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H(m) = h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computationally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infeasible</a:t>
            </a:r>
            <a:r>
              <a:rPr lang="ru-RU" sz="2000">
                <a:highlight>
                  <a:srgbClr val="FFFFFF"/>
                </a:highlight>
                <a:latin typeface="Times New Roman"/>
                <a:cs typeface="Times New Roman"/>
              </a:rPr>
              <a:t>. (2) Second </a:t>
            </a:r>
            <a:r>
              <a:rPr lang="ru-RU" sz="2000" err="1">
                <a:highlight>
                  <a:srgbClr val="FFFFFF"/>
                </a:highlight>
                <a:latin typeface="Times New Roman"/>
                <a:cs typeface="Times New Roman"/>
              </a:rPr>
              <a:t>preimage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resistance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Given</a:t>
            </a:r>
            <a:r>
              <a:rPr lang="ru-RU" sz="2000">
                <a:highlight>
                  <a:srgbClr val="FFFFFF"/>
                </a:highlight>
                <a:latin typeface="Times New Roman"/>
                <a:cs typeface="Times New Roman"/>
              </a:rPr>
              <a:t> m₁, </a:t>
            </a:r>
            <a:r>
              <a:rPr lang="ru-RU" sz="2000" err="1">
                <a:highlight>
                  <a:srgbClr val="FFFFFF"/>
                </a:highlight>
                <a:latin typeface="Times New Roman"/>
                <a:cs typeface="Times New Roman"/>
              </a:rPr>
              <a:t>finding</a:t>
            </a:r>
            <a:r>
              <a:rPr lang="ru-RU" sz="2000">
                <a:highlight>
                  <a:srgbClr val="FFFFFF"/>
                </a:highlight>
                <a:latin typeface="Times New Roman"/>
                <a:cs typeface="Times New Roman"/>
              </a:rPr>
              <a:t> m₂ ≠ m₁ </a:t>
            </a:r>
            <a:r>
              <a:rPr lang="ru-RU" sz="2000" err="1">
                <a:highlight>
                  <a:srgbClr val="FFFFFF"/>
                </a:highlight>
                <a:latin typeface="Times New Roman"/>
                <a:cs typeface="Times New Roman"/>
              </a:rPr>
              <a:t>such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H(m₁) = H(m₂)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infeasible</a:t>
            </a:r>
            <a:r>
              <a:rPr lang="ru-RU" sz="2000">
                <a:highlight>
                  <a:srgbClr val="FFFFFF"/>
                </a:highlight>
                <a:latin typeface="Times New Roman"/>
                <a:cs typeface="Times New Roman"/>
              </a:rPr>
              <a:t>. (3) </a:t>
            </a:r>
            <a:r>
              <a:rPr lang="ru-RU" sz="2000" err="1">
                <a:highlight>
                  <a:srgbClr val="FFFFFF"/>
                </a:highlight>
                <a:latin typeface="Times New Roman"/>
                <a:cs typeface="Times New Roman"/>
              </a:rPr>
              <a:t>Collision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resistance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Finding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pair</a:t>
            </a:r>
            <a:r>
              <a:rPr lang="ru-RU" sz="2000">
                <a:highlight>
                  <a:srgbClr val="FFFFFF"/>
                </a:highlight>
                <a:latin typeface="Times New Roman"/>
                <a:cs typeface="Times New Roman"/>
              </a:rPr>
              <a:t> (m₁, m₂) </a:t>
            </a:r>
            <a:r>
              <a:rPr lang="ru-RU" sz="2000" err="1">
                <a:highlight>
                  <a:srgbClr val="FFFFFF"/>
                </a:highlight>
                <a:latin typeface="Times New Roman"/>
                <a:cs typeface="Times New Roman"/>
              </a:rPr>
              <a:t>where</a:t>
            </a:r>
            <a:r>
              <a:rPr lang="ru-RU" sz="2000">
                <a:highlight>
                  <a:srgbClr val="FFFFFF"/>
                </a:highlight>
                <a:latin typeface="Times New Roman"/>
                <a:cs typeface="Times New Roman"/>
              </a:rPr>
              <a:t> m₁ ≠ m₂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H(m₁) = H(m₂)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infeasible</a:t>
            </a:r>
            <a:r>
              <a:rPr lang="ru-RU" sz="2000">
                <a:highlight>
                  <a:srgbClr val="FFFFFF"/>
                </a:highlight>
                <a:latin typeface="Times New Roman"/>
                <a:cs typeface="Times New Roman"/>
              </a:rPr>
              <a:t>.</a:t>
            </a:r>
          </a:p>
          <a:p>
            <a:pPr marL="0" indent="0">
              <a:buNone/>
            </a:pP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1668347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4B73E86-C877-75DC-BCE1-FB29799A273A}"/>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4.2 </a:t>
            </a:r>
            <a:r>
              <a:rPr lang="ru-RU" sz="4000" b="1" err="1">
                <a:solidFill>
                  <a:srgbClr val="FFFFFF"/>
                </a:solidFill>
                <a:latin typeface="Times New Roman"/>
                <a:cs typeface="Times New Roman"/>
              </a:rPr>
              <a:t>Cryptographic</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Hash</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Functions</a:t>
            </a:r>
            <a:endParaRPr lang="ru-RU" sz="400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376EB017-A910-EB17-CEEB-430F2160AE28}"/>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Applications:</a:t>
            </a:r>
            <a:endParaRPr lang="en-US" sz="2000">
              <a:latin typeface="Times New Roman"/>
              <a:cs typeface="Times New Roman"/>
            </a:endParaRPr>
          </a:p>
          <a:p>
            <a:r>
              <a:rPr lang="ru-RU" sz="2000">
                <a:highlight>
                  <a:srgbClr val="FFFFFF"/>
                </a:highlight>
                <a:latin typeface="Times New Roman"/>
                <a:cs typeface="Times New Roman"/>
              </a:rPr>
              <a:t>Data </a:t>
            </a:r>
            <a:r>
              <a:rPr lang="ru-RU" sz="2000" err="1">
                <a:highlight>
                  <a:srgbClr val="FFFFFF"/>
                </a:highlight>
                <a:latin typeface="Times New Roman"/>
                <a:cs typeface="Times New Roman"/>
              </a:rPr>
              <a:t>Integrity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Detecting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unauthorized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modifications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through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digest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comparison</a:t>
            </a:r>
            <a:r>
              <a:rPr lang="ru-RU" sz="2000">
                <a:highlight>
                  <a:srgbClr val="FFFFFF"/>
                </a:highlight>
                <a:latin typeface="Times New Roman"/>
                <a:cs typeface="Times New Roman"/>
              </a:rPr>
              <a:t>.</a:t>
            </a:r>
            <a:endParaRPr lang="en-US" sz="2000">
              <a:latin typeface="Times New Roman"/>
              <a:cs typeface="Times New Roman"/>
            </a:endParaRPr>
          </a:p>
          <a:p>
            <a:r>
              <a:rPr lang="ru-RU" sz="2000">
                <a:highlight>
                  <a:srgbClr val="FFFFFF"/>
                </a:highlight>
                <a:latin typeface="Times New Roman"/>
                <a:cs typeface="Times New Roman"/>
              </a:rPr>
              <a:t>Password Storage: </a:t>
            </a:r>
            <a:r>
              <a:rPr lang="ru-RU" sz="2000" err="1">
                <a:highlight>
                  <a:srgbClr val="FFFFFF"/>
                </a:highlight>
                <a:latin typeface="Times New Roman"/>
                <a:cs typeface="Times New Roman"/>
              </a:rPr>
              <a:t>Storing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password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hashes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instead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plaintext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passwords</a:t>
            </a:r>
            <a:r>
              <a:rPr lang="ru-RU" sz="2000">
                <a:highlight>
                  <a:srgbClr val="FFFFFF"/>
                </a:highlight>
                <a:latin typeface="Times New Roman"/>
                <a:cs typeface="Times New Roman"/>
              </a:rPr>
              <a:t>.</a:t>
            </a:r>
            <a:endParaRPr lang="en-US" sz="2000">
              <a:latin typeface="Times New Roman"/>
              <a:cs typeface="Times New Roman"/>
            </a:endParaRPr>
          </a:p>
          <a:p>
            <a:r>
              <a:rPr lang="ru-RU" sz="2000">
                <a:highlight>
                  <a:srgbClr val="FFFFFF"/>
                </a:highlight>
                <a:latin typeface="Times New Roman"/>
                <a:cs typeface="Times New Roman"/>
              </a:rPr>
              <a:t>Digital </a:t>
            </a:r>
            <a:r>
              <a:rPr lang="ru-RU" sz="2000" err="1">
                <a:highlight>
                  <a:srgbClr val="FFFFFF"/>
                </a:highlight>
                <a:latin typeface="Times New Roman"/>
                <a:cs typeface="Times New Roman"/>
              </a:rPr>
              <a:t>Signatures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Signing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hash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message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rather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message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itself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efficiency</a:t>
            </a:r>
            <a:r>
              <a:rPr lang="ru-RU" sz="2000">
                <a:highlight>
                  <a:srgbClr val="FFFFFF"/>
                </a:highlight>
                <a:latin typeface="Times New Roman"/>
                <a:cs typeface="Times New Roman"/>
              </a:rPr>
              <a:t>.</a:t>
            </a:r>
            <a:endParaRPr lang="en-US" sz="2000">
              <a:latin typeface="Times New Roman"/>
              <a:cs typeface="Times New Roman"/>
            </a:endParaRPr>
          </a:p>
          <a:p>
            <a:r>
              <a:rPr lang="ru-RU" sz="2000" err="1">
                <a:highlight>
                  <a:srgbClr val="FFFFFF"/>
                </a:highlight>
                <a:latin typeface="Times New Roman"/>
                <a:cs typeface="Times New Roman"/>
              </a:rPr>
              <a:t>Blockchain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Proof-of-work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chain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integrity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cryptocurrencies</a:t>
            </a:r>
            <a:r>
              <a:rPr lang="ru-RU" sz="2000">
                <a:highlight>
                  <a:srgbClr val="FFFFFF"/>
                </a:highlight>
                <a:latin typeface="Times New Roman"/>
                <a:cs typeface="Times New Roman"/>
              </a:rPr>
              <a:t>.</a:t>
            </a:r>
            <a:endParaRPr lang="en-US" sz="2000">
              <a:latin typeface="Times New Roman"/>
              <a:cs typeface="Times New Roman"/>
            </a:endParaRPr>
          </a:p>
          <a:p>
            <a:r>
              <a:rPr lang="ru-RU" sz="2000" err="1">
                <a:highlight>
                  <a:srgbClr val="FFFFFF"/>
                </a:highlight>
                <a:latin typeface="Times New Roman"/>
                <a:cs typeface="Times New Roman"/>
              </a:rPr>
              <a:t>Examples</a:t>
            </a:r>
            <a:r>
              <a:rPr lang="ru-RU" sz="2000">
                <a:highlight>
                  <a:srgbClr val="FFFFFF"/>
                </a:highlight>
                <a:latin typeface="Times New Roman"/>
                <a:cs typeface="Times New Roman"/>
              </a:rPr>
              <a:t>: SHA-256, SHA-3 (</a:t>
            </a:r>
            <a:r>
              <a:rPr lang="ru-RU" sz="2000" err="1">
                <a:highlight>
                  <a:srgbClr val="FFFFFF"/>
                </a:highlight>
                <a:latin typeface="Times New Roman"/>
                <a:cs typeface="Times New Roman"/>
              </a:rPr>
              <a:t>Keccak</a:t>
            </a:r>
            <a:r>
              <a:rPr lang="ru-RU" sz="2000">
                <a:highlight>
                  <a:srgbClr val="FFFFFF"/>
                </a:highlight>
                <a:latin typeface="Times New Roman"/>
                <a:cs typeface="Times New Roman"/>
              </a:rPr>
              <a:t>), BLAKE2, BLAKE3. </a:t>
            </a:r>
            <a:r>
              <a:rPr lang="ru-RU" sz="2000" err="1">
                <a:highlight>
                  <a:srgbClr val="FFFFFF"/>
                </a:highlight>
                <a:latin typeface="Times New Roman"/>
                <a:cs typeface="Times New Roman"/>
              </a:rPr>
              <a:t>Deprecated</a:t>
            </a:r>
            <a:r>
              <a:rPr lang="ru-RU" sz="2000">
                <a:highlight>
                  <a:srgbClr val="FFFFFF"/>
                </a:highlight>
                <a:latin typeface="Times New Roman"/>
                <a:cs typeface="Times New Roman"/>
              </a:rPr>
              <a:t>: MD5, SHA-1.</a:t>
            </a:r>
            <a:endParaRPr lang="en-US" sz="2000">
              <a:latin typeface="Times New Roman"/>
              <a:cs typeface="Times New Roman"/>
            </a:endParaRPr>
          </a:p>
          <a:p>
            <a:pPr marL="0" indent="0">
              <a:buNone/>
            </a:pPr>
            <a:r>
              <a:rPr lang="ru-RU" sz="2000" err="1">
                <a:highlight>
                  <a:srgbClr val="FFFFFF"/>
                </a:highlight>
                <a:latin typeface="Times New Roman"/>
                <a:cs typeface="Times New Roman"/>
              </a:rPr>
              <a:t>Hash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functions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will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studied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Weeks</a:t>
            </a:r>
            <a:r>
              <a:rPr lang="ru-RU" sz="2000">
                <a:highlight>
                  <a:srgbClr val="FFFFFF"/>
                </a:highlight>
                <a:latin typeface="Times New Roman"/>
                <a:cs typeface="Times New Roman"/>
              </a:rPr>
              <a:t> 5-7, </a:t>
            </a:r>
            <a:r>
              <a:rPr lang="ru-RU" sz="2000" err="1">
                <a:highlight>
                  <a:srgbClr val="FFFFFF"/>
                </a:highlight>
                <a:latin typeface="Times New Roman"/>
                <a:cs typeface="Times New Roman"/>
              </a:rPr>
              <a:t>including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construction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principles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proofs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applications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such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as</a:t>
            </a:r>
            <a:r>
              <a:rPr lang="ru-RU" sz="2000">
                <a:highlight>
                  <a:srgbClr val="FFFFFF"/>
                </a:highlight>
                <a:latin typeface="Times New Roman"/>
                <a:cs typeface="Times New Roman"/>
              </a:rPr>
              <a:t> HMAC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password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hashing</a:t>
            </a:r>
            <a:r>
              <a:rPr lang="ru-RU" sz="2000">
                <a:highlight>
                  <a:srgbClr val="FFFFFF"/>
                </a:highlight>
                <a:latin typeface="Times New Roman"/>
                <a:cs typeface="Times New Roman"/>
              </a:rPr>
              <a:t>.</a:t>
            </a:r>
            <a:endParaRPr lang="ru-RU" sz="2000">
              <a:latin typeface="Times New Roman"/>
              <a:cs typeface="Times New Roman"/>
            </a:endParaRPr>
          </a:p>
        </p:txBody>
      </p:sp>
    </p:spTree>
    <p:extLst>
      <p:ext uri="{BB962C8B-B14F-4D97-AF65-F5344CB8AC3E}">
        <p14:creationId xmlns:p14="http://schemas.microsoft.com/office/powerpoint/2010/main" val="30894404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7B995DA-BB34-0000-3748-5ECD668535FC}"/>
              </a:ext>
            </a:extLst>
          </p:cNvPr>
          <p:cNvSpPr>
            <a:spLocks noGrp="1"/>
          </p:cNvSpPr>
          <p:nvPr>
            <p:ph type="title"/>
          </p:nvPr>
        </p:nvSpPr>
        <p:spPr>
          <a:xfrm>
            <a:off x="1371599" y="294538"/>
            <a:ext cx="9895951" cy="1033669"/>
          </a:xfrm>
        </p:spPr>
        <p:txBody>
          <a:bodyPr>
            <a:normAutofit/>
          </a:bodyPr>
          <a:lstStyle/>
          <a:p>
            <a:r>
              <a:rPr lang="ru-RU" sz="3700" b="1">
                <a:solidFill>
                  <a:srgbClr val="FFFFFF"/>
                </a:solidFill>
                <a:latin typeface="Times New Roman"/>
                <a:cs typeface="Times New Roman"/>
              </a:rPr>
              <a:t>4.3 </a:t>
            </a:r>
            <a:r>
              <a:rPr lang="ru-RU" sz="3700" b="1" err="1">
                <a:solidFill>
                  <a:srgbClr val="FFFFFF"/>
                </a:solidFill>
                <a:latin typeface="Times New Roman"/>
                <a:cs typeface="Times New Roman"/>
              </a:rPr>
              <a:t>Asymmetric</a:t>
            </a:r>
            <a:r>
              <a:rPr lang="ru-RU" sz="3700" b="1">
                <a:solidFill>
                  <a:srgbClr val="FFFFFF"/>
                </a:solidFill>
                <a:latin typeface="Times New Roman"/>
                <a:cs typeface="Times New Roman"/>
              </a:rPr>
              <a:t> (Public-Key) </a:t>
            </a:r>
            <a:r>
              <a:rPr lang="ru-RU" sz="3700" b="1" err="1">
                <a:solidFill>
                  <a:srgbClr val="FFFFFF"/>
                </a:solidFill>
                <a:latin typeface="Times New Roman"/>
                <a:cs typeface="Times New Roman"/>
              </a:rPr>
              <a:t>Cryptography</a:t>
            </a:r>
            <a:endParaRPr lang="ru-RU" sz="37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6CFC49CD-ED6F-9ABD-A907-D62F9FCA7EAA}"/>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Definition 4.3 (Public-Key Encryption): </a:t>
            </a:r>
            <a:r>
              <a:rPr lang="en-US" sz="2000">
                <a:highlight>
                  <a:srgbClr val="FFFFFF"/>
                </a:highlight>
                <a:latin typeface="Times New Roman"/>
                <a:cs typeface="Times New Roman"/>
              </a:rPr>
              <a:t>An encryption scheme employing a key pair (pk, </a:t>
            </a:r>
            <a:r>
              <a:rPr lang="en-US" sz="2000" err="1">
                <a:highlight>
                  <a:srgbClr val="FFFFFF"/>
                </a:highlight>
                <a:latin typeface="Times New Roman"/>
                <a:cs typeface="Times New Roman"/>
              </a:rPr>
              <a:t>sk</a:t>
            </a:r>
            <a:r>
              <a:rPr lang="en-US" sz="2000">
                <a:highlight>
                  <a:srgbClr val="FFFFFF"/>
                </a:highlight>
                <a:latin typeface="Times New Roman"/>
                <a:cs typeface="Times New Roman"/>
              </a:rPr>
              <a:t>) where the public key pk is used for encryption and the private key </a:t>
            </a:r>
            <a:r>
              <a:rPr lang="en-US" sz="2000" err="1">
                <a:highlight>
                  <a:srgbClr val="FFFFFF"/>
                </a:highlight>
                <a:latin typeface="Times New Roman"/>
                <a:cs typeface="Times New Roman"/>
              </a:rPr>
              <a:t>sk</a:t>
            </a:r>
            <a:r>
              <a:rPr lang="en-US" sz="2000">
                <a:highlight>
                  <a:srgbClr val="FFFFFF"/>
                </a:highlight>
                <a:latin typeface="Times New Roman"/>
                <a:cs typeface="Times New Roman"/>
              </a:rPr>
              <a:t> is used for decryption. Knowing pk does not reveal </a:t>
            </a:r>
            <a:r>
              <a:rPr lang="en-US" sz="2000" err="1">
                <a:highlight>
                  <a:srgbClr val="FFFFFF"/>
                </a:highlight>
                <a:latin typeface="Times New Roman"/>
                <a:cs typeface="Times New Roman"/>
              </a:rPr>
              <a:t>sk</a:t>
            </a:r>
            <a:r>
              <a:rPr lang="en-US" sz="2000">
                <a:highlight>
                  <a:srgbClr val="FFFFFF"/>
                </a:highlight>
                <a:latin typeface="Times New Roman"/>
                <a:cs typeface="Times New Roman"/>
              </a:rPr>
              <a:t> or enable practical decryption.</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2810911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BB837B8E-657B-8A67-45C1-638532EE12FD}"/>
              </a:ext>
            </a:extLst>
          </p:cNvPr>
          <p:cNvSpPr>
            <a:spLocks noGrp="1"/>
          </p:cNvSpPr>
          <p:nvPr>
            <p:ph type="title"/>
          </p:nvPr>
        </p:nvSpPr>
        <p:spPr>
          <a:xfrm>
            <a:off x="1371599" y="294538"/>
            <a:ext cx="9895951" cy="1033669"/>
          </a:xfrm>
        </p:spPr>
        <p:txBody>
          <a:bodyPr>
            <a:normAutofit/>
          </a:bodyPr>
          <a:lstStyle/>
          <a:p>
            <a:r>
              <a:rPr lang="ru-RU" sz="3700" b="1">
                <a:solidFill>
                  <a:srgbClr val="FFFFFF"/>
                </a:solidFill>
                <a:latin typeface="Times New Roman"/>
                <a:cs typeface="Times New Roman"/>
              </a:rPr>
              <a:t>4.3 </a:t>
            </a:r>
            <a:r>
              <a:rPr lang="ru-RU" sz="3700" b="1" err="1">
                <a:solidFill>
                  <a:srgbClr val="FFFFFF"/>
                </a:solidFill>
                <a:latin typeface="Times New Roman"/>
                <a:cs typeface="Times New Roman"/>
              </a:rPr>
              <a:t>Asymmetric</a:t>
            </a:r>
            <a:r>
              <a:rPr lang="ru-RU" sz="3700" b="1">
                <a:solidFill>
                  <a:srgbClr val="FFFFFF"/>
                </a:solidFill>
                <a:latin typeface="Times New Roman"/>
                <a:cs typeface="Times New Roman"/>
              </a:rPr>
              <a:t> (Public-Key) </a:t>
            </a:r>
            <a:r>
              <a:rPr lang="ru-RU" sz="3700" b="1" err="1">
                <a:solidFill>
                  <a:srgbClr val="FFFFFF"/>
                </a:solidFill>
                <a:latin typeface="Times New Roman"/>
                <a:cs typeface="Times New Roman"/>
              </a:rPr>
              <a:t>Cryptography</a:t>
            </a:r>
            <a:endParaRPr lang="ru-RU" sz="370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BC5E1F9C-5108-7BDC-8BED-805D5F6AF7C5}"/>
              </a:ext>
            </a:extLst>
          </p:cNvPr>
          <p:cNvSpPr>
            <a:spLocks noGrp="1"/>
          </p:cNvSpPr>
          <p:nvPr>
            <p:ph idx="1"/>
          </p:nvPr>
        </p:nvSpPr>
        <p:spPr>
          <a:xfrm>
            <a:off x="1371599" y="2318197"/>
            <a:ext cx="9724031" cy="3683358"/>
          </a:xfrm>
        </p:spPr>
        <p:txBody>
          <a:bodyPr vert="horz" lIns="91440" tIns="45720" rIns="91440" bIns="45720" rtlCol="0" anchor="ctr">
            <a:noAutofit/>
          </a:bodyPr>
          <a:lstStyle/>
          <a:p>
            <a:pPr marL="0" indent="0">
              <a:buNone/>
            </a:pPr>
            <a:r>
              <a:rPr lang="ru-RU" sz="2000" b="1" err="1">
                <a:highlight>
                  <a:srgbClr val="FFFFFF"/>
                </a:highlight>
                <a:latin typeface="Times New Roman"/>
                <a:cs typeface="Times New Roman"/>
              </a:rPr>
              <a:t>Revolutionary</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Advantages</a:t>
            </a:r>
            <a:r>
              <a:rPr lang="ru-RU" sz="2000" b="1">
                <a:highlight>
                  <a:srgbClr val="FFFFFF"/>
                </a:highlight>
                <a:latin typeface="Times New Roman"/>
                <a:cs typeface="Times New Roman"/>
              </a:rPr>
              <a:t>:</a:t>
            </a:r>
            <a:endParaRPr lang="en-US" sz="2000" b="1">
              <a:latin typeface="Times New Roman"/>
              <a:cs typeface="Times New Roman"/>
            </a:endParaRPr>
          </a:p>
          <a:p>
            <a:r>
              <a:rPr lang="en-US" sz="2000">
                <a:highlight>
                  <a:srgbClr val="FFFFFF"/>
                </a:highlight>
                <a:latin typeface="Times New Roman"/>
                <a:cs typeface="Times New Roman"/>
              </a:rPr>
              <a:t>Key Distribution: Public keys can be distributed over insecure channels. No prior secure communication required.</a:t>
            </a:r>
            <a:endParaRPr lang="ru-RU" sz="2000">
              <a:latin typeface="Times New Roman"/>
              <a:cs typeface="Times New Roman"/>
            </a:endParaRPr>
          </a:p>
          <a:p>
            <a:r>
              <a:rPr lang="en-US" sz="2000">
                <a:highlight>
                  <a:srgbClr val="FFFFFF"/>
                </a:highlight>
                <a:latin typeface="Times New Roman"/>
                <a:cs typeface="Times New Roman"/>
              </a:rPr>
              <a:t>Scalability: In a network of n users, symmetric cryptography requires O(n²) pairwise keys; public-key requires only n key pairs.</a:t>
            </a:r>
            <a:endParaRPr lang="ru-RU" sz="2000">
              <a:latin typeface="Times New Roman"/>
              <a:cs typeface="Times New Roman"/>
            </a:endParaRPr>
          </a:p>
          <a:p>
            <a:r>
              <a:rPr lang="ru-RU" sz="2000">
                <a:highlight>
                  <a:srgbClr val="FFFFFF"/>
                </a:highlight>
                <a:latin typeface="Times New Roman"/>
                <a:cs typeface="Times New Roman"/>
              </a:rPr>
              <a:t>Digital </a:t>
            </a:r>
            <a:r>
              <a:rPr lang="ru-RU" sz="2000" err="1">
                <a:highlight>
                  <a:srgbClr val="FFFFFF"/>
                </a:highlight>
                <a:latin typeface="Times New Roman"/>
                <a:cs typeface="Times New Roman"/>
              </a:rPr>
              <a:t>Signatures</a:t>
            </a:r>
            <a:r>
              <a:rPr lang="ru-RU" sz="2000">
                <a:highlight>
                  <a:srgbClr val="FFFFFF"/>
                </a:highlight>
                <a:latin typeface="Times New Roman"/>
                <a:cs typeface="Times New Roman"/>
              </a:rPr>
              <a:t>: Private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can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sign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messages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public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verifies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signatures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providing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non-repudiation</a:t>
            </a:r>
            <a:r>
              <a:rPr lang="ru-RU" sz="2000">
                <a:highlight>
                  <a:srgbClr val="FFFFFF"/>
                </a:highlight>
                <a:latin typeface="Times New Roman"/>
                <a:cs typeface="Times New Roman"/>
              </a:rPr>
              <a:t>.</a:t>
            </a:r>
            <a:endParaRPr lang="en-US" sz="2000">
              <a:latin typeface="Times New Roman"/>
              <a:cs typeface="Times New Roman"/>
            </a:endParaRPr>
          </a:p>
          <a:p>
            <a:pPr marL="0" indent="0">
              <a:buNone/>
            </a:pPr>
            <a:endParaRPr lang="en-US" sz="2000" b="1">
              <a:highlight>
                <a:srgbClr val="FFFFFF"/>
              </a:highlight>
              <a:latin typeface="Times New Roman"/>
              <a:cs typeface="Times New Roman"/>
            </a:endParaRPr>
          </a:p>
          <a:p>
            <a:pPr marL="0" indent="0">
              <a:buNone/>
            </a:pPr>
            <a:r>
              <a:rPr lang="en-US" sz="2000" b="1">
                <a:highlight>
                  <a:srgbClr val="FFFFFF"/>
                </a:highlight>
                <a:latin typeface="Times New Roman"/>
                <a:cs typeface="Times New Roman"/>
              </a:rPr>
              <a:t>Computational Overhead: </a:t>
            </a:r>
            <a:r>
              <a:rPr lang="en-US" sz="2000">
                <a:highlight>
                  <a:srgbClr val="FFFFFF"/>
                </a:highlight>
                <a:latin typeface="Times New Roman"/>
                <a:cs typeface="Times New Roman"/>
              </a:rPr>
              <a:t>Asymmetric operations are significantly slower than symmetric operations. Practical systems use hybrid encryption: public-key for key exchange, symmetric for data encryption.</a:t>
            </a:r>
            <a:endParaRPr lang="ru-RU" sz="2000">
              <a:latin typeface="Times New Roman"/>
              <a:cs typeface="Times New Roman"/>
            </a:endParaRPr>
          </a:p>
          <a:p>
            <a:r>
              <a:rPr lang="ru-RU" sz="2000" err="1">
                <a:highlight>
                  <a:srgbClr val="FFFFFF"/>
                </a:highlight>
                <a:latin typeface="Times New Roman"/>
                <a:cs typeface="Times New Roman"/>
              </a:rPr>
              <a:t>Examples</a:t>
            </a:r>
            <a:r>
              <a:rPr lang="ru-RU" sz="2000">
                <a:highlight>
                  <a:srgbClr val="FFFFFF"/>
                </a:highlight>
                <a:latin typeface="Times New Roman"/>
                <a:cs typeface="Times New Roman"/>
              </a:rPr>
              <a:t>: RSA, </a:t>
            </a:r>
            <a:r>
              <a:rPr lang="ru-RU" sz="2000" err="1">
                <a:highlight>
                  <a:srgbClr val="FFFFFF"/>
                </a:highlight>
                <a:latin typeface="Times New Roman"/>
                <a:cs typeface="Times New Roman"/>
              </a:rPr>
              <a:t>Diffie-Hellman</a:t>
            </a:r>
            <a:r>
              <a:rPr lang="ru-RU" sz="2000">
                <a:highlight>
                  <a:srgbClr val="FFFFFF"/>
                </a:highlight>
                <a:latin typeface="Times New Roman"/>
                <a:cs typeface="Times New Roman"/>
              </a:rPr>
              <a:t> (DH), </a:t>
            </a:r>
            <a:r>
              <a:rPr lang="ru-RU" sz="2000" err="1">
                <a:highlight>
                  <a:srgbClr val="FFFFFF"/>
                </a:highlight>
                <a:latin typeface="Times New Roman"/>
                <a:cs typeface="Times New Roman"/>
              </a:rPr>
              <a:t>Elliptic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Curve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Cryptography</a:t>
            </a:r>
            <a:r>
              <a:rPr lang="ru-RU" sz="2000">
                <a:highlight>
                  <a:srgbClr val="FFFFFF"/>
                </a:highlight>
                <a:latin typeface="Times New Roman"/>
                <a:cs typeface="Times New Roman"/>
              </a:rPr>
              <a:t> (ECC: ECDH, ECDSA, Ed25519).</a:t>
            </a:r>
            <a:endParaRPr lang="en-US" sz="2000">
              <a:latin typeface="Times New Roman"/>
              <a:cs typeface="Times New Roman"/>
            </a:endParaRPr>
          </a:p>
          <a:p>
            <a:r>
              <a:rPr lang="ru-RU" sz="2000" err="1">
                <a:highlight>
                  <a:srgbClr val="FFFFFF"/>
                </a:highlight>
                <a:latin typeface="Times New Roman"/>
                <a:cs typeface="Times New Roman"/>
              </a:rPr>
              <a:t>Asymmetric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cryptography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will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studied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Weeks</a:t>
            </a:r>
            <a:r>
              <a:rPr lang="ru-RU" sz="2000">
                <a:highlight>
                  <a:srgbClr val="FFFFFF"/>
                </a:highlight>
                <a:latin typeface="Times New Roman"/>
                <a:cs typeface="Times New Roman"/>
              </a:rPr>
              <a:t> 9-11, </a:t>
            </a:r>
            <a:r>
              <a:rPr lang="ru-RU" sz="2000" err="1">
                <a:highlight>
                  <a:srgbClr val="FFFFFF"/>
                </a:highlight>
                <a:latin typeface="Times New Roman"/>
                <a:cs typeface="Times New Roman"/>
              </a:rPr>
              <a:t>covering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mathematical</a:t>
            </a:r>
            <a:r>
              <a:rPr lang="ru-RU" sz="2000">
                <a:highlight>
                  <a:srgbClr val="FFFFFF"/>
                </a:highlight>
                <a:latin typeface="Times New Roman"/>
                <a:cs typeface="Times New Roman"/>
              </a:rPr>
              <a:t> й </a:t>
            </a:r>
            <a:r>
              <a:rPr lang="ru-RU" sz="2000" err="1">
                <a:highlight>
                  <a:srgbClr val="FFFFFF"/>
                </a:highlight>
                <a:latin typeface="Times New Roman"/>
                <a:cs typeface="Times New Roman"/>
              </a:rPr>
              <a:t>foundations</a:t>
            </a:r>
            <a:r>
              <a:rPr lang="ru-RU" sz="2000">
                <a:highlight>
                  <a:srgbClr val="FFFFFF"/>
                </a:highlight>
                <a:latin typeface="Times New Roman"/>
                <a:cs typeface="Times New Roman"/>
              </a:rPr>
              <a:t>, RSA, </a:t>
            </a:r>
            <a:r>
              <a:rPr lang="ru-RU" sz="2000" err="1">
                <a:highlight>
                  <a:srgbClr val="FFFFFF"/>
                </a:highlight>
                <a:latin typeface="Times New Roman"/>
                <a:cs typeface="Times New Roman"/>
              </a:rPr>
              <a:t>Diffie-Hellman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elliptic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curve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systems</a:t>
            </a:r>
            <a:r>
              <a:rPr lang="ru-RU" sz="2000">
                <a:highlight>
                  <a:srgbClr val="FFFFFF"/>
                </a:highlight>
                <a:latin typeface="Times New Roman"/>
                <a:cs typeface="Times New Roman"/>
              </a:rPr>
              <a:t>.</a:t>
            </a:r>
            <a:endParaRPr lang="ru-RU" sz="2000">
              <a:latin typeface="Times New Roman"/>
              <a:cs typeface="Times New Roman"/>
            </a:endParaRPr>
          </a:p>
        </p:txBody>
      </p:sp>
    </p:spTree>
    <p:extLst>
      <p:ext uri="{BB962C8B-B14F-4D97-AF65-F5344CB8AC3E}">
        <p14:creationId xmlns:p14="http://schemas.microsoft.com/office/powerpoint/2010/main" val="24286019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F363D42F-D181-77F4-DB01-51A01B8A2DE3}"/>
              </a:ext>
            </a:extLst>
          </p:cNvPr>
          <p:cNvSpPr>
            <a:spLocks noGrp="1"/>
          </p:cNvSpPr>
          <p:nvPr>
            <p:ph type="title"/>
          </p:nvPr>
        </p:nvSpPr>
        <p:spPr>
          <a:xfrm>
            <a:off x="1371599" y="294538"/>
            <a:ext cx="9895951" cy="1033669"/>
          </a:xfrm>
        </p:spPr>
        <p:txBody>
          <a:bodyPr>
            <a:normAutofit/>
          </a:bodyPr>
          <a:lstStyle/>
          <a:p>
            <a:r>
              <a:rPr lang="ru-RU" sz="3400" b="1">
                <a:solidFill>
                  <a:srgbClr val="FFFFFF"/>
                </a:solidFill>
                <a:latin typeface="Times New Roman"/>
                <a:cs typeface="Times New Roman"/>
              </a:rPr>
              <a:t>4.4 Post-Quantum </a:t>
            </a:r>
            <a:r>
              <a:rPr lang="ru-RU" sz="3400" b="1" err="1">
                <a:solidFill>
                  <a:srgbClr val="FFFFFF"/>
                </a:solidFill>
                <a:latin typeface="Times New Roman"/>
                <a:cs typeface="Times New Roman"/>
              </a:rPr>
              <a:t>and</a:t>
            </a:r>
            <a:r>
              <a:rPr lang="ru-RU" sz="3400" b="1">
                <a:solidFill>
                  <a:srgbClr val="FFFFFF"/>
                </a:solidFill>
                <a:latin typeface="Times New Roman"/>
                <a:cs typeface="Times New Roman"/>
              </a:rPr>
              <a:t> Quantum </a:t>
            </a:r>
            <a:r>
              <a:rPr lang="ru-RU" sz="3400" b="1" err="1">
                <a:solidFill>
                  <a:srgbClr val="FFFFFF"/>
                </a:solidFill>
                <a:latin typeface="Times New Roman"/>
                <a:cs typeface="Times New Roman"/>
              </a:rPr>
              <a:t>Cryptography</a:t>
            </a:r>
            <a:endParaRPr lang="ru-RU" sz="34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FD6C471F-858A-F3B4-38D4-518CBF6849B2}"/>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Definition 4.4 (Post-Quantum Cryptography): </a:t>
            </a:r>
            <a:r>
              <a:rPr lang="en-US" sz="2000">
                <a:highlight>
                  <a:srgbClr val="FFFFFF"/>
                </a:highlight>
                <a:latin typeface="Times New Roman"/>
                <a:cs typeface="Times New Roman"/>
              </a:rPr>
              <a:t>Classical cryptographic algorithms designed to resist attacks by quantum computers. These algorithms run on conventional hardware but are based on mathematical problems believed hard for both classical and quantum computers.</a:t>
            </a:r>
            <a:endParaRPr lang="ru-RU" sz="2000">
              <a:highlight>
                <a:srgbClr val="FFFFFF"/>
              </a:highlight>
              <a:latin typeface="Times New Roman"/>
              <a:cs typeface="Times New Roman"/>
            </a:endParaRPr>
          </a:p>
          <a:p>
            <a:r>
              <a:rPr lang="en-US" sz="2000" b="1">
                <a:highlight>
                  <a:srgbClr val="FFFFFF"/>
                </a:highlight>
                <a:latin typeface="Times New Roman"/>
                <a:cs typeface="Times New Roman"/>
              </a:rPr>
              <a:t>Motivation: </a:t>
            </a:r>
            <a:r>
              <a:rPr lang="en-US" sz="2000">
                <a:highlight>
                  <a:srgbClr val="FFFFFF"/>
                </a:highlight>
                <a:latin typeface="Times New Roman"/>
                <a:cs typeface="Times New Roman"/>
              </a:rPr>
              <a:t>Shor's quantum algorithm (1994) can factor integers and solve discrete logarithms in polynomial time, breaking RSA, DSA, and ECC. Symmetric key lengths must double to maintain security against Grover's quantum search algorithm.</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Examples: Lattice-based (Kyber, </a:t>
            </a:r>
            <a:r>
              <a:rPr lang="en-US" sz="2000" err="1">
                <a:highlight>
                  <a:srgbClr val="FFFFFF"/>
                </a:highlight>
                <a:latin typeface="Times New Roman"/>
                <a:cs typeface="Times New Roman"/>
              </a:rPr>
              <a:t>Dilithium</a:t>
            </a:r>
            <a:r>
              <a:rPr lang="en-US" sz="2000">
                <a:highlight>
                  <a:srgbClr val="FFFFFF"/>
                </a:highlight>
                <a:latin typeface="Times New Roman"/>
                <a:cs typeface="Times New Roman"/>
              </a:rPr>
              <a:t>), hash-based signatures (SPHINCS+), code-based (</a:t>
            </a:r>
            <a:r>
              <a:rPr lang="en-US" sz="2000" err="1">
                <a:highlight>
                  <a:srgbClr val="FFFFFF"/>
                </a:highlight>
                <a:latin typeface="Times New Roman"/>
                <a:cs typeface="Times New Roman"/>
              </a:rPr>
              <a:t>McEliece</a:t>
            </a:r>
            <a:r>
              <a:rPr lang="en-US" sz="2000">
                <a:highlight>
                  <a:srgbClr val="FFFFFF"/>
                </a:highlight>
                <a:latin typeface="Times New Roman"/>
                <a:cs typeface="Times New Roman"/>
              </a:rPr>
              <a:t>).</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9256955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FB037DD-7601-4ADF-A5C5-5D8DA05C4624}"/>
              </a:ext>
            </a:extLst>
          </p:cNvPr>
          <p:cNvSpPr>
            <a:spLocks noGrp="1"/>
          </p:cNvSpPr>
          <p:nvPr>
            <p:ph type="title"/>
          </p:nvPr>
        </p:nvSpPr>
        <p:spPr>
          <a:xfrm>
            <a:off x="1371599" y="294538"/>
            <a:ext cx="9895951" cy="1033669"/>
          </a:xfrm>
        </p:spPr>
        <p:txBody>
          <a:bodyPr>
            <a:normAutofit/>
          </a:bodyPr>
          <a:lstStyle/>
          <a:p>
            <a:r>
              <a:rPr lang="ru-RU" sz="3400" b="1">
                <a:solidFill>
                  <a:srgbClr val="FFFFFF"/>
                </a:solidFill>
                <a:latin typeface="Times New Roman"/>
                <a:cs typeface="Times New Roman"/>
              </a:rPr>
              <a:t>4.4 Post-Quantum </a:t>
            </a:r>
            <a:r>
              <a:rPr lang="ru-RU" sz="3400" b="1" err="1">
                <a:solidFill>
                  <a:srgbClr val="FFFFFF"/>
                </a:solidFill>
                <a:latin typeface="Times New Roman"/>
                <a:cs typeface="Times New Roman"/>
              </a:rPr>
              <a:t>and</a:t>
            </a:r>
            <a:r>
              <a:rPr lang="ru-RU" sz="3400" b="1">
                <a:solidFill>
                  <a:srgbClr val="FFFFFF"/>
                </a:solidFill>
                <a:latin typeface="Times New Roman"/>
                <a:cs typeface="Times New Roman"/>
              </a:rPr>
              <a:t> Quantum </a:t>
            </a:r>
            <a:r>
              <a:rPr lang="ru-RU" sz="3400" b="1" err="1">
                <a:solidFill>
                  <a:srgbClr val="FFFFFF"/>
                </a:solidFill>
                <a:latin typeface="Times New Roman"/>
                <a:cs typeface="Times New Roman"/>
              </a:rPr>
              <a:t>Cryptography</a:t>
            </a:r>
            <a:endParaRPr lang="ru-RU" sz="3400" err="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2F3CDAE9-CA0D-39F3-85C3-4DD81E0C5C12}"/>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Definition 4.5 (Quantum Key Distribution): </a:t>
            </a:r>
            <a:r>
              <a:rPr lang="en-US" sz="2000">
                <a:highlight>
                  <a:srgbClr val="FFFFFF"/>
                </a:highlight>
                <a:latin typeface="Times New Roman"/>
                <a:cs typeface="Times New Roman"/>
              </a:rPr>
              <a:t>Cryptographic protocols that use quantum mechanical properties (e.g., Heisenberg uncertainty principle, quantum entanglement) to establish shared secret keys with security guaranteed by physical laws rather than computational assumptions.</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Examples: BB84 protocol, E91 (entanglement-based QKD).</a:t>
            </a:r>
          </a:p>
          <a:p>
            <a:r>
              <a:rPr lang="ru-RU" sz="2000">
                <a:highlight>
                  <a:srgbClr val="FFFFFF"/>
                </a:highlight>
                <a:latin typeface="Times New Roman"/>
                <a:cs typeface="Times New Roman"/>
              </a:rPr>
              <a:t>Quantum threats and quantum-safe cryptography will be studied in Weeks 12-14, covering quantum computing basics, post-quantum algorithms, and quantum key distribution protocols.</a:t>
            </a:r>
          </a:p>
          <a:p>
            <a:endParaRPr lang="ru-RU" sz="2000">
              <a:latin typeface="Times New Roman"/>
              <a:cs typeface="Times New Roman"/>
            </a:endParaRPr>
          </a:p>
        </p:txBody>
      </p:sp>
    </p:spTree>
    <p:extLst>
      <p:ext uri="{BB962C8B-B14F-4D97-AF65-F5344CB8AC3E}">
        <p14:creationId xmlns:p14="http://schemas.microsoft.com/office/powerpoint/2010/main" val="32986888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591048-7843-39DE-BA83-5A9F5E25E92B}"/>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DE797D4-F194-268E-F1E0-932EBE079A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FE3F2B8-773A-6936-DE85-291A2057E2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30F7CAC-F457-590E-9E07-8097D59E5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1B37449-CB23-3B42-354F-036797093D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349872F-1C74-8BFE-1096-16C609109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3206B0E5-7909-92ED-DA2F-E12265D6A3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7565F1F-9392-717F-6D6B-21FD45C4E12F}"/>
              </a:ext>
            </a:extLst>
          </p:cNvPr>
          <p:cNvSpPr>
            <a:spLocks noGrp="1"/>
          </p:cNvSpPr>
          <p:nvPr>
            <p:ph type="title"/>
          </p:nvPr>
        </p:nvSpPr>
        <p:spPr>
          <a:xfrm>
            <a:off x="826396" y="586855"/>
            <a:ext cx="4230100" cy="3387497"/>
          </a:xfrm>
        </p:spPr>
        <p:txBody>
          <a:bodyPr anchor="b">
            <a:normAutofit/>
          </a:bodyPr>
          <a:lstStyle/>
          <a:p>
            <a:pPr algn="r"/>
            <a:r>
              <a:rPr lang="ru-RU" sz="4000">
                <a:solidFill>
                  <a:srgbClr val="FFFFFF"/>
                </a:solidFill>
                <a:latin typeface="Times New Roman"/>
                <a:cs typeface="Times New Roman"/>
              </a:rPr>
              <a:t>5.Security </a:t>
            </a:r>
            <a:r>
              <a:rPr lang="ru-RU" sz="4000" err="1">
                <a:solidFill>
                  <a:srgbClr val="FFFFFF"/>
                </a:solidFill>
                <a:latin typeface="Times New Roman"/>
                <a:cs typeface="Times New Roman"/>
              </a:rPr>
              <a:t>Thinking</a:t>
            </a:r>
            <a:r>
              <a:rPr lang="ru-RU" sz="4000">
                <a:solidFill>
                  <a:srgbClr val="FFFFFF"/>
                </a:solidFill>
                <a:latin typeface="Times New Roman"/>
                <a:cs typeface="Times New Roman"/>
              </a:rPr>
              <a:t> </a:t>
            </a:r>
            <a:r>
              <a:rPr lang="ru-RU" sz="4000" err="1">
                <a:solidFill>
                  <a:srgbClr val="FFFFFF"/>
                </a:solidFill>
                <a:latin typeface="Times New Roman"/>
                <a:cs typeface="Times New Roman"/>
              </a:rPr>
              <a:t>and</a:t>
            </a:r>
            <a:r>
              <a:rPr lang="ru-RU" sz="4000">
                <a:solidFill>
                  <a:srgbClr val="FFFFFF"/>
                </a:solidFill>
                <a:latin typeface="Times New Roman"/>
                <a:cs typeface="Times New Roman"/>
              </a:rPr>
              <a:t> Professional </a:t>
            </a:r>
            <a:r>
              <a:rPr lang="ru-RU" sz="4000" err="1">
                <a:solidFill>
                  <a:srgbClr val="FFFFFF"/>
                </a:solidFill>
                <a:latin typeface="Times New Roman"/>
                <a:cs typeface="Times New Roman"/>
              </a:rPr>
              <a:t>Paranoia</a:t>
            </a:r>
            <a:endParaRPr lang="ru-RU" sz="4000">
              <a:solidFill>
                <a:srgbClr val="FFFFFF"/>
              </a:solidFill>
              <a:latin typeface="Times New Roman"/>
              <a:cs typeface="Times New Roman"/>
            </a:endParaRPr>
          </a:p>
        </p:txBody>
      </p:sp>
      <p:sp>
        <p:nvSpPr>
          <p:cNvPr id="17" name="Объект 2">
            <a:extLst>
              <a:ext uri="{FF2B5EF4-FFF2-40B4-BE49-F238E27FC236}">
                <a16:creationId xmlns:a16="http://schemas.microsoft.com/office/drawing/2014/main" id="{307A782D-8173-6F62-B0E8-29A5D7C63528}"/>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a:highlight>
                  <a:srgbClr val="FFFFFF"/>
                </a:highlight>
                <a:latin typeface="Times New Roman"/>
                <a:cs typeface="Times New Roman"/>
              </a:rPr>
              <a:t>5.1 The </a:t>
            </a:r>
            <a:r>
              <a:rPr lang="ru-RU" sz="2000" b="1" err="1">
                <a:highlight>
                  <a:srgbClr val="FFFFFF"/>
                </a:highlight>
                <a:latin typeface="Times New Roman"/>
                <a:cs typeface="Times New Roman"/>
              </a:rPr>
              <a:t>Adversarial</a:t>
            </a:r>
            <a:r>
              <a:rPr lang="ru-RU" sz="2000" b="1">
                <a:highlight>
                  <a:srgbClr val="FFFFFF"/>
                </a:highlight>
                <a:latin typeface="Times New Roman"/>
                <a:cs typeface="Times New Roman"/>
              </a:rPr>
              <a:t> Model</a:t>
            </a:r>
          </a:p>
          <a:p>
            <a:r>
              <a:rPr lang="ru-RU" sz="2000" b="1">
                <a:highlight>
                  <a:srgbClr val="FFFFFF"/>
                </a:highlight>
                <a:latin typeface="Times New Roman"/>
                <a:cs typeface="Times New Roman"/>
              </a:rPr>
              <a:t>5.2 Defense </a:t>
            </a:r>
            <a:r>
              <a:rPr lang="ru-RU" sz="2000" b="1" err="1">
                <a:highlight>
                  <a:srgbClr val="FFFFFF"/>
                </a:highlight>
                <a:latin typeface="Times New Roman"/>
                <a:cs typeface="Times New Roman"/>
              </a:rPr>
              <a:t>in</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Depth</a:t>
            </a:r>
            <a:endParaRPr lang="ru-RU" sz="2000" b="1">
              <a:highlight>
                <a:srgbClr val="FFFFFF"/>
              </a:highlight>
              <a:latin typeface="Times New Roman"/>
              <a:cs typeface="Times New Roman"/>
            </a:endParaRPr>
          </a:p>
          <a:p>
            <a:r>
              <a:rPr lang="ru-RU" sz="2000" b="1">
                <a:highlight>
                  <a:srgbClr val="FFFFFF"/>
                </a:highlight>
                <a:latin typeface="Times New Roman"/>
                <a:cs typeface="Times New Roman"/>
              </a:rPr>
              <a:t>5.3 Secure </a:t>
            </a:r>
            <a:r>
              <a:rPr lang="ru-RU" sz="2000" b="1" err="1">
                <a:highlight>
                  <a:srgbClr val="FFFFFF"/>
                </a:highlight>
                <a:latin typeface="Times New Roman"/>
                <a:cs typeface="Times New Roman"/>
              </a:rPr>
              <a:t>Failure</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Modes</a:t>
            </a:r>
            <a:endParaRPr lang="ru-RU" sz="2000" b="1">
              <a:highlight>
                <a:srgbClr val="FFFFFF"/>
              </a:highlight>
              <a:latin typeface="Times New Roman"/>
              <a:cs typeface="Times New Roman"/>
            </a:endParaRPr>
          </a:p>
          <a:p>
            <a:r>
              <a:rPr lang="ru-RU" sz="2000" b="1">
                <a:highlight>
                  <a:srgbClr val="FFFFFF"/>
                </a:highlight>
                <a:latin typeface="Times New Roman"/>
                <a:cs typeface="Times New Roman"/>
              </a:rPr>
              <a:t>5.4 The </a:t>
            </a:r>
            <a:r>
              <a:rPr lang="ru-RU" sz="2000" b="1" err="1">
                <a:highlight>
                  <a:srgbClr val="FFFFFF"/>
                </a:highlight>
                <a:latin typeface="Times New Roman"/>
                <a:cs typeface="Times New Roman"/>
              </a:rPr>
              <a:t>Weakest</a:t>
            </a:r>
            <a:r>
              <a:rPr lang="ru-RU" sz="2000" b="1">
                <a:highlight>
                  <a:srgbClr val="FFFFFF"/>
                </a:highlight>
                <a:latin typeface="Times New Roman"/>
                <a:cs typeface="Times New Roman"/>
              </a:rPr>
              <a:t> Link </a:t>
            </a:r>
            <a:r>
              <a:rPr lang="ru-RU" sz="2000" b="1" err="1">
                <a:highlight>
                  <a:srgbClr val="FFFFFF"/>
                </a:highlight>
                <a:latin typeface="Times New Roman"/>
                <a:cs typeface="Times New Roman"/>
              </a:rPr>
              <a:t>Principle</a:t>
            </a:r>
            <a:endParaRPr lang="ru-RU" sz="2000" b="1">
              <a:highlight>
                <a:srgbClr val="FFFFFF"/>
              </a:highlight>
              <a:latin typeface="Times New Roman"/>
              <a:cs typeface="Times New Roman"/>
            </a:endParaRPr>
          </a:p>
          <a:p>
            <a:r>
              <a:rPr lang="ru-RU" sz="2000" b="1">
                <a:highlight>
                  <a:srgbClr val="FFFFFF"/>
                </a:highlight>
                <a:latin typeface="Times New Roman"/>
                <a:cs typeface="Times New Roman"/>
              </a:rPr>
              <a:t>5.5 Trust </a:t>
            </a:r>
            <a:r>
              <a:rPr lang="ru-RU" sz="2000" b="1" err="1">
                <a:highlight>
                  <a:srgbClr val="FFFFFF"/>
                </a:highlight>
                <a:latin typeface="Times New Roman"/>
                <a:cs typeface="Times New Roman"/>
              </a:rPr>
              <a:t>Minimization</a:t>
            </a:r>
          </a:p>
          <a:p>
            <a:endParaRPr lang="ru-RU" sz="2000" b="1">
              <a:highlight>
                <a:srgbClr val="FFFFFF"/>
              </a:highlight>
              <a:latin typeface="Times New Roman"/>
              <a:cs typeface="Times New Roman"/>
            </a:endParaRPr>
          </a:p>
          <a:p>
            <a:endParaRPr lang="ru-RU" sz="2000" b="1">
              <a:highlight>
                <a:srgbClr val="FFFFFF"/>
              </a:highlight>
              <a:latin typeface="Times New Roman"/>
              <a:cs typeface="Times New Roman"/>
            </a:endParaRPr>
          </a:p>
        </p:txBody>
      </p:sp>
    </p:spTree>
    <p:extLst>
      <p:ext uri="{BB962C8B-B14F-4D97-AF65-F5344CB8AC3E}">
        <p14:creationId xmlns:p14="http://schemas.microsoft.com/office/powerpoint/2010/main" val="3495608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CA76537-DB5E-4347-422A-0394EEF8F87E}"/>
              </a:ext>
            </a:extLst>
          </p:cNvPr>
          <p:cNvSpPr>
            <a:spLocks noGrp="1"/>
          </p:cNvSpPr>
          <p:nvPr>
            <p:ph type="title"/>
          </p:nvPr>
        </p:nvSpPr>
        <p:spPr>
          <a:xfrm>
            <a:off x="1371599" y="294538"/>
            <a:ext cx="9895951" cy="1033669"/>
          </a:xfrm>
        </p:spPr>
        <p:txBody>
          <a:bodyPr>
            <a:normAutofit/>
          </a:bodyPr>
          <a:lstStyle/>
          <a:p>
            <a:r>
              <a:rPr lang="af-ZA" sz="4000" b="1">
                <a:solidFill>
                  <a:srgbClr val="FFFFFF"/>
                </a:solidFill>
                <a:latin typeface="Times New Roman"/>
                <a:ea typeface="Arial"/>
                <a:cs typeface="Times New Roman"/>
              </a:rPr>
              <a:t>5.1 The Adversarial Model </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1CBF51B3-8D7B-01B2-1DC8-7DD3301D4593}"/>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Principle 5.1 (Adversarial Assumption): </a:t>
            </a:r>
            <a:r>
              <a:rPr lang="en-US" sz="2000">
                <a:highlight>
                  <a:srgbClr val="FFFFFF"/>
                </a:highlight>
                <a:latin typeface="Times New Roman"/>
                <a:cs typeface="Times New Roman"/>
              </a:rPr>
              <a:t>Security analysis must assume the presence of a capable, motivated adversary with significant resources and knowledge of the system. The adversary's goal is to violate one or more security objectives (confidentiality, integrity, authentication, availability).</a:t>
            </a:r>
            <a:endParaRPr lang="ru-RU" sz="2000">
              <a:highlight>
                <a:srgbClr val="FFFFFF"/>
              </a:highlight>
              <a:latin typeface="Times New Roman"/>
              <a:cs typeface="Times New Roman"/>
            </a:endParaRPr>
          </a:p>
          <a:p>
            <a:pPr marL="0" indent="0">
              <a:buNone/>
            </a:pP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18561546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7F7BB91A-F64B-3BA8-1548-9BD57891A0BB}"/>
              </a:ext>
            </a:extLst>
          </p:cNvPr>
          <p:cNvSpPr>
            <a:spLocks noGrp="1"/>
          </p:cNvSpPr>
          <p:nvPr>
            <p:ph type="title"/>
          </p:nvPr>
        </p:nvSpPr>
        <p:spPr>
          <a:xfrm>
            <a:off x="1371599" y="294538"/>
            <a:ext cx="9895951" cy="1033669"/>
          </a:xfrm>
        </p:spPr>
        <p:txBody>
          <a:bodyPr>
            <a:normAutofit/>
          </a:bodyPr>
          <a:lstStyle/>
          <a:p>
            <a:r>
              <a:rPr lang="af-ZA" sz="4000" b="1">
                <a:solidFill>
                  <a:srgbClr val="FFFFFF"/>
                </a:solidFill>
                <a:latin typeface="Times New Roman"/>
                <a:cs typeface="Times New Roman"/>
              </a:rPr>
              <a:t>5.1 </a:t>
            </a:r>
            <a:r>
              <a:rPr lang="af-ZA" sz="4000" b="1" err="1">
                <a:solidFill>
                  <a:srgbClr val="FFFFFF"/>
                </a:solidFill>
                <a:latin typeface="Times New Roman"/>
                <a:cs typeface="Times New Roman"/>
              </a:rPr>
              <a:t>The</a:t>
            </a:r>
            <a:r>
              <a:rPr lang="af-ZA" sz="4000" b="1">
                <a:solidFill>
                  <a:srgbClr val="FFFFFF"/>
                </a:solidFill>
                <a:latin typeface="Times New Roman"/>
                <a:cs typeface="Times New Roman"/>
              </a:rPr>
              <a:t> </a:t>
            </a:r>
            <a:r>
              <a:rPr lang="af-ZA" sz="4000" b="1" err="1">
                <a:solidFill>
                  <a:srgbClr val="FFFFFF"/>
                </a:solidFill>
                <a:latin typeface="Times New Roman"/>
                <a:cs typeface="Times New Roman"/>
              </a:rPr>
              <a:t>Adversarial</a:t>
            </a:r>
            <a:r>
              <a:rPr lang="af-ZA" sz="4000" b="1">
                <a:solidFill>
                  <a:srgbClr val="FFFFFF"/>
                </a:solidFill>
                <a:latin typeface="Times New Roman"/>
                <a:cs typeface="Times New Roman"/>
              </a:rPr>
              <a:t> Model </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1D5A6204-B697-E653-9416-17E522C0D63C}"/>
              </a:ext>
            </a:extLst>
          </p:cNvPr>
          <p:cNvSpPr>
            <a:spLocks noGrp="1"/>
          </p:cNvSpPr>
          <p:nvPr>
            <p:ph idx="1"/>
          </p:nvPr>
        </p:nvSpPr>
        <p:spPr>
          <a:xfrm>
            <a:off x="1371599" y="2318197"/>
            <a:ext cx="9724031" cy="3683358"/>
          </a:xfrm>
        </p:spPr>
        <p:txBody>
          <a:bodyPr vert="horz" lIns="91440" tIns="45720" rIns="91440" bIns="45720" rtlCol="0" anchor="ctr">
            <a:noAutofit/>
          </a:bodyPr>
          <a:lstStyle/>
          <a:p>
            <a:pPr marL="0" indent="0">
              <a:buNone/>
            </a:pPr>
            <a:r>
              <a:rPr lang="ru-RU" sz="2000">
                <a:highlight>
                  <a:srgbClr val="FFFFFF"/>
                </a:highlight>
                <a:latin typeface="Times New Roman"/>
                <a:cs typeface="Times New Roman"/>
              </a:rPr>
              <a:t>Standard </a:t>
            </a:r>
            <a:r>
              <a:rPr lang="ru-RU" sz="2000" err="1">
                <a:highlight>
                  <a:srgbClr val="FFFFFF"/>
                </a:highlight>
                <a:latin typeface="Times New Roman"/>
                <a:cs typeface="Times New Roman"/>
              </a:rPr>
              <a:t>adversarial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capabilities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include</a:t>
            </a:r>
            <a:r>
              <a:rPr lang="ru-RU" sz="2000">
                <a:highlight>
                  <a:srgbClr val="FFFFFF"/>
                </a:highlight>
                <a:latin typeface="Times New Roman"/>
                <a:cs typeface="Times New Roman"/>
              </a:rPr>
              <a:t>:</a:t>
            </a:r>
            <a:endParaRPr lang="en-US" sz="2000">
              <a:latin typeface="Times New Roman"/>
              <a:cs typeface="Times New Roman"/>
            </a:endParaRPr>
          </a:p>
          <a:p>
            <a:r>
              <a:rPr lang="ru-RU" sz="2000" err="1">
                <a:highlight>
                  <a:srgbClr val="FFFFFF"/>
                </a:highlight>
                <a:latin typeface="Times New Roman"/>
                <a:cs typeface="Times New Roman"/>
              </a:rPr>
              <a:t>Computational</a:t>
            </a:r>
            <a:r>
              <a:rPr lang="ru-RU" sz="2000">
                <a:highlight>
                  <a:srgbClr val="FFFFFF"/>
                </a:highlight>
                <a:latin typeface="Times New Roman"/>
                <a:cs typeface="Times New Roman"/>
              </a:rPr>
              <a:t> Resources: </a:t>
            </a:r>
            <a:r>
              <a:rPr lang="ru-RU" sz="2000" err="1">
                <a:highlight>
                  <a:srgbClr val="FFFFFF"/>
                </a:highlight>
                <a:latin typeface="Times New Roman"/>
                <a:cs typeface="Times New Roman"/>
              </a:rPr>
              <a:t>Substantial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power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potentially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including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distributed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systems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GPUs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ASICs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future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quantum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computers</a:t>
            </a:r>
            <a:r>
              <a:rPr lang="ru-RU" sz="2000">
                <a:highlight>
                  <a:srgbClr val="FFFFFF"/>
                </a:highlight>
                <a:latin typeface="Times New Roman"/>
                <a:cs typeface="Times New Roman"/>
              </a:rPr>
              <a:t>.</a:t>
            </a:r>
            <a:endParaRPr lang="en-US" sz="2000">
              <a:latin typeface="Times New Roman"/>
              <a:cs typeface="Times New Roman"/>
            </a:endParaRPr>
          </a:p>
          <a:p>
            <a:r>
              <a:rPr lang="en-US" sz="2000">
                <a:highlight>
                  <a:srgbClr val="FFFFFF"/>
                </a:highlight>
                <a:latin typeface="Times New Roman"/>
                <a:cs typeface="Times New Roman"/>
              </a:rPr>
              <a:t>Algorithm Knowledge: Complete understanding of cryptographic algorithms, protocols, and implementations (per </a:t>
            </a:r>
            <a:r>
              <a:rPr lang="en-US" sz="2000" err="1">
                <a:highlight>
                  <a:srgbClr val="FFFFFF"/>
                </a:highlight>
                <a:latin typeface="Times New Roman"/>
                <a:cs typeface="Times New Roman"/>
              </a:rPr>
              <a:t>Kerckhoffs</a:t>
            </a:r>
            <a:r>
              <a:rPr lang="en-US" sz="2000">
                <a:highlight>
                  <a:srgbClr val="FFFFFF"/>
                </a:highlight>
                <a:latin typeface="Times New Roman"/>
                <a:cs typeface="Times New Roman"/>
              </a:rPr>
              <a:t>' principle).</a:t>
            </a:r>
            <a:endParaRPr lang="ru-RU" sz="2000">
              <a:latin typeface="Times New Roman"/>
              <a:cs typeface="Times New Roman"/>
            </a:endParaRPr>
          </a:p>
          <a:p>
            <a:r>
              <a:rPr lang="en-US" sz="2000">
                <a:highlight>
                  <a:srgbClr val="FFFFFF"/>
                </a:highlight>
                <a:latin typeface="Times New Roman"/>
                <a:cs typeface="Times New Roman"/>
              </a:rPr>
              <a:t>Communication Access: Ability to intercept, observe, modify, inject, or delete messages on communication channels.</a:t>
            </a:r>
            <a:endParaRPr lang="ru-RU" sz="2000">
              <a:latin typeface="Times New Roman"/>
              <a:cs typeface="Times New Roman"/>
            </a:endParaRPr>
          </a:p>
          <a:p>
            <a:r>
              <a:rPr lang="ru-RU" sz="2000" err="1">
                <a:highlight>
                  <a:srgbClr val="FFFFFF"/>
                </a:highlight>
                <a:latin typeface="Times New Roman"/>
                <a:cs typeface="Times New Roman"/>
              </a:rPr>
              <a:t>Chosen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Plaintext</a:t>
            </a:r>
            <a:r>
              <a:rPr lang="ru-RU" sz="2000">
                <a:highlight>
                  <a:srgbClr val="FFFFFF"/>
                </a:highlight>
                <a:latin typeface="Times New Roman"/>
                <a:cs typeface="Times New Roman"/>
              </a:rPr>
              <a:t>/</a:t>
            </a:r>
            <a:r>
              <a:rPr lang="ru-RU" sz="2000" err="1">
                <a:highlight>
                  <a:srgbClr val="FFFFFF"/>
                </a:highlight>
                <a:latin typeface="Times New Roman"/>
                <a:cs typeface="Times New Roman"/>
              </a:rPr>
              <a:t>Ciphertext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Ability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obtain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encryptions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chosen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messages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decryptions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chosen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ciphertexts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through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legitimate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malicious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means</a:t>
            </a:r>
            <a:r>
              <a:rPr lang="ru-RU" sz="2000">
                <a:highlight>
                  <a:srgbClr val="FFFFFF"/>
                </a:highlight>
                <a:latin typeface="Times New Roman"/>
                <a:cs typeface="Times New Roman"/>
              </a:rPr>
              <a:t>).</a:t>
            </a:r>
            <a:endParaRPr lang="en-US" sz="2000">
              <a:latin typeface="Times New Roman"/>
              <a:cs typeface="Times New Roman"/>
            </a:endParaRPr>
          </a:p>
          <a:p>
            <a:r>
              <a:rPr lang="en-US" sz="2000">
                <a:highlight>
                  <a:srgbClr val="FFFFFF"/>
                </a:highlight>
                <a:latin typeface="Times New Roman"/>
                <a:cs typeface="Times New Roman"/>
              </a:rPr>
              <a:t>Side Channels: Ability to observe timing, power consumption, electromagnetic radiation, or other physical characteristics of implementations.</a:t>
            </a:r>
            <a:endParaRPr lang="ru-RU" sz="2000">
              <a:latin typeface="Times New Roman"/>
              <a:cs typeface="Times New Roman"/>
            </a:endParaRPr>
          </a:p>
        </p:txBody>
      </p:sp>
    </p:spTree>
    <p:extLst>
      <p:ext uri="{BB962C8B-B14F-4D97-AF65-F5344CB8AC3E}">
        <p14:creationId xmlns:p14="http://schemas.microsoft.com/office/powerpoint/2010/main" val="20423391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200473BE-74DB-C2C2-D885-5C2FC560013F}"/>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5.2 Defense in Depth</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358445A8-E661-DA4E-B9BB-C9BFFF46E1F9}"/>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b="1" err="1">
                <a:highlight>
                  <a:srgbClr val="FFFFFF"/>
                </a:highlight>
                <a:latin typeface="Times New Roman"/>
                <a:cs typeface="Times New Roman"/>
              </a:rPr>
              <a:t>Principle</a:t>
            </a:r>
            <a:r>
              <a:rPr lang="ru-RU" sz="2000" b="1">
                <a:highlight>
                  <a:srgbClr val="FFFFFF"/>
                </a:highlight>
                <a:latin typeface="Times New Roman"/>
                <a:cs typeface="Times New Roman"/>
              </a:rPr>
              <a:t> 5.2 (Defense </a:t>
            </a:r>
            <a:r>
              <a:rPr lang="ru-RU" sz="2000" b="1" err="1">
                <a:highlight>
                  <a:srgbClr val="FFFFFF"/>
                </a:highlight>
                <a:latin typeface="Times New Roman"/>
                <a:cs typeface="Times New Roman"/>
              </a:rPr>
              <a:t>in</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Depth</a:t>
            </a:r>
            <a:r>
              <a:rPr lang="ru-RU" sz="2000" b="1">
                <a:highlight>
                  <a:srgbClr val="FFFFFF"/>
                </a:highlight>
                <a:latin typeface="Times New Roman"/>
                <a:cs typeface="Times New Roman"/>
              </a:rPr>
              <a:t>): </a:t>
            </a:r>
            <a:r>
              <a:rPr lang="ru-RU" sz="2000">
                <a:highlight>
                  <a:srgbClr val="FFFFFF"/>
                </a:highlight>
                <a:latin typeface="Times New Roman"/>
                <a:cs typeface="Times New Roman"/>
              </a:rPr>
              <a:t>Security </a:t>
            </a:r>
            <a:r>
              <a:rPr lang="ru-RU" sz="2000" err="1">
                <a:highlight>
                  <a:srgbClr val="FFFFFF"/>
                </a:highlight>
                <a:latin typeface="Times New Roman"/>
                <a:cs typeface="Times New Roman"/>
              </a:rPr>
              <a:t>should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depend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single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protective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mechanism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Multiple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independent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layers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should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deployed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such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compromise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layer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does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result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complete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system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failure</a:t>
            </a:r>
            <a:r>
              <a:rPr lang="ru-RU" sz="2000">
                <a:highlight>
                  <a:srgbClr val="FFFFFF"/>
                </a:highlight>
                <a:latin typeface="Times New Roman"/>
                <a:cs typeface="Times New Roman"/>
              </a:rPr>
              <a:t>.</a:t>
            </a:r>
          </a:p>
          <a:p>
            <a:r>
              <a:rPr lang="en-US" sz="2000" b="1" i="1">
                <a:highlight>
                  <a:srgbClr val="FFFFFF"/>
                </a:highlight>
                <a:latin typeface="Times New Roman"/>
                <a:cs typeface="Times New Roman"/>
              </a:rPr>
              <a:t>Cryptography is necessary but insufficient: </a:t>
            </a:r>
            <a:r>
              <a:rPr lang="en-US" sz="2000">
                <a:highlight>
                  <a:srgbClr val="FFFFFF"/>
                </a:highlight>
                <a:latin typeface="Times New Roman"/>
                <a:cs typeface="Times New Roman"/>
              </a:rPr>
              <a:t>Cryptographic primitives provide mathematical security guarantees, but real-world security requires addressing implementation vulnerabilities, access control, physical security, and human factors.</a:t>
            </a:r>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31513235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112372EC-93D7-BBB8-5C8D-7C23097B3F44}"/>
              </a:ext>
            </a:extLst>
          </p:cNvPr>
          <p:cNvSpPr>
            <a:spLocks noGrp="1"/>
          </p:cNvSpPr>
          <p:nvPr>
            <p:ph type="title"/>
          </p:nvPr>
        </p:nvSpPr>
        <p:spPr>
          <a:xfrm>
            <a:off x="1371599" y="294538"/>
            <a:ext cx="9895951" cy="1033669"/>
          </a:xfrm>
        </p:spPr>
        <p:txBody>
          <a:bodyPr>
            <a:normAutofit/>
          </a:bodyPr>
          <a:lstStyle/>
          <a:p>
            <a:r>
              <a:rPr lang="ru-RU" sz="3400" b="1" err="1">
                <a:solidFill>
                  <a:srgbClr val="FFFFFF"/>
                </a:solidFill>
                <a:latin typeface="Times New Roman"/>
                <a:cs typeface="Times New Roman"/>
              </a:rPr>
              <a:t>Example</a:t>
            </a:r>
            <a:r>
              <a:rPr lang="ru-RU" sz="3400" b="1">
                <a:solidFill>
                  <a:srgbClr val="FFFFFF"/>
                </a:solidFill>
                <a:latin typeface="Times New Roman"/>
                <a:cs typeface="Times New Roman"/>
              </a:rPr>
              <a:t> 5.1: </a:t>
            </a:r>
            <a:r>
              <a:rPr lang="ru-RU" sz="3400" b="1" err="1">
                <a:solidFill>
                  <a:srgbClr val="FFFFFF"/>
                </a:solidFill>
                <a:latin typeface="Times New Roman"/>
                <a:cs typeface="Times New Roman"/>
              </a:rPr>
              <a:t>Cryptographic</a:t>
            </a:r>
            <a:r>
              <a:rPr lang="ru-RU" sz="3400" b="1">
                <a:solidFill>
                  <a:srgbClr val="FFFFFF"/>
                </a:solidFill>
                <a:latin typeface="Times New Roman"/>
                <a:cs typeface="Times New Roman"/>
              </a:rPr>
              <a:t> </a:t>
            </a:r>
            <a:r>
              <a:rPr lang="ru-RU" sz="3400" b="1" err="1">
                <a:solidFill>
                  <a:srgbClr val="FFFFFF"/>
                </a:solidFill>
                <a:latin typeface="Times New Roman"/>
                <a:cs typeface="Times New Roman"/>
              </a:rPr>
              <a:t>vs</a:t>
            </a:r>
            <a:r>
              <a:rPr lang="ru-RU" sz="3400" b="1">
                <a:solidFill>
                  <a:srgbClr val="FFFFFF"/>
                </a:solidFill>
                <a:latin typeface="Times New Roman"/>
                <a:cs typeface="Times New Roman"/>
              </a:rPr>
              <a:t>. System Security</a:t>
            </a:r>
          </a:p>
        </p:txBody>
      </p:sp>
      <p:sp>
        <p:nvSpPr>
          <p:cNvPr id="3" name="Объект 2">
            <a:extLst>
              <a:ext uri="{FF2B5EF4-FFF2-40B4-BE49-F238E27FC236}">
                <a16:creationId xmlns:a16="http://schemas.microsoft.com/office/drawing/2014/main" id="{707C7B10-4A56-86C7-763D-7C538C194B90}"/>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err="1">
                <a:highlight>
                  <a:srgbClr val="FFFFFF"/>
                </a:highlight>
                <a:latin typeface="Times New Roman"/>
                <a:cs typeface="Times New Roman"/>
              </a:rPr>
              <a:t>Consider</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secure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messaging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application</a:t>
            </a:r>
            <a:r>
              <a:rPr lang="ru-RU" sz="2000">
                <a:highlight>
                  <a:srgbClr val="FFFFFF"/>
                </a:highlight>
                <a:latin typeface="Times New Roman"/>
                <a:cs typeface="Times New Roman"/>
              </a:rPr>
              <a:t>:</a:t>
            </a:r>
            <a:endParaRPr lang="ru-RU">
              <a:latin typeface="Times New Roman"/>
              <a:cs typeface="Times New Roman"/>
            </a:endParaRPr>
          </a:p>
          <a:p>
            <a:r>
              <a:rPr lang="ru-RU" sz="2000" err="1">
                <a:highlight>
                  <a:srgbClr val="FFFFFF"/>
                </a:highlight>
                <a:latin typeface="Times New Roman"/>
                <a:cs typeface="Times New Roman"/>
              </a:rPr>
              <a:t>Cryptographic</a:t>
            </a:r>
            <a:r>
              <a:rPr lang="ru-RU" sz="2000">
                <a:highlight>
                  <a:srgbClr val="FFFFFF"/>
                </a:highlight>
                <a:latin typeface="Times New Roman"/>
                <a:cs typeface="Times New Roman"/>
              </a:rPr>
              <a:t> Layer: End-</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a:t>
            </a:r>
            <a:r>
              <a:rPr lang="ru-RU" sz="2000" err="1">
                <a:highlight>
                  <a:srgbClr val="FFFFFF"/>
                </a:highlight>
                <a:latin typeface="Times New Roman"/>
                <a:cs typeface="Times New Roman"/>
              </a:rPr>
              <a:t>end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encryption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using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authenticated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encryption</a:t>
            </a:r>
            <a:r>
              <a:rPr lang="ru-RU" sz="2000">
                <a:highlight>
                  <a:srgbClr val="FFFFFF"/>
                </a:highlight>
                <a:latin typeface="Times New Roman"/>
                <a:cs typeface="Times New Roman"/>
              </a:rPr>
              <a:t> (AES-GCM) </a:t>
            </a:r>
            <a:r>
              <a:rPr lang="ru-RU" sz="2000" err="1">
                <a:highlight>
                  <a:srgbClr val="FFFFFF"/>
                </a:highlight>
                <a:latin typeface="Times New Roman"/>
                <a:cs typeface="Times New Roman"/>
              </a:rPr>
              <a:t>with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ephemeral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exchange</a:t>
            </a:r>
            <a:r>
              <a:rPr lang="ru-RU" sz="2000">
                <a:highlight>
                  <a:srgbClr val="FFFFFF"/>
                </a:highlight>
                <a:latin typeface="Times New Roman"/>
                <a:cs typeface="Times New Roman"/>
              </a:rPr>
              <a:t> (ECDH) </a:t>
            </a:r>
            <a:r>
              <a:rPr lang="ru-RU" sz="2000" err="1">
                <a:highlight>
                  <a:srgbClr val="FFFFFF"/>
                </a:highlight>
                <a:latin typeface="Times New Roman"/>
                <a:cs typeface="Times New Roman"/>
              </a:rPr>
              <a:t>provides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confidentiality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integrity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messages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transit</a:t>
            </a:r>
            <a:r>
              <a:rPr lang="ru-RU" sz="2000">
                <a:highlight>
                  <a:srgbClr val="FFFFFF"/>
                </a:highlight>
                <a:latin typeface="Times New Roman"/>
                <a:cs typeface="Times New Roman"/>
              </a:rPr>
              <a:t>.</a:t>
            </a:r>
          </a:p>
          <a:p>
            <a:r>
              <a:rPr lang="ru-RU" sz="2000" err="1">
                <a:highlight>
                  <a:srgbClr val="FFFFFF"/>
                </a:highlight>
                <a:latin typeface="Times New Roman"/>
                <a:cs typeface="Times New Roman"/>
              </a:rPr>
              <a:t>Additional</a:t>
            </a:r>
            <a:r>
              <a:rPr lang="ru-RU" sz="2000">
                <a:highlight>
                  <a:srgbClr val="FFFFFF"/>
                </a:highlight>
                <a:latin typeface="Times New Roman"/>
                <a:cs typeface="Times New Roman"/>
              </a:rPr>
              <a:t> Security </a:t>
            </a:r>
            <a:r>
              <a:rPr lang="ru-RU" sz="2000" err="1">
                <a:highlight>
                  <a:srgbClr val="FFFFFF"/>
                </a:highlight>
                <a:latin typeface="Times New Roman"/>
                <a:cs typeface="Times New Roman"/>
              </a:rPr>
              <a:t>Layers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Required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Authentication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verifying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user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identity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access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control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device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authorization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management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storage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backup</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recovery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deletion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preventing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forensic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recovery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metadata</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protection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hiding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communication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patterns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side-channel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resistance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constant-time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implementations</a:t>
            </a:r>
            <a:r>
              <a:rPr lang="ru-RU" sz="2000">
                <a:highlight>
                  <a:srgbClr val="FFFFFF"/>
                </a:highlight>
                <a:latin typeface="Times New Roman"/>
                <a:cs typeface="Times New Roman"/>
              </a:rPr>
              <a:t>).</a:t>
            </a:r>
          </a:p>
          <a:p>
            <a:r>
              <a:rPr lang="ru-RU" sz="2000" err="1">
                <a:highlight>
                  <a:srgbClr val="FFFFFF"/>
                </a:highlight>
                <a:latin typeface="Times New Roman"/>
                <a:cs typeface="Times New Roman"/>
              </a:rPr>
              <a:t>Failure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Example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Perfect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message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encryption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useless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device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compromised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malware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captures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plaintext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before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encryption</a:t>
            </a:r>
            <a:r>
              <a:rPr lang="ru-RU" sz="2000">
                <a:highlight>
                  <a:srgbClr val="FFFFFF"/>
                </a:highlight>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36141209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504422CC-9973-7F55-4E37-3C0CD120C1AC}"/>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5.3 Secure </a:t>
            </a:r>
            <a:r>
              <a:rPr lang="ru-RU" sz="4000" b="1" err="1">
                <a:solidFill>
                  <a:srgbClr val="FFFFFF"/>
                </a:solidFill>
                <a:latin typeface="Times New Roman"/>
                <a:cs typeface="Times New Roman"/>
              </a:rPr>
              <a:t>Failure</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Modes</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614B0E70-1041-F602-19EF-CA9A29C9E521}"/>
              </a:ext>
            </a:extLst>
          </p:cNvPr>
          <p:cNvSpPr>
            <a:spLocks noGrp="1"/>
          </p:cNvSpPr>
          <p:nvPr>
            <p:ph idx="1"/>
          </p:nvPr>
        </p:nvSpPr>
        <p:spPr>
          <a:xfrm>
            <a:off x="1371599" y="2318197"/>
            <a:ext cx="9724031" cy="3683358"/>
          </a:xfrm>
        </p:spPr>
        <p:txBody>
          <a:bodyPr vert="horz" lIns="91440" tIns="45720" rIns="91440" bIns="45720" rtlCol="0" anchor="ctr">
            <a:noAutofit/>
          </a:bodyPr>
          <a:lstStyle/>
          <a:p>
            <a:r>
              <a:rPr lang="en-US" sz="2000" b="1">
                <a:highlight>
                  <a:srgbClr val="FFFFFF"/>
                </a:highlight>
                <a:latin typeface="Times New Roman"/>
                <a:cs typeface="Times New Roman"/>
              </a:rPr>
              <a:t>Principle 5.3 (Fail-Safe Defaults): </a:t>
            </a:r>
            <a:r>
              <a:rPr lang="en-US" sz="2000">
                <a:highlight>
                  <a:srgbClr val="FFFFFF"/>
                </a:highlight>
                <a:latin typeface="Times New Roman"/>
                <a:cs typeface="Times New Roman"/>
              </a:rPr>
              <a:t>Systems should fail in a secure state. Errors, exceptions, and unexpected inputs must not leak sensitive information or grant unauthorized access.</a:t>
            </a:r>
            <a:endParaRPr lang="ru-RU" sz="2000">
              <a:highlight>
                <a:srgbClr val="FFFFFF"/>
              </a:highlight>
              <a:latin typeface="Times New Roman"/>
              <a:cs typeface="Times New Roman"/>
            </a:endParaRPr>
          </a:p>
          <a:p>
            <a:pPr marL="0" indent="0">
              <a:buNone/>
            </a:pPr>
            <a:r>
              <a:rPr lang="ru-RU" sz="2000">
                <a:highlight>
                  <a:srgbClr val="FFFFFF"/>
                </a:highlight>
                <a:latin typeface="Times New Roman"/>
                <a:cs typeface="Times New Roman"/>
              </a:rPr>
              <a:t>Common </a:t>
            </a:r>
            <a:r>
              <a:rPr lang="ru-RU" sz="2000" err="1">
                <a:highlight>
                  <a:srgbClr val="FFFFFF"/>
                </a:highlight>
                <a:latin typeface="Times New Roman"/>
                <a:cs typeface="Times New Roman"/>
              </a:rPr>
              <a:t>failure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mode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vulnerabilities</a:t>
            </a:r>
            <a:r>
              <a:rPr lang="ru-RU" sz="2000">
                <a:highlight>
                  <a:srgbClr val="FFFFFF"/>
                </a:highlight>
                <a:latin typeface="Times New Roman"/>
                <a:cs typeface="Times New Roman"/>
              </a:rPr>
              <a:t>:</a:t>
            </a:r>
          </a:p>
          <a:p>
            <a:r>
              <a:rPr lang="ru-RU" sz="2000" err="1">
                <a:highlight>
                  <a:srgbClr val="FFFFFF"/>
                </a:highlight>
                <a:latin typeface="Times New Roman"/>
                <a:cs typeface="Times New Roman"/>
              </a:rPr>
              <a:t>Timing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Attacks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Variable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execution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time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based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secret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data</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early-exit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string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comparison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data-dependent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branches</a:t>
            </a:r>
            <a:r>
              <a:rPr lang="ru-RU" sz="2000">
                <a:highlight>
                  <a:srgbClr val="FFFFFF"/>
                </a:highlight>
                <a:latin typeface="Times New Roman"/>
                <a:cs typeface="Times New Roman"/>
              </a:rPr>
              <a:t>).</a:t>
            </a:r>
          </a:p>
          <a:p>
            <a:r>
              <a:rPr lang="ru-RU" sz="2000" err="1">
                <a:highlight>
                  <a:srgbClr val="FFFFFF"/>
                </a:highlight>
                <a:latin typeface="Times New Roman"/>
                <a:cs typeface="Times New Roman"/>
              </a:rPr>
              <a:t>Error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Messages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Detailed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error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messages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reveal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system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internals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existence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accounts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validity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guesses</a:t>
            </a:r>
            <a:r>
              <a:rPr lang="ru-RU" sz="2000">
                <a:highlight>
                  <a:srgbClr val="FFFFFF"/>
                </a:highlight>
                <a:latin typeface="Times New Roman"/>
                <a:cs typeface="Times New Roman"/>
              </a:rPr>
              <a:t>.</a:t>
            </a:r>
          </a:p>
          <a:p>
            <a:r>
              <a:rPr lang="en-US" sz="2000">
                <a:highlight>
                  <a:srgbClr val="FFFFFF"/>
                </a:highlight>
                <a:latin typeface="Times New Roman"/>
                <a:cs typeface="Times New Roman"/>
              </a:rPr>
              <a:t>Exception Handling: Uncaught exceptions that crash the system or expose stack traces containing sensitive information.</a:t>
            </a:r>
            <a:endParaRPr lang="ru-RU" sz="2000">
              <a:highlight>
                <a:srgbClr val="FFFFFF"/>
              </a:highlight>
              <a:latin typeface="Times New Roman"/>
              <a:cs typeface="Times New Roman"/>
            </a:endParaRPr>
          </a:p>
          <a:p>
            <a:r>
              <a:rPr lang="ru-RU" sz="2000" err="1">
                <a:highlight>
                  <a:srgbClr val="FFFFFF"/>
                </a:highlight>
                <a:latin typeface="Times New Roman"/>
                <a:cs typeface="Times New Roman"/>
              </a:rPr>
              <a:t>Default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Permissions</a:t>
            </a:r>
            <a:r>
              <a:rPr lang="ru-RU" sz="2000">
                <a:highlight>
                  <a:srgbClr val="FFFFFF"/>
                </a:highlight>
                <a:latin typeface="Times New Roman"/>
                <a:cs typeface="Times New Roman"/>
              </a:rPr>
              <a:t>: Systems </a:t>
            </a:r>
            <a:r>
              <a:rPr lang="ru-RU" sz="2000" err="1">
                <a:highlight>
                  <a:srgbClr val="FFFFFF"/>
                </a:highlight>
                <a:latin typeface="Times New Roman"/>
                <a:cs typeface="Times New Roman"/>
              </a:rPr>
              <a:t>that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default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permissive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rather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than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restrictive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access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control</a:t>
            </a:r>
            <a:r>
              <a:rPr lang="ru-RU" sz="2000">
                <a:highlight>
                  <a:srgbClr val="FFFFFF"/>
                </a:highlight>
                <a:latin typeface="Times New Roman"/>
                <a:cs typeface="Times New Roman"/>
              </a:rPr>
              <a:t>.</a:t>
            </a:r>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5991307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A8A51557-BBCA-8A4D-9AF1-4ADB12C25F8B}"/>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5.4 The Weakest Link Principle</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62F932F1-476D-BE37-81F9-0349C949666C}"/>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Principle 5.4 (Weakest Link): </a:t>
            </a:r>
            <a:r>
              <a:rPr lang="en-US" sz="2000">
                <a:highlight>
                  <a:srgbClr val="FFFFFF"/>
                </a:highlight>
                <a:latin typeface="Times New Roman"/>
                <a:cs typeface="Times New Roman"/>
              </a:rPr>
              <a:t>System security is determined by its weakest component. Adversaries attack the most vulnerable point, not the strongest. Over-engineering one component while neglecting others provides illusory security.</a:t>
            </a:r>
            <a:endParaRPr lang="ru-RU" sz="2000">
              <a:highlight>
                <a:srgbClr val="FFFFFF"/>
              </a:highlight>
              <a:latin typeface="Times New Roman"/>
              <a:cs typeface="Times New Roman"/>
            </a:endParaRPr>
          </a:p>
          <a:p>
            <a:r>
              <a:rPr lang="en-US" sz="2000" b="1">
                <a:highlight>
                  <a:srgbClr val="FFFFFF"/>
                </a:highlight>
                <a:latin typeface="Times New Roman"/>
                <a:cs typeface="Times New Roman"/>
              </a:rPr>
              <a:t>Example: </a:t>
            </a:r>
            <a:r>
              <a:rPr lang="en-US" sz="2000">
                <a:highlight>
                  <a:srgbClr val="FFFFFF"/>
                </a:highlight>
                <a:latin typeface="Times New Roman"/>
                <a:cs typeface="Times New Roman"/>
              </a:rPr>
              <a:t>A system using military-grade 256-bit AES encryption provides no meaningful security if user passwords are stored without hashing, if the implementation contains buffer overflow vulnerabilities, or if the random number generator is predictable.</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2451375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AF1C5C4-0F25-CAB6-A1CF-16F766900A4D}"/>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5.5 Trust </a:t>
            </a:r>
            <a:r>
              <a:rPr lang="ru-RU" sz="4000" b="1" err="1">
                <a:solidFill>
                  <a:srgbClr val="FFFFFF"/>
                </a:solidFill>
                <a:latin typeface="Times New Roman"/>
                <a:cs typeface="Times New Roman"/>
              </a:rPr>
              <a:t>Minimization</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4E46617D-C66C-6F2E-D533-1C00AD9646D8}"/>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b="1">
                <a:highlight>
                  <a:srgbClr val="FFFFFF"/>
                </a:highlight>
                <a:latin typeface="Times New Roman"/>
                <a:cs typeface="Times New Roman"/>
              </a:rPr>
              <a:t>Principle 5.5 (Principle of Least Privilege): </a:t>
            </a:r>
            <a:r>
              <a:rPr lang="en-US" sz="2000">
                <a:highlight>
                  <a:srgbClr val="FFFFFF"/>
                </a:highlight>
                <a:latin typeface="Times New Roman"/>
                <a:cs typeface="Times New Roman"/>
              </a:rPr>
              <a:t>Every component, user, and process should operate with the minimum privileges necessary to accomplish its function. Trust relationships should be explicitly defined and minimized.</a:t>
            </a:r>
            <a:endParaRPr lang="ru-RU" sz="2000">
              <a:highlight>
                <a:srgbClr val="FFFFFF"/>
              </a:highlight>
              <a:latin typeface="Times New Roman"/>
              <a:cs typeface="Times New Roman"/>
            </a:endParaRPr>
          </a:p>
          <a:p>
            <a:pPr marL="0" indent="0">
              <a:buNone/>
            </a:pPr>
            <a:r>
              <a:rPr lang="ru-RU" sz="2000" err="1">
                <a:highlight>
                  <a:srgbClr val="FFFFFF"/>
                </a:highlight>
                <a:latin typeface="Times New Roman"/>
                <a:cs typeface="Times New Roman"/>
              </a:rPr>
              <a:t>This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principle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extends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cryptographic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protocols</a:t>
            </a:r>
            <a:r>
              <a:rPr lang="ru-RU" sz="2000">
                <a:highlight>
                  <a:srgbClr val="FFFFFF"/>
                </a:highlight>
                <a:latin typeface="Times New Roman"/>
                <a:cs typeface="Times New Roman"/>
              </a:rPr>
              <a:t>:</a:t>
            </a:r>
          </a:p>
          <a:p>
            <a:r>
              <a:rPr lang="ru-RU" sz="2000">
                <a:highlight>
                  <a:srgbClr val="FFFFFF"/>
                </a:highlight>
                <a:latin typeface="Times New Roman"/>
                <a:cs typeface="Times New Roman"/>
              </a:rPr>
              <a:t>Zero-</a:t>
            </a:r>
            <a:r>
              <a:rPr lang="ru-RU" sz="2000" err="1">
                <a:highlight>
                  <a:srgbClr val="FFFFFF"/>
                </a:highlight>
                <a:latin typeface="Times New Roman"/>
                <a:cs typeface="Times New Roman"/>
              </a:rPr>
              <a:t>Knowledge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Proofs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Prove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knowledge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information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without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revealing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information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itself</a:t>
            </a:r>
            <a:r>
              <a:rPr lang="ru-RU" sz="2000">
                <a:highlight>
                  <a:srgbClr val="FFFFFF"/>
                </a:highlight>
                <a:latin typeface="Times New Roman"/>
                <a:cs typeface="Times New Roman"/>
              </a:rPr>
              <a:t>.</a:t>
            </a:r>
          </a:p>
          <a:p>
            <a:r>
              <a:rPr lang="en-US" sz="2000">
                <a:highlight>
                  <a:srgbClr val="FFFFFF"/>
                </a:highlight>
                <a:latin typeface="Times New Roman"/>
                <a:cs typeface="Times New Roman"/>
              </a:rPr>
              <a:t>Device-Independent QKD: Security not dependent on trusting quantum device manufacturers.</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End-to-End Encryption: Trust only endpoints, not intermediary servers or network infrastructure.</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35908849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D74ADD-7DFC-9E79-9B07-73098C7C4669}"/>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862FE46-6904-965A-6E8F-37F78EE13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E65188B-B1AD-0879-CBC4-B1E9A52FB5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5FD3C37-78AF-2C40-514D-C1197C508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6C3BD6C-95CE-607A-8C9F-566462A01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5843DD2-4B60-8834-7B10-3E86C9456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D9FBE3FB-48B3-CED3-2DE5-FD2C0093AD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2E3AA3FF-91F1-518A-1670-08C89994E034}"/>
              </a:ext>
            </a:extLst>
          </p:cNvPr>
          <p:cNvSpPr>
            <a:spLocks noGrp="1"/>
          </p:cNvSpPr>
          <p:nvPr>
            <p:ph type="title"/>
          </p:nvPr>
        </p:nvSpPr>
        <p:spPr>
          <a:xfrm>
            <a:off x="826396" y="586855"/>
            <a:ext cx="4230100" cy="3387497"/>
          </a:xfrm>
        </p:spPr>
        <p:txBody>
          <a:bodyPr anchor="b">
            <a:normAutofit/>
          </a:bodyPr>
          <a:lstStyle/>
          <a:p>
            <a:pPr algn="r"/>
            <a:r>
              <a:rPr lang="ru-RU" sz="4000">
                <a:solidFill>
                  <a:srgbClr val="FFFFFF"/>
                </a:solidFill>
                <a:latin typeface="Times New Roman"/>
                <a:cs typeface="Times New Roman"/>
              </a:rPr>
              <a:t>6.Conclusion</a:t>
            </a:r>
          </a:p>
        </p:txBody>
      </p:sp>
      <p:sp>
        <p:nvSpPr>
          <p:cNvPr id="17" name="Объект 2">
            <a:extLst>
              <a:ext uri="{FF2B5EF4-FFF2-40B4-BE49-F238E27FC236}">
                <a16:creationId xmlns:a16="http://schemas.microsoft.com/office/drawing/2014/main" id="{7D3F94D0-69B2-4600-A63A-C2E863A53E79}"/>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a:highlight>
                  <a:srgbClr val="FFFFFF"/>
                </a:highlight>
                <a:latin typeface="Times New Roman"/>
                <a:cs typeface="Times New Roman"/>
              </a:rPr>
              <a:t>6.1 </a:t>
            </a:r>
            <a:r>
              <a:rPr lang="ru-RU" sz="2000" b="1" err="1">
                <a:highlight>
                  <a:srgbClr val="FFFFFF"/>
                </a:highlight>
                <a:latin typeface="Times New Roman"/>
                <a:cs typeface="Times New Roman"/>
              </a:rPr>
              <a:t>Looking</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Forward</a:t>
            </a:r>
            <a:endParaRPr lang="ru-RU" sz="2000" b="1">
              <a:highlight>
                <a:srgbClr val="FFFFFF"/>
              </a:highlight>
              <a:latin typeface="Times New Roman"/>
              <a:cs typeface="Times New Roman"/>
            </a:endParaRPr>
          </a:p>
          <a:p>
            <a:r>
              <a:rPr lang="ru-RU" sz="2000" b="1">
                <a:highlight>
                  <a:srgbClr val="FFFFFF"/>
                </a:highlight>
                <a:latin typeface="Times New Roman"/>
                <a:cs typeface="Times New Roman"/>
              </a:rPr>
              <a:t>6.2 Key </a:t>
            </a:r>
            <a:r>
              <a:rPr lang="ru-RU" sz="2000" b="1" err="1">
                <a:highlight>
                  <a:srgbClr val="FFFFFF"/>
                </a:highlight>
                <a:latin typeface="Times New Roman"/>
                <a:cs typeface="Times New Roman"/>
              </a:rPr>
              <a:t>Takeaways</a:t>
            </a:r>
            <a:endParaRPr lang="ru-RU" sz="2000" b="1">
              <a:highlight>
                <a:srgbClr val="FFFFFF"/>
              </a:highlight>
              <a:latin typeface="Times New Roman"/>
              <a:cs typeface="Times New Roman"/>
            </a:endParaRPr>
          </a:p>
          <a:p>
            <a:r>
              <a:rPr lang="ru-RU" sz="2000" b="1">
                <a:highlight>
                  <a:srgbClr val="FFFFFF"/>
                </a:highlight>
                <a:latin typeface="Times New Roman"/>
                <a:cs typeface="Times New Roman"/>
              </a:rPr>
              <a:t>6.3 </a:t>
            </a:r>
            <a:r>
              <a:rPr lang="ru-RU" sz="2000" b="1" err="1">
                <a:highlight>
                  <a:srgbClr val="FFFFFF"/>
                </a:highlight>
                <a:latin typeface="Times New Roman"/>
                <a:cs typeface="Times New Roman"/>
              </a:rPr>
              <a:t>Preparation</a:t>
            </a:r>
            <a:r>
              <a:rPr lang="ru-RU" sz="2000" b="1">
                <a:highlight>
                  <a:srgbClr val="FFFFFF"/>
                </a:highlight>
                <a:latin typeface="Times New Roman"/>
                <a:cs typeface="Times New Roman"/>
              </a:rPr>
              <a:t> </a:t>
            </a:r>
            <a:r>
              <a:rPr lang="ru-RU" sz="2000" b="1" err="1">
                <a:highlight>
                  <a:srgbClr val="FFFFFF"/>
                </a:highlight>
                <a:latin typeface="Times New Roman"/>
                <a:cs typeface="Times New Roman"/>
              </a:rPr>
              <a:t>for</a:t>
            </a:r>
            <a:r>
              <a:rPr lang="ru-RU" sz="2000" b="1">
                <a:highlight>
                  <a:srgbClr val="FFFFFF"/>
                </a:highlight>
                <a:latin typeface="Times New Roman"/>
                <a:cs typeface="Times New Roman"/>
              </a:rPr>
              <a:t> Next </a:t>
            </a:r>
            <a:r>
              <a:rPr lang="ru-RU" sz="2000" b="1" err="1">
                <a:highlight>
                  <a:srgbClr val="FFFFFF"/>
                </a:highlight>
                <a:latin typeface="Times New Roman"/>
                <a:cs typeface="Times New Roman"/>
              </a:rPr>
              <a:t>Lecture</a:t>
            </a:r>
            <a:endParaRPr lang="ru-RU" sz="2000" b="1">
              <a:highlight>
                <a:srgbClr val="FFFFFF"/>
              </a:highlight>
              <a:latin typeface="Times New Roman"/>
              <a:cs typeface="Times New Roman"/>
            </a:endParaRPr>
          </a:p>
          <a:p>
            <a:endParaRPr lang="ru-RU" sz="2000" b="1">
              <a:highlight>
                <a:srgbClr val="FFFFFF"/>
              </a:highlight>
              <a:latin typeface="Times New Roman"/>
              <a:cs typeface="Times New Roman"/>
            </a:endParaRPr>
          </a:p>
          <a:p>
            <a:endParaRPr lang="ru-RU" sz="2000" b="1">
              <a:highlight>
                <a:srgbClr val="FFFFFF"/>
              </a:highlight>
              <a:latin typeface="Times New Roman"/>
              <a:cs typeface="Times New Roman"/>
            </a:endParaRPr>
          </a:p>
        </p:txBody>
      </p:sp>
    </p:spTree>
    <p:extLst>
      <p:ext uri="{BB962C8B-B14F-4D97-AF65-F5344CB8AC3E}">
        <p14:creationId xmlns:p14="http://schemas.microsoft.com/office/powerpoint/2010/main" val="31099276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81C31521-6097-4416-B687-4775FBA18388}"/>
              </a:ext>
            </a:extLst>
          </p:cNvPr>
          <p:cNvSpPr>
            <a:spLocks noGrp="1"/>
          </p:cNvSpPr>
          <p:nvPr>
            <p:ph type="title"/>
          </p:nvPr>
        </p:nvSpPr>
        <p:spPr>
          <a:xfrm>
            <a:off x="1371599" y="294538"/>
            <a:ext cx="9895951" cy="1033669"/>
          </a:xfrm>
        </p:spPr>
        <p:txBody>
          <a:bodyPr>
            <a:normAutofit/>
          </a:bodyPr>
          <a:lstStyle/>
          <a:p>
            <a:r>
              <a:rPr lang="ru-RU" sz="4000" b="1" err="1">
                <a:solidFill>
                  <a:srgbClr val="FFFFFF"/>
                </a:solidFill>
                <a:latin typeface="Times New Roman"/>
                <a:cs typeface="Times New Roman"/>
              </a:rPr>
              <a:t>Conclusion</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BBC6CEA6-3B7D-3FF7-0160-124578EBBC78}"/>
              </a:ext>
            </a:extLst>
          </p:cNvPr>
          <p:cNvSpPr>
            <a:spLocks noGrp="1"/>
          </p:cNvSpPr>
          <p:nvPr>
            <p:ph idx="1"/>
          </p:nvPr>
        </p:nvSpPr>
        <p:spPr>
          <a:xfrm>
            <a:off x="1371599" y="2318197"/>
            <a:ext cx="9724031" cy="3683358"/>
          </a:xfrm>
        </p:spPr>
        <p:txBody>
          <a:bodyPr vert="horz" lIns="91440" tIns="45720" rIns="91440" bIns="45720" rtlCol="0" anchor="ctr">
            <a:noAutofit/>
          </a:bodyPr>
          <a:lstStyle/>
          <a:p>
            <a:pPr marL="0" indent="0">
              <a:buNone/>
            </a:pPr>
            <a:r>
              <a:rPr lang="en-US" sz="1800">
                <a:highlight>
                  <a:srgbClr val="FFFFFF"/>
                </a:highlight>
                <a:latin typeface="Times New Roman"/>
                <a:cs typeface="Times New Roman"/>
              </a:rPr>
              <a:t>This introductory lecture has established the foundational concepts and historical context for our study of applied cryptography. We have examined:</a:t>
            </a:r>
            <a:endParaRPr lang="ru-RU" sz="1800">
              <a:highlight>
                <a:srgbClr val="FFFFFF"/>
              </a:highlight>
              <a:latin typeface="Times New Roman"/>
              <a:cs typeface="Times New Roman"/>
            </a:endParaRPr>
          </a:p>
          <a:p>
            <a:r>
              <a:rPr lang="en-US" sz="1800">
                <a:highlight>
                  <a:srgbClr val="FFFFFF"/>
                </a:highlight>
                <a:latin typeface="Times New Roman"/>
                <a:cs typeface="Times New Roman"/>
              </a:rPr>
              <a:t>The formal definition of cryptography and its fundamental security objectives: confidentiality, integrity, authentication, and non-repudiation.</a:t>
            </a:r>
            <a:endParaRPr lang="ru-RU" sz="1800">
              <a:highlight>
                <a:srgbClr val="FFFFFF"/>
              </a:highlight>
              <a:latin typeface="Times New Roman"/>
              <a:cs typeface="Times New Roman"/>
            </a:endParaRPr>
          </a:p>
          <a:p>
            <a:r>
              <a:rPr lang="ru-RU" sz="1800">
                <a:highlight>
                  <a:srgbClr val="FFFFFF"/>
                </a:highlight>
                <a:latin typeface="Times New Roman"/>
                <a:cs typeface="Times New Roman"/>
              </a:rPr>
              <a:t>The </a:t>
            </a:r>
            <a:r>
              <a:rPr lang="ru-RU" sz="1800" err="1">
                <a:highlight>
                  <a:srgbClr val="FFFFFF"/>
                </a:highlight>
                <a:latin typeface="Times New Roman"/>
                <a:cs typeface="Times New Roman"/>
              </a:rPr>
              <a:t>historical</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evolution</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from</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classical</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ciphers</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Caesar</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Vigenère</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through</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mechanical</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systems</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Enigma</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to</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modern</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computational</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cryptography</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illustrating</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how</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cryptanalytic</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techniques</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developed</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in</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response</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to</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increasingly</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complex</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systems</a:t>
            </a:r>
            <a:r>
              <a:rPr lang="ru-RU" sz="1800">
                <a:highlight>
                  <a:srgbClr val="FFFFFF"/>
                </a:highlight>
                <a:latin typeface="Times New Roman"/>
                <a:cs typeface="Times New Roman"/>
              </a:rPr>
              <a:t>.</a:t>
            </a:r>
          </a:p>
          <a:p>
            <a:r>
              <a:rPr lang="en-US" sz="1800" err="1">
                <a:highlight>
                  <a:srgbClr val="FFFFFF"/>
                </a:highlight>
                <a:latin typeface="Times New Roman"/>
                <a:cs typeface="Times New Roman"/>
              </a:rPr>
              <a:t>Kerckhoffs</a:t>
            </a:r>
            <a:r>
              <a:rPr lang="en-US" sz="1800">
                <a:highlight>
                  <a:srgbClr val="FFFFFF"/>
                </a:highlight>
                <a:latin typeface="Times New Roman"/>
                <a:cs typeface="Times New Roman"/>
              </a:rPr>
              <a:t>' principle as the cornerstone of modern cryptographic design, establishing that security must reside in keys, not algorithms.</a:t>
            </a:r>
            <a:endParaRPr lang="ru-RU" sz="1800">
              <a:highlight>
                <a:srgbClr val="FFFFFF"/>
              </a:highlight>
              <a:latin typeface="Times New Roman"/>
              <a:cs typeface="Times New Roman"/>
            </a:endParaRPr>
          </a:p>
          <a:p>
            <a:r>
              <a:rPr lang="ru-RU" sz="1800">
                <a:highlight>
                  <a:srgbClr val="FFFFFF"/>
                </a:highlight>
                <a:latin typeface="Times New Roman"/>
                <a:cs typeface="Times New Roman"/>
              </a:rPr>
              <a:t>The </a:t>
            </a:r>
            <a:r>
              <a:rPr lang="ru-RU" sz="1800" err="1">
                <a:highlight>
                  <a:srgbClr val="FFFFFF"/>
                </a:highlight>
                <a:latin typeface="Times New Roman"/>
                <a:cs typeface="Times New Roman"/>
              </a:rPr>
              <a:t>distinction</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between</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information-theoretic</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and</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computational</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security</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and</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the</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practical</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implications</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for</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system</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design</a:t>
            </a:r>
            <a:r>
              <a:rPr lang="ru-RU" sz="1800">
                <a:highlight>
                  <a:srgbClr val="FFFFFF"/>
                </a:highlight>
                <a:latin typeface="Times New Roman"/>
                <a:cs typeface="Times New Roman"/>
              </a:rPr>
              <a:t>.</a:t>
            </a:r>
          </a:p>
          <a:p>
            <a:r>
              <a:rPr lang="ru-RU" sz="1800">
                <a:highlight>
                  <a:srgbClr val="FFFFFF"/>
                </a:highlight>
                <a:latin typeface="Times New Roman"/>
                <a:cs typeface="Times New Roman"/>
              </a:rPr>
              <a:t>A </a:t>
            </a:r>
            <a:r>
              <a:rPr lang="ru-RU" sz="1800" err="1">
                <a:highlight>
                  <a:srgbClr val="FFFFFF"/>
                </a:highlight>
                <a:latin typeface="Times New Roman"/>
                <a:cs typeface="Times New Roman"/>
              </a:rPr>
              <a:t>taxonomy</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of</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modern</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cryptographic</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primitives</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symmetric</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encryption</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hash</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functions</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asymmetric</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cryptography</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and</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quantum</a:t>
            </a:r>
            <a:r>
              <a:rPr lang="ru-RU" sz="1800">
                <a:highlight>
                  <a:srgbClr val="FFFFFF"/>
                </a:highlight>
                <a:latin typeface="Times New Roman"/>
                <a:cs typeface="Times New Roman"/>
              </a:rPr>
              <a:t>/</a:t>
            </a:r>
            <a:r>
              <a:rPr lang="ru-RU" sz="1800" err="1">
                <a:highlight>
                  <a:srgbClr val="FFFFFF"/>
                </a:highlight>
                <a:latin typeface="Times New Roman"/>
                <a:cs typeface="Times New Roman"/>
              </a:rPr>
              <a:t>post-quantum</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systems</a:t>
            </a:r>
            <a:r>
              <a:rPr lang="ru-RU" sz="1800">
                <a:highlight>
                  <a:srgbClr val="FFFFFF"/>
                </a:highlight>
                <a:latin typeface="Times New Roman"/>
                <a:cs typeface="Times New Roman"/>
              </a:rPr>
              <a:t>.</a:t>
            </a:r>
          </a:p>
          <a:p>
            <a:r>
              <a:rPr lang="ru-RU" sz="1800">
                <a:highlight>
                  <a:srgbClr val="FFFFFF"/>
                </a:highlight>
                <a:latin typeface="Times New Roman"/>
                <a:cs typeface="Times New Roman"/>
              </a:rPr>
              <a:t>The </a:t>
            </a:r>
            <a:r>
              <a:rPr lang="ru-RU" sz="1800" err="1">
                <a:highlight>
                  <a:srgbClr val="FFFFFF"/>
                </a:highlight>
                <a:latin typeface="Times New Roman"/>
                <a:cs typeface="Times New Roman"/>
              </a:rPr>
              <a:t>principles</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of</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security</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thinking</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including</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adversarial</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modeling</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defense</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in</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depth</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and</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secure</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failure</a:t>
            </a:r>
            <a:r>
              <a:rPr lang="ru-RU" sz="1800">
                <a:highlight>
                  <a:srgbClr val="FFFFFF"/>
                </a:highlight>
                <a:latin typeface="Times New Roman"/>
                <a:cs typeface="Times New Roman"/>
              </a:rPr>
              <a:t> </a:t>
            </a:r>
            <a:r>
              <a:rPr lang="ru-RU" sz="1800" err="1">
                <a:highlight>
                  <a:srgbClr val="FFFFFF"/>
                </a:highlight>
                <a:latin typeface="Times New Roman"/>
                <a:cs typeface="Times New Roman"/>
              </a:rPr>
              <a:t>modes</a:t>
            </a:r>
            <a:r>
              <a:rPr lang="ru-RU" sz="1800">
                <a:highlight>
                  <a:srgbClr val="FFFFFF"/>
                </a:highlight>
                <a:latin typeface="Times New Roman"/>
                <a:cs typeface="Times New Roman"/>
              </a:rPr>
              <a:t>.</a:t>
            </a:r>
            <a:endParaRPr lang="ru-RU" sz="1800">
              <a:latin typeface="Times New Roman"/>
              <a:cs typeface="Times New Roman"/>
            </a:endParaRPr>
          </a:p>
          <a:p>
            <a:endParaRPr lang="ru-RU" sz="1800">
              <a:latin typeface="Times New Roman"/>
              <a:cs typeface="Times New Roman"/>
            </a:endParaRPr>
          </a:p>
        </p:txBody>
      </p:sp>
    </p:spTree>
    <p:extLst>
      <p:ext uri="{BB962C8B-B14F-4D97-AF65-F5344CB8AC3E}">
        <p14:creationId xmlns:p14="http://schemas.microsoft.com/office/powerpoint/2010/main" val="39099369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2119B99-EBDC-8B44-23B6-672943F305AE}"/>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6.1 </a:t>
            </a:r>
            <a:r>
              <a:rPr lang="ru-RU" sz="4000" b="1" err="1">
                <a:solidFill>
                  <a:srgbClr val="FFFFFF"/>
                </a:solidFill>
                <a:latin typeface="Times New Roman"/>
                <a:cs typeface="Times New Roman"/>
              </a:rPr>
              <a:t>Looking</a:t>
            </a:r>
            <a:r>
              <a:rPr lang="ru-RU" sz="4000" b="1">
                <a:solidFill>
                  <a:srgbClr val="FFFFFF"/>
                </a:solidFill>
                <a:latin typeface="Times New Roman"/>
                <a:cs typeface="Times New Roman"/>
              </a:rPr>
              <a:t> </a:t>
            </a:r>
            <a:r>
              <a:rPr lang="ru-RU" sz="4000" b="1" err="1">
                <a:solidFill>
                  <a:srgbClr val="FFFFFF"/>
                </a:solidFill>
                <a:latin typeface="Times New Roman"/>
                <a:cs typeface="Times New Roman"/>
              </a:rPr>
              <a:t>Forward</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5F3F0F34-F613-2EC6-FCF6-9FBB687337B6}"/>
              </a:ext>
            </a:extLst>
          </p:cNvPr>
          <p:cNvSpPr>
            <a:spLocks noGrp="1"/>
          </p:cNvSpPr>
          <p:nvPr>
            <p:ph idx="1"/>
          </p:nvPr>
        </p:nvSpPr>
        <p:spPr>
          <a:xfrm>
            <a:off x="1371599" y="2318197"/>
            <a:ext cx="9724031" cy="3683358"/>
          </a:xfrm>
        </p:spPr>
        <p:txBody>
          <a:bodyPr vert="horz" lIns="91440" tIns="45720" rIns="91440" bIns="45720" rtlCol="0" anchor="ctr">
            <a:noAutofit/>
          </a:bodyPr>
          <a:lstStyle/>
          <a:p>
            <a:pPr marL="0" indent="0">
              <a:buNone/>
            </a:pPr>
            <a:r>
              <a:rPr lang="en-US" sz="2000">
                <a:highlight>
                  <a:srgbClr val="FFFFFF"/>
                </a:highlight>
                <a:latin typeface="Times New Roman"/>
                <a:cs typeface="Times New Roman"/>
              </a:rPr>
              <a:t>In subsequent lectures, we will systematically develop both theoretical foundations and practical skills:</a:t>
            </a:r>
            <a:endParaRPr lang="ru-RU" sz="2000">
              <a:highlight>
                <a:srgbClr val="FFFFFF"/>
              </a:highlight>
              <a:latin typeface="Times New Roman"/>
              <a:cs typeface="Times New Roman"/>
            </a:endParaRPr>
          </a:p>
          <a:p>
            <a:r>
              <a:rPr lang="en-US" sz="2000" b="1">
                <a:highlight>
                  <a:srgbClr val="FFFFFF"/>
                </a:highlight>
                <a:latin typeface="Times New Roman"/>
                <a:cs typeface="Times New Roman"/>
              </a:rPr>
              <a:t>Weeks 2-4: </a:t>
            </a:r>
            <a:r>
              <a:rPr lang="en-US" sz="2000">
                <a:highlight>
                  <a:srgbClr val="FFFFFF"/>
                </a:highlight>
                <a:latin typeface="Times New Roman"/>
                <a:cs typeface="Times New Roman"/>
              </a:rPr>
              <a:t>Symmetric cryptography, studying block cipher design (DES, AES), modes of operation, stream ciphers, and authenticated encryption. We will implement these primitives and demonstrate attacks on insecure constructions.</a:t>
            </a:r>
            <a:endParaRPr lang="ru-RU" sz="2000">
              <a:highlight>
                <a:srgbClr val="FFFFFF"/>
              </a:highlight>
              <a:latin typeface="Times New Roman"/>
              <a:cs typeface="Times New Roman"/>
            </a:endParaRPr>
          </a:p>
          <a:p>
            <a:r>
              <a:rPr lang="ru-RU" sz="2000" b="1" err="1">
                <a:highlight>
                  <a:srgbClr val="FFFFFF"/>
                </a:highlight>
                <a:latin typeface="Times New Roman"/>
                <a:cs typeface="Times New Roman"/>
              </a:rPr>
              <a:t>Weeks</a:t>
            </a:r>
            <a:r>
              <a:rPr lang="ru-RU" sz="2000" b="1">
                <a:highlight>
                  <a:srgbClr val="FFFFFF"/>
                </a:highlight>
                <a:latin typeface="Times New Roman"/>
                <a:cs typeface="Times New Roman"/>
              </a:rPr>
              <a:t> 5-7: </a:t>
            </a:r>
            <a:r>
              <a:rPr lang="ru-RU" sz="2000" err="1">
                <a:highlight>
                  <a:srgbClr val="FFFFFF"/>
                </a:highlight>
                <a:latin typeface="Times New Roman"/>
                <a:cs typeface="Times New Roman"/>
              </a:rPr>
              <a:t>Cryptographic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hash</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functions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examining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their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mathematical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properties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construction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techniques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security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proofs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applications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including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MACs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password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hashing</a:t>
            </a:r>
            <a:r>
              <a:rPr lang="ru-RU" sz="2000">
                <a:highlight>
                  <a:srgbClr val="FFFFFF"/>
                </a:highlight>
                <a:latin typeface="Times New Roman"/>
                <a:cs typeface="Times New Roman"/>
              </a:rPr>
              <a:t>.</a:t>
            </a:r>
          </a:p>
          <a:p>
            <a:r>
              <a:rPr lang="ru-RU" sz="2000" b="1" err="1">
                <a:highlight>
                  <a:srgbClr val="FFFFFF"/>
                </a:highlight>
                <a:latin typeface="Times New Roman"/>
                <a:cs typeface="Times New Roman"/>
              </a:rPr>
              <a:t>Weeks</a:t>
            </a:r>
            <a:r>
              <a:rPr lang="ru-RU" sz="2000" b="1">
                <a:highlight>
                  <a:srgbClr val="FFFFFF"/>
                </a:highlight>
                <a:latin typeface="Times New Roman"/>
                <a:cs typeface="Times New Roman"/>
              </a:rPr>
              <a:t> 9-11: </a:t>
            </a:r>
            <a:r>
              <a:rPr lang="ru-RU" sz="2000" err="1">
                <a:highlight>
                  <a:srgbClr val="FFFFFF"/>
                </a:highlight>
                <a:latin typeface="Times New Roman"/>
                <a:cs typeface="Times New Roman"/>
              </a:rPr>
              <a:t>Asymmetric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cryptography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covering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number-theoretic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foundations</a:t>
            </a:r>
            <a:r>
              <a:rPr lang="ru-RU" sz="2000">
                <a:highlight>
                  <a:srgbClr val="FFFFFF"/>
                </a:highlight>
                <a:latin typeface="Times New Roman"/>
                <a:cs typeface="Times New Roman"/>
              </a:rPr>
              <a:t>, RSA, </a:t>
            </a:r>
            <a:r>
              <a:rPr lang="ru-RU" sz="2000" err="1">
                <a:highlight>
                  <a:srgbClr val="FFFFFF"/>
                </a:highlight>
                <a:latin typeface="Times New Roman"/>
                <a:cs typeface="Times New Roman"/>
              </a:rPr>
              <a:t>Diffie-Hellman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elliptic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curve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systems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their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integration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into</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secure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protocols</a:t>
            </a:r>
            <a:r>
              <a:rPr lang="ru-RU" sz="2000">
                <a:highlight>
                  <a:srgbClr val="FFFFFF"/>
                </a:highlight>
                <a:latin typeface="Times New Roman"/>
                <a:cs typeface="Times New Roman"/>
              </a:rPr>
              <a:t>.</a:t>
            </a:r>
          </a:p>
          <a:p>
            <a:r>
              <a:rPr lang="ru-RU" sz="2000" b="1" err="1">
                <a:highlight>
                  <a:srgbClr val="FFFFFF"/>
                </a:highlight>
                <a:latin typeface="Times New Roman"/>
                <a:cs typeface="Times New Roman"/>
              </a:rPr>
              <a:t>Weeks</a:t>
            </a:r>
            <a:r>
              <a:rPr lang="ru-RU" sz="2000" b="1">
                <a:highlight>
                  <a:srgbClr val="FFFFFF"/>
                </a:highlight>
                <a:latin typeface="Times New Roman"/>
                <a:cs typeface="Times New Roman"/>
              </a:rPr>
              <a:t> 12-14: </a:t>
            </a:r>
            <a:r>
              <a:rPr lang="ru-RU" sz="2000">
                <a:highlight>
                  <a:srgbClr val="FFFFFF"/>
                </a:highlight>
                <a:latin typeface="Times New Roman"/>
                <a:cs typeface="Times New Roman"/>
              </a:rPr>
              <a:t>Quantum </a:t>
            </a:r>
            <a:r>
              <a:rPr lang="ru-RU" sz="2000" err="1">
                <a:highlight>
                  <a:srgbClr val="FFFFFF"/>
                </a:highlight>
                <a:latin typeface="Times New Roman"/>
                <a:cs typeface="Times New Roman"/>
              </a:rPr>
              <a:t>threats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quantum-safe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cryptography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studying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quantum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computing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impacts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post-quantum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algorithms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quantum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key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distribution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protocols</a:t>
            </a:r>
            <a:r>
              <a:rPr lang="ru-RU" sz="2000">
                <a:highlight>
                  <a:srgbClr val="FFFFFF"/>
                </a:highlight>
                <a:latin typeface="Times New Roman"/>
                <a:cs typeface="Times New Roman"/>
              </a:rPr>
              <a:t>.</a:t>
            </a:r>
          </a:p>
          <a:p>
            <a:endParaRPr lang="ru-RU" sz="2000">
              <a:latin typeface="Times New Roman"/>
              <a:cs typeface="Times New Roman"/>
            </a:endParaRPr>
          </a:p>
        </p:txBody>
      </p:sp>
    </p:spTree>
    <p:extLst>
      <p:ext uri="{BB962C8B-B14F-4D97-AF65-F5344CB8AC3E}">
        <p14:creationId xmlns:p14="http://schemas.microsoft.com/office/powerpoint/2010/main" val="39464782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7FF06F1-809E-E315-C48C-AA796AEB72A6}"/>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6.2 Key </a:t>
            </a:r>
            <a:r>
              <a:rPr lang="ru-RU" sz="4000" b="1" err="1">
                <a:solidFill>
                  <a:srgbClr val="FFFFFF"/>
                </a:solidFill>
                <a:latin typeface="Times New Roman"/>
                <a:cs typeface="Times New Roman"/>
              </a:rPr>
              <a:t>Takeaways</a:t>
            </a:r>
          </a:p>
        </p:txBody>
      </p:sp>
      <p:sp>
        <p:nvSpPr>
          <p:cNvPr id="3" name="Объект 2">
            <a:extLst>
              <a:ext uri="{FF2B5EF4-FFF2-40B4-BE49-F238E27FC236}">
                <a16:creationId xmlns:a16="http://schemas.microsoft.com/office/drawing/2014/main" id="{D67CF532-BDAD-3CA6-D70B-9E1EE2086409}"/>
              </a:ext>
            </a:extLst>
          </p:cNvPr>
          <p:cNvSpPr>
            <a:spLocks noGrp="1"/>
          </p:cNvSpPr>
          <p:nvPr>
            <p:ph idx="1"/>
          </p:nvPr>
        </p:nvSpPr>
        <p:spPr>
          <a:xfrm>
            <a:off x="1371599" y="2318197"/>
            <a:ext cx="9724031" cy="3683358"/>
          </a:xfrm>
        </p:spPr>
        <p:txBody>
          <a:bodyPr vert="horz" lIns="91440" tIns="45720" rIns="91440" bIns="45720" rtlCol="0" anchor="ctr">
            <a:noAutofit/>
          </a:bodyPr>
          <a:lstStyle/>
          <a:p>
            <a:pPr marL="0" indent="0">
              <a:buNone/>
            </a:pPr>
            <a:r>
              <a:rPr lang="en-US" sz="2000">
                <a:highlight>
                  <a:srgbClr val="FFFFFF"/>
                </a:highlight>
                <a:latin typeface="Times New Roman"/>
                <a:cs typeface="Times New Roman"/>
              </a:rPr>
              <a:t>Students should retain the following essential concepts from this lecture:</a:t>
            </a:r>
            <a:endParaRPr lang="ru-RU" sz="2000">
              <a:highlight>
                <a:srgbClr val="FFFFFF"/>
              </a:highlight>
              <a:latin typeface="Times New Roman"/>
              <a:cs typeface="Times New Roman"/>
            </a:endParaRPr>
          </a:p>
          <a:p>
            <a:r>
              <a:rPr lang="ru-RU" sz="2000" err="1">
                <a:highlight>
                  <a:srgbClr val="FFFFFF"/>
                </a:highlight>
                <a:latin typeface="Times New Roman"/>
                <a:cs typeface="Times New Roman"/>
              </a:rPr>
              <a:t>Cryptography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a:highlight>
                  <a:srgbClr val="FFFFFF"/>
                </a:highlight>
                <a:latin typeface="Times New Roman"/>
                <a:cs typeface="Times New Roman"/>
              </a:rPr>
              <a:t> a </a:t>
            </a:r>
            <a:r>
              <a:rPr lang="ru-RU" sz="2000" err="1">
                <a:highlight>
                  <a:srgbClr val="FFFFFF"/>
                </a:highlight>
                <a:latin typeface="Times New Roman"/>
                <a:cs typeface="Times New Roman"/>
              </a:rPr>
              <a:t>scientific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discipline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based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mathematical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principles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rigorous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analysis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not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mysticism</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intuition</a:t>
            </a:r>
            <a:r>
              <a:rPr lang="ru-RU" sz="2000">
                <a:highlight>
                  <a:srgbClr val="FFFFFF"/>
                </a:highlight>
                <a:latin typeface="Times New Roman"/>
                <a:cs typeface="Times New Roman"/>
              </a:rPr>
              <a:t>.</a:t>
            </a:r>
          </a:p>
          <a:p>
            <a:r>
              <a:rPr lang="en-US" sz="2000">
                <a:highlight>
                  <a:srgbClr val="FFFFFF"/>
                </a:highlight>
                <a:latin typeface="Times New Roman"/>
                <a:cs typeface="Times New Roman"/>
              </a:rPr>
              <a:t>Historical ciphers failed due to small </a:t>
            </a:r>
            <a:r>
              <a:rPr lang="en-US" sz="2000" err="1">
                <a:highlight>
                  <a:srgbClr val="FFFFFF"/>
                </a:highlight>
                <a:latin typeface="Times New Roman"/>
                <a:cs typeface="Times New Roman"/>
              </a:rPr>
              <a:t>keyspaces</a:t>
            </a:r>
            <a:r>
              <a:rPr lang="en-US" sz="2000">
                <a:highlight>
                  <a:srgbClr val="FFFFFF"/>
                </a:highlight>
                <a:latin typeface="Times New Roman"/>
                <a:cs typeface="Times New Roman"/>
              </a:rPr>
              <a:t> and preservation of statistical patterns. Modern systems address these weaknesses through large keys and designed confusion and diffusion.</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Security through obscurity is ineffective. </a:t>
            </a:r>
            <a:r>
              <a:rPr lang="en-US" sz="2000" err="1">
                <a:highlight>
                  <a:srgbClr val="FFFFFF"/>
                </a:highlight>
                <a:latin typeface="Times New Roman"/>
                <a:cs typeface="Times New Roman"/>
              </a:rPr>
              <a:t>Kerckhoffs</a:t>
            </a:r>
            <a:r>
              <a:rPr lang="en-US" sz="2000">
                <a:highlight>
                  <a:srgbClr val="FFFFFF"/>
                </a:highlight>
                <a:latin typeface="Times New Roman"/>
                <a:cs typeface="Times New Roman"/>
              </a:rPr>
              <a:t>' principle mandates that only keys, not algorithms, should be secret.</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Different cryptographic primitives serve different purposes. Selecting appropriate tools for specific security objectives is crucial.</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Professional paranoia—thinking </a:t>
            </a:r>
            <a:r>
              <a:rPr lang="en-US" sz="2000" err="1">
                <a:highlight>
                  <a:srgbClr val="FFFFFF"/>
                </a:highlight>
                <a:latin typeface="Times New Roman"/>
                <a:cs typeface="Times New Roman"/>
              </a:rPr>
              <a:t>adversarially</a:t>
            </a:r>
            <a:r>
              <a:rPr lang="en-US" sz="2000">
                <a:highlight>
                  <a:srgbClr val="FFFFFF"/>
                </a:highlight>
                <a:latin typeface="Times New Roman"/>
                <a:cs typeface="Times New Roman"/>
              </a:rPr>
              <a:t> while designing defensively—is essential for cryptographic security.</a:t>
            </a:r>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27782408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066082C-1574-3CFF-FD1B-EF2F9B525EE6}"/>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6.3 Preparation for Next Lecture</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F7799202-EC36-BAB4-D035-540DBD717568}"/>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err="1">
                <a:highlight>
                  <a:srgbClr val="FFFFFF"/>
                </a:highlight>
                <a:latin typeface="Times New Roman"/>
                <a:cs typeface="Times New Roman"/>
              </a:rPr>
              <a:t>Students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should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complete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following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tasks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before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next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lecture</a:t>
            </a:r>
            <a:r>
              <a:rPr lang="ru-RU" sz="2000">
                <a:highlight>
                  <a:srgbClr val="FFFFFF"/>
                </a:highlight>
                <a:latin typeface="Times New Roman"/>
                <a:cs typeface="Times New Roman"/>
              </a:rPr>
              <a:t>:</a:t>
            </a:r>
            <a:endParaRPr lang="ru-RU" sz="2000">
              <a:latin typeface="Times New Roman"/>
              <a:cs typeface="Times New Roman"/>
            </a:endParaRPr>
          </a:p>
          <a:p>
            <a:r>
              <a:rPr lang="ru-RU" sz="2000" err="1">
                <a:highlight>
                  <a:srgbClr val="FFFFFF"/>
                </a:highlight>
                <a:latin typeface="Times New Roman"/>
                <a:cs typeface="Times New Roman"/>
              </a:rPr>
              <a:t>Read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Ferguson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Cryptography</a:t>
            </a:r>
            <a:r>
              <a:rPr lang="ru-RU" sz="2000">
                <a:highlight>
                  <a:srgbClr val="FFFFFF"/>
                </a:highlight>
                <a:latin typeface="Times New Roman"/>
                <a:cs typeface="Times New Roman"/>
              </a:rPr>
              <a:t> Engineering, </a:t>
            </a:r>
            <a:r>
              <a:rPr lang="ru-RU" sz="2000" err="1">
                <a:highlight>
                  <a:srgbClr val="FFFFFF"/>
                </a:highlight>
                <a:latin typeface="Times New Roman"/>
                <a:cs typeface="Times New Roman"/>
              </a:rPr>
              <a:t>Chapter</a:t>
            </a:r>
            <a:r>
              <a:rPr lang="ru-RU" sz="2000">
                <a:highlight>
                  <a:srgbClr val="FFFFFF"/>
                </a:highlight>
                <a:latin typeface="Times New Roman"/>
                <a:cs typeface="Times New Roman"/>
              </a:rPr>
              <a:t> 3: Block </a:t>
            </a:r>
            <a:r>
              <a:rPr lang="ru-RU" sz="2000" err="1">
                <a:highlight>
                  <a:srgbClr val="FFFFFF"/>
                </a:highlight>
                <a:latin typeface="Times New Roman"/>
                <a:cs typeface="Times New Roman"/>
              </a:rPr>
              <a:t>Ciphers</a:t>
            </a:r>
          </a:p>
          <a:p>
            <a:r>
              <a:rPr lang="en-US" sz="2000">
                <a:highlight>
                  <a:srgbClr val="FFFFFF"/>
                </a:highlight>
                <a:latin typeface="Times New Roman"/>
                <a:cs typeface="Times New Roman"/>
              </a:rPr>
              <a:t>Read Aumasson, Serious Cryptography, Chapter 4: Block Ciphers</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Install Python development environment and cryptography library (python-cryptography or </a:t>
            </a:r>
            <a:r>
              <a:rPr lang="en-US" sz="2000" err="1">
                <a:highlight>
                  <a:srgbClr val="FFFFFF"/>
                </a:highlight>
                <a:latin typeface="Times New Roman"/>
                <a:cs typeface="Times New Roman"/>
              </a:rPr>
              <a:t>PyCryptodome</a:t>
            </a:r>
            <a:r>
              <a:rPr lang="en-US" sz="2000">
                <a:highlight>
                  <a:srgbClr val="FFFFFF"/>
                </a:highlight>
                <a:latin typeface="Times New Roman"/>
                <a:cs typeface="Times New Roman"/>
              </a:rPr>
              <a:t>)</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Review </a:t>
            </a:r>
            <a:r>
              <a:rPr lang="ru-RU" sz="2000" err="1">
                <a:highlight>
                  <a:srgbClr val="FFFFFF"/>
                </a:highlight>
                <a:latin typeface="Times New Roman"/>
                <a:cs typeface="Times New Roman"/>
              </a:rPr>
              <a:t>modular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arithmetic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binary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operations</a:t>
            </a:r>
            <a:r>
              <a:rPr lang="ru-RU" sz="2000">
                <a:highlight>
                  <a:srgbClr val="FFFFFF"/>
                </a:highlight>
                <a:latin typeface="Times New Roman"/>
                <a:cs typeface="Times New Roman"/>
              </a:rPr>
              <a:t> (XOR, </a:t>
            </a:r>
            <a:r>
              <a:rPr lang="ru-RU" sz="2000" err="1">
                <a:highlight>
                  <a:srgbClr val="FFFFFF"/>
                </a:highlight>
                <a:latin typeface="Times New Roman"/>
                <a:cs typeface="Times New Roman"/>
              </a:rPr>
              <a:t>bit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shifts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rotations</a:t>
            </a:r>
            <a:r>
              <a:rPr lang="ru-RU" sz="2000">
                <a:highlight>
                  <a:srgbClr val="FFFFFF"/>
                </a:highlight>
                <a:latin typeface="Times New Roman"/>
                <a:cs typeface="Times New Roman"/>
              </a:rPr>
              <a:t>)</a:t>
            </a:r>
          </a:p>
          <a:p>
            <a:pPr marL="0" indent="0">
              <a:buNone/>
            </a:pPr>
            <a:r>
              <a:rPr lang="ru-RU" sz="2000">
                <a:highlight>
                  <a:srgbClr val="FFFFFF"/>
                </a:highlight>
                <a:latin typeface="Times New Roman"/>
                <a:cs typeface="Times New Roman"/>
              </a:rPr>
              <a:t>The </a:t>
            </a:r>
            <a:r>
              <a:rPr lang="ru-RU" sz="2000" err="1">
                <a:highlight>
                  <a:srgbClr val="FFFFFF"/>
                </a:highlight>
                <a:latin typeface="Times New Roman"/>
                <a:cs typeface="Times New Roman"/>
              </a:rPr>
              <a:t>next</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lecture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will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examine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block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design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principles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focusing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confusion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diffusion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Data </a:t>
            </a:r>
            <a:r>
              <a:rPr lang="ru-RU" sz="2000" err="1">
                <a:highlight>
                  <a:srgbClr val="FFFFFF"/>
                </a:highlight>
                <a:latin typeface="Times New Roman"/>
                <a:cs typeface="Times New Roman"/>
              </a:rPr>
              <a:t>Encryption</a:t>
            </a:r>
            <a:r>
              <a:rPr lang="ru-RU" sz="2000">
                <a:highlight>
                  <a:srgbClr val="FFFFFF"/>
                </a:highlight>
                <a:latin typeface="Times New Roman"/>
                <a:cs typeface="Times New Roman"/>
              </a:rPr>
              <a:t> Standard (DES)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Advanced </a:t>
            </a:r>
            <a:r>
              <a:rPr lang="ru-RU" sz="2000" err="1">
                <a:highlight>
                  <a:srgbClr val="FFFFFF"/>
                </a:highlight>
                <a:latin typeface="Times New Roman"/>
                <a:cs typeface="Times New Roman"/>
              </a:rPr>
              <a:t>Encryption</a:t>
            </a:r>
            <a:r>
              <a:rPr lang="ru-RU" sz="2000">
                <a:highlight>
                  <a:srgbClr val="FFFFFF"/>
                </a:highlight>
                <a:latin typeface="Times New Roman"/>
                <a:cs typeface="Times New Roman"/>
              </a:rPr>
              <a:t> Standard (AES). We </a:t>
            </a:r>
            <a:r>
              <a:rPr lang="ru-RU" sz="2000" err="1">
                <a:highlight>
                  <a:srgbClr val="FFFFFF"/>
                </a:highlight>
                <a:latin typeface="Times New Roman"/>
                <a:cs typeface="Times New Roman"/>
              </a:rPr>
              <a:t>will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study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mathematical</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structures</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underlying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modern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symmetric</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cryptography</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begin</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implementing</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block</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cipher</a:t>
            </a:r>
            <a:r>
              <a:rPr lang="ru-RU" sz="2000">
                <a:highlight>
                  <a:srgbClr val="FFFFFF"/>
                </a:highlight>
                <a:latin typeface="Times New Roman"/>
                <a:cs typeface="Times New Roman"/>
              </a:rPr>
              <a:t> </a:t>
            </a:r>
            <a:r>
              <a:rPr lang="ru-RU" sz="2000" err="1">
                <a:highlight>
                  <a:srgbClr val="FFFFFF"/>
                </a:highlight>
                <a:latin typeface="Times New Roman"/>
                <a:cs typeface="Times New Roman"/>
              </a:rPr>
              <a:t>operations</a:t>
            </a:r>
            <a:r>
              <a:rPr lang="ru-RU" sz="2000">
                <a:highlight>
                  <a:srgbClr val="FFFFFF"/>
                </a:highlight>
                <a:latin typeface="Times New Roman"/>
                <a:cs typeface="Times New Roman"/>
              </a:rPr>
              <a:t>.</a:t>
            </a:r>
            <a:endParaRPr lang="ru-RU" sz="2000">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33843644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7915AAC6-F7CC-B911-BE1D-9E4C86B6E8C1}"/>
              </a:ext>
            </a:extLst>
          </p:cNvPr>
          <p:cNvSpPr>
            <a:spLocks noGrp="1"/>
          </p:cNvSpPr>
          <p:nvPr>
            <p:ph type="title"/>
          </p:nvPr>
        </p:nvSpPr>
        <p:spPr>
          <a:xfrm>
            <a:off x="1371599" y="294538"/>
            <a:ext cx="9895951" cy="1033669"/>
          </a:xfrm>
        </p:spPr>
        <p:txBody>
          <a:bodyPr>
            <a:normAutofit/>
          </a:bodyPr>
          <a:lstStyle/>
          <a:p>
            <a:r>
              <a:rPr lang="ru-RU" sz="4000" b="1" err="1">
                <a:solidFill>
                  <a:srgbClr val="FFFFFF"/>
                </a:solidFill>
                <a:latin typeface="Times New Roman"/>
                <a:cs typeface="Times New Roman"/>
              </a:rPr>
              <a:t>References</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CCC5B97C-73B3-BC6C-E5F1-FCEC61633FC3}"/>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1700">
                <a:highlight>
                  <a:srgbClr val="FFFFFF"/>
                </a:highlight>
                <a:latin typeface="Times New Roman"/>
                <a:cs typeface="Times New Roman"/>
              </a:rPr>
              <a:t>Aumasson, J.-P. (2018). </a:t>
            </a:r>
            <a:r>
              <a:rPr lang="en-US" sz="1700" i="1">
                <a:highlight>
                  <a:srgbClr val="FFFFFF"/>
                </a:highlight>
                <a:latin typeface="Times New Roman"/>
                <a:cs typeface="Times New Roman"/>
              </a:rPr>
              <a:t>Serious cryptography: A practical introduction to modern encryption</a:t>
            </a:r>
            <a:r>
              <a:rPr lang="en-US" sz="1700">
                <a:highlight>
                  <a:srgbClr val="FFFFFF"/>
                </a:highlight>
                <a:latin typeface="Times New Roman"/>
                <a:cs typeface="Times New Roman"/>
              </a:rPr>
              <a:t>. No Starch Press.</a:t>
            </a:r>
            <a:endParaRPr lang="ru-RU" sz="1700">
              <a:highlight>
                <a:srgbClr val="FFFFFF"/>
              </a:highlight>
              <a:latin typeface="Times New Roman"/>
              <a:cs typeface="Times New Roman"/>
            </a:endParaRPr>
          </a:p>
          <a:p>
            <a:r>
              <a:rPr lang="ru-RU" sz="1700">
                <a:highlight>
                  <a:srgbClr val="FFFFFF"/>
                </a:highlight>
                <a:latin typeface="Times New Roman"/>
                <a:cs typeface="Times New Roman"/>
              </a:rPr>
              <a:t>Ferguson, N., Schneier, B., &amp; Kohno, T. (2010). </a:t>
            </a:r>
            <a:r>
              <a:rPr lang="ru-RU" sz="1700" i="1">
                <a:highlight>
                  <a:srgbClr val="FFFFFF"/>
                </a:highlight>
                <a:latin typeface="Times New Roman"/>
                <a:cs typeface="Times New Roman"/>
              </a:rPr>
              <a:t>Cryptography engineering: Design principles and practical applications</a:t>
            </a:r>
            <a:r>
              <a:rPr lang="ru-RU" sz="1700">
                <a:highlight>
                  <a:srgbClr val="FFFFFF"/>
                </a:highlight>
                <a:latin typeface="Times New Roman"/>
                <a:cs typeface="Times New Roman"/>
              </a:rPr>
              <a:t>. Wiley Publishing, Inc.</a:t>
            </a:r>
          </a:p>
          <a:p>
            <a:r>
              <a:rPr lang="ru-RU" sz="1700">
                <a:highlight>
                  <a:srgbClr val="FFFFFF"/>
                </a:highlight>
                <a:latin typeface="Times New Roman"/>
                <a:cs typeface="Times New Roman"/>
              </a:rPr>
              <a:t>Katz, J., &amp; Lindell, Y. (2020). </a:t>
            </a:r>
            <a:r>
              <a:rPr lang="ru-RU" sz="1700" i="1">
                <a:highlight>
                  <a:srgbClr val="FFFFFF"/>
                </a:highlight>
                <a:latin typeface="Times New Roman"/>
                <a:cs typeface="Times New Roman"/>
              </a:rPr>
              <a:t>Introduction to modern cryptography</a:t>
            </a:r>
            <a:r>
              <a:rPr lang="ru-RU" sz="1700">
                <a:highlight>
                  <a:srgbClr val="FFFFFF"/>
                </a:highlight>
                <a:latin typeface="Times New Roman"/>
                <a:cs typeface="Times New Roman"/>
              </a:rPr>
              <a:t> (3rd ed.). CRC Press.</a:t>
            </a:r>
          </a:p>
          <a:p>
            <a:r>
              <a:rPr lang="en-US" sz="1700">
                <a:highlight>
                  <a:srgbClr val="FFFFFF"/>
                </a:highlight>
                <a:latin typeface="Times New Roman"/>
                <a:cs typeface="Times New Roman"/>
              </a:rPr>
              <a:t>Kerckhoffs, A. (1883). La cryptographie militaire. </a:t>
            </a:r>
            <a:r>
              <a:rPr lang="en-US" sz="1700" i="1">
                <a:highlight>
                  <a:srgbClr val="FFFFFF"/>
                </a:highlight>
                <a:latin typeface="Times New Roman"/>
                <a:cs typeface="Times New Roman"/>
              </a:rPr>
              <a:t>Journal des Sciences Militaires</a:t>
            </a:r>
            <a:r>
              <a:rPr lang="en-US" sz="1700">
                <a:highlight>
                  <a:srgbClr val="FFFFFF"/>
                </a:highlight>
                <a:latin typeface="Times New Roman"/>
                <a:cs typeface="Times New Roman"/>
              </a:rPr>
              <a:t>, IX, 5-38.</a:t>
            </a:r>
            <a:endParaRPr lang="ru-RU" sz="1700">
              <a:highlight>
                <a:srgbClr val="FFFFFF"/>
              </a:highlight>
              <a:latin typeface="Times New Roman"/>
              <a:cs typeface="Times New Roman"/>
            </a:endParaRPr>
          </a:p>
          <a:p>
            <a:r>
              <a:rPr lang="en-US" sz="1700">
                <a:highlight>
                  <a:srgbClr val="FFFFFF"/>
                </a:highlight>
                <a:latin typeface="Times New Roman"/>
                <a:cs typeface="Times New Roman"/>
              </a:rPr>
              <a:t>Rosulek, M. (2021). </a:t>
            </a:r>
            <a:r>
              <a:rPr lang="en-US" sz="1700" i="1">
                <a:highlight>
                  <a:srgbClr val="FFFFFF"/>
                </a:highlight>
                <a:latin typeface="Times New Roman"/>
                <a:cs typeface="Times New Roman"/>
              </a:rPr>
              <a:t>The joy of cryptography</a:t>
            </a:r>
            <a:r>
              <a:rPr lang="en-US" sz="1700">
                <a:highlight>
                  <a:srgbClr val="FFFFFF"/>
                </a:highlight>
                <a:latin typeface="Times New Roman"/>
                <a:cs typeface="Times New Roman"/>
              </a:rPr>
              <a:t>. Oregon State University. </a:t>
            </a:r>
            <a:r>
              <a:rPr lang="en-US" sz="1700">
                <a:highlight>
                  <a:srgbClr val="FFFFFF"/>
                </a:highlight>
                <a:latin typeface="Times New Roman"/>
                <a:cs typeface="Times New Roman"/>
                <a:hlinkClick r:id="rId2"/>
              </a:rPr>
              <a:t>https://joyofcryptography.com</a:t>
            </a:r>
            <a:endParaRPr lang="ru-RU" sz="1700">
              <a:highlight>
                <a:srgbClr val="FFFFFF"/>
              </a:highlight>
              <a:latin typeface="Times New Roman"/>
              <a:cs typeface="Times New Roman"/>
            </a:endParaRPr>
          </a:p>
          <a:p>
            <a:r>
              <a:rPr lang="ru-RU" sz="1700">
                <a:highlight>
                  <a:srgbClr val="FFFFFF"/>
                </a:highlight>
                <a:latin typeface="Times New Roman"/>
                <a:cs typeface="Times New Roman"/>
              </a:rPr>
              <a:t>Shannon, C. E. (1949). Communication theory of secrecy systems. </a:t>
            </a:r>
            <a:r>
              <a:rPr lang="ru-RU" sz="1700" i="1">
                <a:highlight>
                  <a:srgbClr val="FFFFFF"/>
                </a:highlight>
                <a:latin typeface="Times New Roman"/>
                <a:cs typeface="Times New Roman"/>
              </a:rPr>
              <a:t>Bell System Technical Journal</a:t>
            </a:r>
            <a:r>
              <a:rPr lang="ru-RU" sz="1700">
                <a:highlight>
                  <a:srgbClr val="FFFFFF"/>
                </a:highlight>
                <a:latin typeface="Times New Roman"/>
                <a:cs typeface="Times New Roman"/>
              </a:rPr>
              <a:t>, 28(4), 656-715.</a:t>
            </a:r>
          </a:p>
          <a:p>
            <a:r>
              <a:rPr lang="en-US" sz="1700">
                <a:highlight>
                  <a:srgbClr val="FFFFFF"/>
                </a:highlight>
                <a:latin typeface="Times New Roman"/>
                <a:cs typeface="Times New Roman"/>
              </a:rPr>
              <a:t>Vidick, T., &amp; Wehner, S. (2024). </a:t>
            </a:r>
            <a:r>
              <a:rPr lang="en-US" sz="1700" i="1">
                <a:highlight>
                  <a:srgbClr val="FFFFFF"/>
                </a:highlight>
                <a:latin typeface="Times New Roman"/>
                <a:cs typeface="Times New Roman"/>
              </a:rPr>
              <a:t>Introduction to quantum cryptography</a:t>
            </a:r>
            <a:r>
              <a:rPr lang="en-US" sz="1700">
                <a:highlight>
                  <a:srgbClr val="FFFFFF"/>
                </a:highlight>
                <a:latin typeface="Times New Roman"/>
                <a:cs typeface="Times New Roman"/>
              </a:rPr>
              <a:t>. Cambridge University Press.</a:t>
            </a:r>
            <a:endParaRPr lang="ru-RU" sz="1700">
              <a:highlight>
                <a:srgbClr val="FFFFFF"/>
              </a:highlight>
              <a:latin typeface="Times New Roman"/>
              <a:cs typeface="Times New Roman"/>
            </a:endParaRPr>
          </a:p>
          <a:p>
            <a:endParaRPr lang="ru-RU" sz="1700">
              <a:latin typeface="Times New Roman"/>
              <a:cs typeface="Times New Roman"/>
            </a:endParaRPr>
          </a:p>
        </p:txBody>
      </p:sp>
    </p:spTree>
    <p:extLst>
      <p:ext uri="{BB962C8B-B14F-4D97-AF65-F5344CB8AC3E}">
        <p14:creationId xmlns:p14="http://schemas.microsoft.com/office/powerpoint/2010/main" val="1195977128"/>
      </p:ext>
    </p:extLst>
  </p:cSld>
  <p:clrMapOvr>
    <a:masterClrMapping/>
  </p:clrMapOvr>
</p:sld>
</file>

<file path=ppt/theme/theme1.xml><?xml version="1.0" encoding="utf-8"?>
<a:theme xmlns:a="http://schemas.openxmlformats.org/drawingml/2006/main" name="Тема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Документ" ma:contentTypeID="0x0101009A8D18DF04E7B24DB531D034DE08C523" ma:contentTypeVersion="3" ma:contentTypeDescription="Создание документа." ma:contentTypeScope="" ma:versionID="42e10639191b7e3b63d24bcf897b384e">
  <xsd:schema xmlns:xsd="http://www.w3.org/2001/XMLSchema" xmlns:xs="http://www.w3.org/2001/XMLSchema" xmlns:p="http://schemas.microsoft.com/office/2006/metadata/properties" xmlns:ns2="97039dda-64f8-41f1-b3d6-f92ff14c1096" targetNamespace="http://schemas.microsoft.com/office/2006/metadata/properties" ma:root="true" ma:fieldsID="5776f9c6e434ed901ab2dac168f69dd4" ns2:_="">
    <xsd:import namespace="97039dda-64f8-41f1-b3d6-f92ff14c109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039dda-64f8-41f1-b3d6-f92ff14c10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C3629AE-1315-4860-BF49-3CC59B5EB62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A5E022E-ACC0-4057-B795-2E3A56C310B1}">
  <ds:schemaRefs>
    <ds:schemaRef ds:uri="97039dda-64f8-41f1-b3d6-f92ff14c109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9714F23-B39C-4577-A9AB-80700D7CBD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49</Slides>
  <Notes>0</Notes>
  <HiddenSlides>0</HiddenSlide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Тема Office</vt:lpstr>
      <vt:lpstr>Lecture 1. Introduction to Cryptography</vt:lpstr>
      <vt:lpstr>Agenda</vt:lpstr>
      <vt:lpstr>Course Introduction</vt:lpstr>
      <vt:lpstr>Course Objectives</vt:lpstr>
      <vt:lpstr>Literature</vt:lpstr>
      <vt:lpstr>Course Assessment Criteria</vt:lpstr>
      <vt:lpstr>Student Independent Studies/TSIS</vt:lpstr>
      <vt:lpstr>1.Introduction to Cryptography</vt:lpstr>
      <vt:lpstr>1.1 Definition of Cryptography</vt:lpstr>
      <vt:lpstr>1.1 Definition of Cryptography</vt:lpstr>
      <vt:lpstr>Example 1.1: Real-World Cryptographic Applications</vt:lpstr>
      <vt:lpstr>1.2 Distinction from Related Disciplines</vt:lpstr>
      <vt:lpstr>2.Historical Development of Cryptography</vt:lpstr>
      <vt:lpstr>2.1 Classical Cryptography: Substitution Ciphers</vt:lpstr>
      <vt:lpstr>Example 2.1: Caesar Cipher Encryption</vt:lpstr>
      <vt:lpstr>2.1.2 Cryptanalysis of the Caesar Cipher</vt:lpstr>
      <vt:lpstr>Example 2.2: Frequency Analysis Attack</vt:lpstr>
      <vt:lpstr>2.2 Polyalphabetic Ciphers: The Vigenère Cipher</vt:lpstr>
      <vt:lpstr>Example 2.3: Vigenère Cipher Encryption</vt:lpstr>
      <vt:lpstr>2.2.1 Cryptanalysis: Kasiski Examination</vt:lpstr>
      <vt:lpstr>2.2.1 Cryptanalysis: Kasiski Examination</vt:lpstr>
      <vt:lpstr>2.3.1 Breaking the Enigma</vt:lpstr>
      <vt:lpstr>3.Fundamental Principles of Modern Cryptography</vt:lpstr>
      <vt:lpstr>3.1 Kerckhoffs' Principle</vt:lpstr>
      <vt:lpstr>Example 3.1: Security Through Obscurity Failures</vt:lpstr>
      <vt:lpstr>3.2 Computational Security vs. Information-Theoretic Security</vt:lpstr>
      <vt:lpstr>3.2 Computational Security vs. Information-Theoretic Security</vt:lpstr>
      <vt:lpstr>4.Classification of Cryptographic Primitives</vt:lpstr>
      <vt:lpstr>4.1 Symmetric-Key Cryptography</vt:lpstr>
      <vt:lpstr>4.2 Cryptographic Hash Functions</vt:lpstr>
      <vt:lpstr>4.2 Cryptographic Hash Functions</vt:lpstr>
      <vt:lpstr>4.3 Asymmetric (Public-Key) Cryptography</vt:lpstr>
      <vt:lpstr>4.3 Asymmetric (Public-Key) Cryptography</vt:lpstr>
      <vt:lpstr>4.4 Post-Quantum and Quantum Cryptography</vt:lpstr>
      <vt:lpstr>4.4 Post-Quantum and Quantum Cryptography</vt:lpstr>
      <vt:lpstr>5.Security Thinking and Professional Paranoia</vt:lpstr>
      <vt:lpstr>5.1 The Adversarial Model </vt:lpstr>
      <vt:lpstr>5.1 The Adversarial Model </vt:lpstr>
      <vt:lpstr>5.2 Defense in Depth</vt:lpstr>
      <vt:lpstr>Example 5.1: Cryptographic vs. System Security</vt:lpstr>
      <vt:lpstr>5.3 Secure Failure Modes</vt:lpstr>
      <vt:lpstr>5.4 The Weakest Link Principle</vt:lpstr>
      <vt:lpstr>5.5 Trust Minimization</vt:lpstr>
      <vt:lpstr>6.Conclusion</vt:lpstr>
      <vt:lpstr>Conclusion</vt:lpstr>
      <vt:lpstr>6.1 Looking Forward</vt:lpstr>
      <vt:lpstr>6.2 Key Takeaways</vt:lpstr>
      <vt:lpstr>6.3 Preparation for Next Lecture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2026-01-18T11:12:28Z</dcterms:created>
  <dcterms:modified xsi:type="dcterms:W3CDTF">2026-01-20T18:44:11Z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0x0101009A8D18DF04E7B24DB531D034DE08C523</vt:lpwstr>
  </property>
</Properties>
</file>