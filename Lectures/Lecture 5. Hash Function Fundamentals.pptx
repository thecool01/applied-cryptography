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60" r:id="rId6"/>
    <p:sldId id="262" r:id="rId7"/>
    <p:sldId id="263" r:id="rId8"/>
    <p:sldId id="264" r:id="rId9"/>
    <p:sldId id="265" r:id="rId10"/>
    <p:sldId id="266" r:id="rId11"/>
    <p:sldId id="261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6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A4FF2-1FA9-948B-327C-7CC7889B91A1}" v="2" dt="2026-02-16T07:44:03.6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ya Roganskaya" userId="S::s_roganskaya@kbtu.kz::30008102-0e54-4e09-a2f7-fa786966cc05" providerId="AD" clId="Web-{EDAA4FF2-1FA9-948B-327C-7CC7889B91A1}"/>
    <pc:docChg chg="modSld">
      <pc:chgData name="Sofya Roganskaya" userId="S::s_roganskaya@kbtu.kz::30008102-0e54-4e09-a2f7-fa786966cc05" providerId="AD" clId="Web-{EDAA4FF2-1FA9-948B-327C-7CC7889B91A1}" dt="2026-02-16T07:44:03.671" v="1" actId="20577"/>
      <pc:docMkLst>
        <pc:docMk/>
      </pc:docMkLst>
      <pc:sldChg chg="modSp">
        <pc:chgData name="Sofya Roganskaya" userId="S::s_roganskaya@kbtu.kz::30008102-0e54-4e09-a2f7-fa786966cc05" providerId="AD" clId="Web-{EDAA4FF2-1FA9-948B-327C-7CC7889B91A1}" dt="2026-02-16T07:44:03.671" v="1" actId="20577"/>
        <pc:sldMkLst>
          <pc:docMk/>
          <pc:sldMk cId="1760698433" sldId="266"/>
        </pc:sldMkLst>
        <pc:spChg chg="mod">
          <ac:chgData name="Sofya Roganskaya" userId="S::s_roganskaya@kbtu.kz::30008102-0e54-4e09-a2f7-fa786966cc05" providerId="AD" clId="Web-{EDAA4FF2-1FA9-948B-327C-7CC7889B91A1}" dt="2026-02-16T07:44:03.671" v="1" actId="20577"/>
          <ac:spMkLst>
            <pc:docMk/>
            <pc:sldMk cId="1760698433" sldId="266"/>
            <ac:spMk id="3" creationId="{BEC3CFC5-843C-8AA9-5FD6-60D713AB8D72}"/>
          </ac:spMkLst>
        </pc:spChg>
      </pc:sldChg>
    </pc:docChg>
  </pc:docChgLst>
  <pc:docChgLst>
    <pc:chgData name="Temirlan Zhaxalykov" userId="S::t.zhaxalykov@kbtu.kz::037320a9-8ef1-4acb-bb74-1ab60141db9d" providerId="AD" clId="Web-{9D126DE5-792C-1A13-DA0F-D80C7443BD65}"/>
    <pc:docChg chg="addSld delSld modSld sldOrd">
      <pc:chgData name="Temirlan Zhaxalykov" userId="S::t.zhaxalykov@kbtu.kz::037320a9-8ef1-4acb-bb74-1ab60141db9d" providerId="AD" clId="Web-{9D126DE5-792C-1A13-DA0F-D80C7443BD65}" dt="2026-02-11T16:01:18.804" v="339" actId="20577"/>
      <pc:docMkLst>
        <pc:docMk/>
      </pc:docMkLst>
      <pc:sldChg chg="del">
        <pc:chgData name="Temirlan Zhaxalykov" userId="S::t.zhaxalykov@kbtu.kz::037320a9-8ef1-4acb-bb74-1ab60141db9d" providerId="AD" clId="Web-{9D126DE5-792C-1A13-DA0F-D80C7443BD65}" dt="2026-02-11T14:36:41.359" v="1"/>
        <pc:sldMkLst>
          <pc:docMk/>
          <pc:sldMk cId="1351651579" sldId="256"/>
        </pc:sldMkLst>
      </pc:sldChg>
      <pc:sldChg chg="new del">
        <pc:chgData name="Temirlan Zhaxalykov" userId="S::t.zhaxalykov@kbtu.kz::037320a9-8ef1-4acb-bb74-1ab60141db9d" providerId="AD" clId="Web-{9D126DE5-792C-1A13-DA0F-D80C7443BD65}" dt="2026-02-11T14:37:08.938" v="5"/>
        <pc:sldMkLst>
          <pc:docMk/>
          <pc:sldMk cId="2636611674" sldId="256"/>
        </pc:sldMkLst>
      </pc:sldChg>
      <pc:sldChg chg="add del">
        <pc:chgData name="Temirlan Zhaxalykov" userId="S::t.zhaxalykov@kbtu.kz::037320a9-8ef1-4acb-bb74-1ab60141db9d" providerId="AD" clId="Web-{9D126DE5-792C-1A13-DA0F-D80C7443BD65}" dt="2026-02-11T14:38:15.939" v="8"/>
        <pc:sldMkLst>
          <pc:docMk/>
          <pc:sldMk cId="3639920370" sldId="257"/>
        </pc:sldMkLst>
      </pc:sldChg>
      <pc:sldChg chg="addSp modSp add">
        <pc:chgData name="Temirlan Zhaxalykov" userId="S::t.zhaxalykov@kbtu.kz::037320a9-8ef1-4acb-bb74-1ab60141db9d" providerId="AD" clId="Web-{9D126DE5-792C-1A13-DA0F-D80C7443BD65}" dt="2026-02-11T14:38:51.893" v="25" actId="20577"/>
        <pc:sldMkLst>
          <pc:docMk/>
          <pc:sldMk cId="4273798576" sldId="258"/>
        </pc:sldMkLst>
        <pc:spChg chg="mod">
          <ac:chgData name="Temirlan Zhaxalykov" userId="S::t.zhaxalykov@kbtu.kz::037320a9-8ef1-4acb-bb74-1ab60141db9d" providerId="AD" clId="Web-{9D126DE5-792C-1A13-DA0F-D80C7443BD65}" dt="2026-02-11T14:38:51.893" v="25" actId="20577"/>
          <ac:spMkLst>
            <pc:docMk/>
            <pc:sldMk cId="4273798576" sldId="258"/>
            <ac:spMk id="2" creationId="{00000000-0000-0000-0000-000000000000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8:11.392" v="7"/>
          <ac:spMkLst>
            <pc:docMk/>
            <pc:sldMk cId="4273798576" sldId="258"/>
            <ac:spMk id="8" creationId="{6F5A5072-7B47-4D32-B52A-4EBBF590B8A5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8:11.392" v="7"/>
          <ac:spMkLst>
            <pc:docMk/>
            <pc:sldMk cId="4273798576" sldId="258"/>
            <ac:spMk id="10" creationId="{9715DAF0-AE1B-46C9-8A6B-DB2AA05AB91D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8:11.392" v="7"/>
          <ac:spMkLst>
            <pc:docMk/>
            <pc:sldMk cId="4273798576" sldId="258"/>
            <ac:spMk id="12" creationId="{6016219D-510E-4184-9090-6D5578A87BD1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8:11.392" v="7"/>
          <ac:spMkLst>
            <pc:docMk/>
            <pc:sldMk cId="4273798576" sldId="258"/>
            <ac:spMk id="14" creationId="{AFF4A713-7B75-4B21-90D7-5AB19547C72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8:11.392" v="7"/>
          <ac:spMkLst>
            <pc:docMk/>
            <pc:sldMk cId="4273798576" sldId="258"/>
            <ac:spMk id="16" creationId="{DC631C0B-6DA6-4E57-8231-CE32B3434A7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8:11.392" v="7"/>
          <ac:spMkLst>
            <pc:docMk/>
            <pc:sldMk cId="4273798576" sldId="258"/>
            <ac:spMk id="18" creationId="{C29501E6-A978-4A61-9689-9085AF97A53A}"/>
          </ac:spMkLst>
        </pc:spChg>
      </pc:sldChg>
      <pc:sldChg chg="new del">
        <pc:chgData name="Temirlan Zhaxalykov" userId="S::t.zhaxalykov@kbtu.kz::037320a9-8ef1-4acb-bb74-1ab60141db9d" providerId="AD" clId="Web-{9D126DE5-792C-1A13-DA0F-D80C7443BD65}" dt="2026-02-11T14:39:00.815" v="28"/>
        <pc:sldMkLst>
          <pc:docMk/>
          <pc:sldMk cId="4119551635" sldId="259"/>
        </pc:sldMkLst>
      </pc:sldChg>
      <pc:sldChg chg="addSp delSp modSp add">
        <pc:chgData name="Temirlan Zhaxalykov" userId="S::t.zhaxalykov@kbtu.kz::037320a9-8ef1-4acb-bb74-1ab60141db9d" providerId="AD" clId="Web-{9D126DE5-792C-1A13-DA0F-D80C7443BD65}" dt="2026-02-11T14:40:26.112" v="48"/>
        <pc:sldMkLst>
          <pc:docMk/>
          <pc:sldMk cId="3763757625" sldId="260"/>
        </pc:sldMkLst>
        <pc:spChg chg="mod">
          <ac:chgData name="Temirlan Zhaxalykov" userId="S::t.zhaxalykov@kbtu.kz::037320a9-8ef1-4acb-bb74-1ab60141db9d" providerId="AD" clId="Web-{9D126DE5-792C-1A13-DA0F-D80C7443BD65}" dt="2026-02-11T14:39:07.237" v="29"/>
          <ac:spMkLst>
            <pc:docMk/>
            <pc:sldMk cId="3763757625" sldId="260"/>
            <ac:spMk id="2" creationId="{60CF879C-F49F-C221-47C2-B400A0A48F1A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40:01.284" v="43" actId="20577"/>
          <ac:spMkLst>
            <pc:docMk/>
            <pc:sldMk cId="3763757625" sldId="260"/>
            <ac:spMk id="3" creationId="{BD685C0E-B3AE-4024-E3E2-A44731C15FBD}"/>
          </ac:spMkLst>
        </pc:spChg>
        <pc:spChg chg="add del mod">
          <ac:chgData name="Temirlan Zhaxalykov" userId="S::t.zhaxalykov@kbtu.kz::037320a9-8ef1-4acb-bb74-1ab60141db9d" providerId="AD" clId="Web-{9D126DE5-792C-1A13-DA0F-D80C7443BD65}" dt="2026-02-11T14:40:26.112" v="48"/>
          <ac:spMkLst>
            <pc:docMk/>
            <pc:sldMk cId="3763757625" sldId="260"/>
            <ac:spMk id="4" creationId="{812CD620-9303-1F32-4E22-617D2F3F1E6C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9:07.237" v="29"/>
          <ac:spMkLst>
            <pc:docMk/>
            <pc:sldMk cId="3763757625" sldId="260"/>
            <ac:spMk id="8" creationId="{DEE2AD96-B495-4E06-9291-B71706F728CB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9:07.237" v="29"/>
          <ac:spMkLst>
            <pc:docMk/>
            <pc:sldMk cId="3763757625" sldId="260"/>
            <ac:spMk id="10" creationId="{53CF6D67-C5A8-4ADD-9E8E-1E38CA1D3166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9:07.237" v="29"/>
          <ac:spMkLst>
            <pc:docMk/>
            <pc:sldMk cId="3763757625" sldId="260"/>
            <ac:spMk id="12" creationId="{86909FA0-B515-4681-B7A8-FA281D133B94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9:07.237" v="29"/>
          <ac:spMkLst>
            <pc:docMk/>
            <pc:sldMk cId="3763757625" sldId="260"/>
            <ac:spMk id="14" creationId="{21C9FE86-FCC3-4A31-AA1C-C882262B7FE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9:07.237" v="29"/>
          <ac:spMkLst>
            <pc:docMk/>
            <pc:sldMk cId="3763757625" sldId="260"/>
            <ac:spMk id="16" creationId="{7D96243B-ECED-4B71-8E06-AE9A285EAD20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39:07.237" v="29"/>
          <ac:spMkLst>
            <pc:docMk/>
            <pc:sldMk cId="3763757625" sldId="260"/>
            <ac:spMk id="18" creationId="{A09989E4-EFDC-4A90-A633-E0525FB4139E}"/>
          </ac:spMkLst>
        </pc:spChg>
      </pc:sldChg>
      <pc:sldChg chg="modSp add ord replId">
        <pc:chgData name="Temirlan Zhaxalykov" userId="S::t.zhaxalykov@kbtu.kz::037320a9-8ef1-4acb-bb74-1ab60141db9d" providerId="AD" clId="Web-{9D126DE5-792C-1A13-DA0F-D80C7443BD65}" dt="2026-02-11T14:51:15.649" v="142"/>
        <pc:sldMkLst>
          <pc:docMk/>
          <pc:sldMk cId="139837720" sldId="261"/>
        </pc:sldMkLst>
        <pc:spChg chg="mod">
          <ac:chgData name="Temirlan Zhaxalykov" userId="S::t.zhaxalykov@kbtu.kz::037320a9-8ef1-4acb-bb74-1ab60141db9d" providerId="AD" clId="Web-{9D126DE5-792C-1A13-DA0F-D80C7443BD65}" dt="2026-02-11T14:50:59.821" v="139" actId="20577"/>
          <ac:spMkLst>
            <pc:docMk/>
            <pc:sldMk cId="139837720" sldId="261"/>
            <ac:spMk id="2" creationId="{024AB6D2-4750-D460-13CC-973552492699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1:06.196" v="141" actId="20577"/>
          <ac:spMkLst>
            <pc:docMk/>
            <pc:sldMk cId="139837720" sldId="261"/>
            <ac:spMk id="3" creationId="{F1119764-D2A1-5A1A-C554-CA30EA692EC3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0:50.618" v="131" actId="20577"/>
          <ac:spMkLst>
            <pc:docMk/>
            <pc:sldMk cId="139837720" sldId="261"/>
            <ac:spMk id="8" creationId="{1A2056BB-FFF2-F6E8-830B-0D420A5CB08B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0:50.633" v="132" actId="20577"/>
          <ac:spMkLst>
            <pc:docMk/>
            <pc:sldMk cId="139837720" sldId="261"/>
            <ac:spMk id="10" creationId="{12FCB686-A17D-8BA3-7AFA-1CF88F2A4B3D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0:50.649" v="133" actId="20577"/>
          <ac:spMkLst>
            <pc:docMk/>
            <pc:sldMk cId="139837720" sldId="261"/>
            <ac:spMk id="12" creationId="{5F8A50ED-D5D2-33FC-8A0E-87F20730FF88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0:50.680" v="134" actId="20577"/>
          <ac:spMkLst>
            <pc:docMk/>
            <pc:sldMk cId="139837720" sldId="261"/>
            <ac:spMk id="16" creationId="{FF93D58D-FEF8-0A86-F346-DAEC2887C040}"/>
          </ac:spMkLst>
        </pc:spChg>
      </pc:sldChg>
      <pc:sldChg chg="new del">
        <pc:chgData name="Temirlan Zhaxalykov" userId="S::t.zhaxalykov@kbtu.kz::037320a9-8ef1-4acb-bb74-1ab60141db9d" providerId="AD" clId="Web-{9D126DE5-792C-1A13-DA0F-D80C7443BD65}" dt="2026-02-11T14:40:28.628" v="49"/>
        <pc:sldMkLst>
          <pc:docMk/>
          <pc:sldMk cId="3977572837" sldId="261"/>
        </pc:sldMkLst>
      </pc:sldChg>
      <pc:sldChg chg="addSp modSp new mod setBg">
        <pc:chgData name="Temirlan Zhaxalykov" userId="S::t.zhaxalykov@kbtu.kz::037320a9-8ef1-4acb-bb74-1ab60141db9d" providerId="AD" clId="Web-{9D126DE5-792C-1A13-DA0F-D80C7443BD65}" dt="2026-02-11T14:43:46.300" v="77" actId="20577"/>
        <pc:sldMkLst>
          <pc:docMk/>
          <pc:sldMk cId="3809028795" sldId="262"/>
        </pc:sldMkLst>
        <pc:spChg chg="mod">
          <ac:chgData name="Temirlan Zhaxalykov" userId="S::t.zhaxalykov@kbtu.kz::037320a9-8ef1-4acb-bb74-1ab60141db9d" providerId="AD" clId="Web-{9D126DE5-792C-1A13-DA0F-D80C7443BD65}" dt="2026-02-11T14:43:41.004" v="74"/>
          <ac:spMkLst>
            <pc:docMk/>
            <pc:sldMk cId="3809028795" sldId="262"/>
            <ac:spMk id="2" creationId="{5E7FF610-AC00-8D80-DCF0-B7C4DAA3DA6B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43:46.300" v="77" actId="20577"/>
          <ac:spMkLst>
            <pc:docMk/>
            <pc:sldMk cId="3809028795" sldId="262"/>
            <ac:spMk id="3" creationId="{EBC43A4D-FFD9-7AAE-97A5-DF14F09D722B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3:28.941" v="70"/>
          <ac:spMkLst>
            <pc:docMk/>
            <pc:sldMk cId="3809028795" sldId="26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3:28.941" v="70"/>
          <ac:spMkLst>
            <pc:docMk/>
            <pc:sldMk cId="3809028795" sldId="26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3:28.941" v="70"/>
          <ac:spMkLst>
            <pc:docMk/>
            <pc:sldMk cId="3809028795" sldId="26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3:28.941" v="70"/>
          <ac:spMkLst>
            <pc:docMk/>
            <pc:sldMk cId="3809028795" sldId="26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3:28.941" v="70"/>
          <ac:spMkLst>
            <pc:docMk/>
            <pc:sldMk cId="3809028795" sldId="26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44:38.738" v="89" actId="20577"/>
        <pc:sldMkLst>
          <pc:docMk/>
          <pc:sldMk cId="2300587564" sldId="263"/>
        </pc:sldMkLst>
        <pc:spChg chg="mod">
          <ac:chgData name="Temirlan Zhaxalykov" userId="S::t.zhaxalykov@kbtu.kz::037320a9-8ef1-4acb-bb74-1ab60141db9d" providerId="AD" clId="Web-{9D126DE5-792C-1A13-DA0F-D80C7443BD65}" dt="2026-02-11T14:44:34.707" v="86"/>
          <ac:spMkLst>
            <pc:docMk/>
            <pc:sldMk cId="2300587564" sldId="263"/>
            <ac:spMk id="2" creationId="{EAEC1BF5-BE18-90EE-27D8-35EDC15C406C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44:38.738" v="89" actId="20577"/>
          <ac:spMkLst>
            <pc:docMk/>
            <pc:sldMk cId="2300587564" sldId="263"/>
            <ac:spMk id="3" creationId="{F207A649-A7EA-B9A4-8F1E-C60D7C39332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4:20.597" v="83"/>
          <ac:spMkLst>
            <pc:docMk/>
            <pc:sldMk cId="2300587564" sldId="26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4:20.597" v="83"/>
          <ac:spMkLst>
            <pc:docMk/>
            <pc:sldMk cId="2300587564" sldId="26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4:20.597" v="83"/>
          <ac:spMkLst>
            <pc:docMk/>
            <pc:sldMk cId="2300587564" sldId="26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4:20.597" v="83"/>
          <ac:spMkLst>
            <pc:docMk/>
            <pc:sldMk cId="2300587564" sldId="26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4:20.597" v="83"/>
          <ac:spMkLst>
            <pc:docMk/>
            <pc:sldMk cId="2300587564" sldId="26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45:20.504" v="98"/>
        <pc:sldMkLst>
          <pc:docMk/>
          <pc:sldMk cId="3652733865" sldId="264"/>
        </pc:sldMkLst>
        <pc:spChg chg="mod">
          <ac:chgData name="Temirlan Zhaxalykov" userId="S::t.zhaxalykov@kbtu.kz::037320a9-8ef1-4acb-bb74-1ab60141db9d" providerId="AD" clId="Web-{9D126DE5-792C-1A13-DA0F-D80C7443BD65}" dt="2026-02-11T14:45:14.082" v="97"/>
          <ac:spMkLst>
            <pc:docMk/>
            <pc:sldMk cId="3652733865" sldId="264"/>
            <ac:spMk id="2" creationId="{965251E3-8403-8FAA-C481-A234D803E1AF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45:20.504" v="98"/>
          <ac:spMkLst>
            <pc:docMk/>
            <pc:sldMk cId="3652733865" sldId="264"/>
            <ac:spMk id="3" creationId="{939AFFA9-3466-121A-00A1-B9327CE3DA94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14.082" v="97"/>
          <ac:spMkLst>
            <pc:docMk/>
            <pc:sldMk cId="3652733865" sldId="26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14.082" v="97"/>
          <ac:spMkLst>
            <pc:docMk/>
            <pc:sldMk cId="3652733865" sldId="26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14.082" v="97"/>
          <ac:spMkLst>
            <pc:docMk/>
            <pc:sldMk cId="3652733865" sldId="26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14.082" v="97"/>
          <ac:spMkLst>
            <pc:docMk/>
            <pc:sldMk cId="3652733865" sldId="26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14.082" v="97"/>
          <ac:spMkLst>
            <pc:docMk/>
            <pc:sldMk cId="3652733865" sldId="26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46:08.552" v="108" actId="20577"/>
        <pc:sldMkLst>
          <pc:docMk/>
          <pc:sldMk cId="2306103211" sldId="265"/>
        </pc:sldMkLst>
        <pc:spChg chg="mod">
          <ac:chgData name="Temirlan Zhaxalykov" userId="S::t.zhaxalykov@kbtu.kz::037320a9-8ef1-4acb-bb74-1ab60141db9d" providerId="AD" clId="Web-{9D126DE5-792C-1A13-DA0F-D80C7443BD65}" dt="2026-02-11T14:45:59.067" v="105" actId="20577"/>
          <ac:spMkLst>
            <pc:docMk/>
            <pc:sldMk cId="2306103211" sldId="265"/>
            <ac:spMk id="2" creationId="{73777C3E-B3D9-F72D-1A2B-24353CB6B935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46:08.552" v="108" actId="20577"/>
          <ac:spMkLst>
            <pc:docMk/>
            <pc:sldMk cId="2306103211" sldId="265"/>
            <ac:spMk id="3" creationId="{91AEC926-54E5-B3D7-F6F4-425A32962EDA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49.082" v="103"/>
          <ac:spMkLst>
            <pc:docMk/>
            <pc:sldMk cId="2306103211" sldId="26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49.082" v="103"/>
          <ac:spMkLst>
            <pc:docMk/>
            <pc:sldMk cId="2306103211" sldId="26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49.082" v="103"/>
          <ac:spMkLst>
            <pc:docMk/>
            <pc:sldMk cId="2306103211" sldId="26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49.082" v="103"/>
          <ac:spMkLst>
            <pc:docMk/>
            <pc:sldMk cId="2306103211" sldId="26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5:49.082" v="103"/>
          <ac:spMkLst>
            <pc:docMk/>
            <pc:sldMk cId="2306103211" sldId="26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46:52.849" v="116"/>
        <pc:sldMkLst>
          <pc:docMk/>
          <pc:sldMk cId="1760698433" sldId="266"/>
        </pc:sldMkLst>
        <pc:spChg chg="mod">
          <ac:chgData name="Temirlan Zhaxalykov" userId="S::t.zhaxalykov@kbtu.kz::037320a9-8ef1-4acb-bb74-1ab60141db9d" providerId="AD" clId="Web-{9D126DE5-792C-1A13-DA0F-D80C7443BD65}" dt="2026-02-11T14:46:52.834" v="115"/>
          <ac:spMkLst>
            <pc:docMk/>
            <pc:sldMk cId="1760698433" sldId="266"/>
            <ac:spMk id="2" creationId="{AFEFDF3F-2825-B9CC-49D3-D1467BD87AB9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46:52.849" v="116"/>
          <ac:spMkLst>
            <pc:docMk/>
            <pc:sldMk cId="1760698433" sldId="266"/>
            <ac:spMk id="3" creationId="{BEC3CFC5-843C-8AA9-5FD6-60D713AB8D72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6:43.318" v="113"/>
          <ac:spMkLst>
            <pc:docMk/>
            <pc:sldMk cId="1760698433" sldId="26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6:43.318" v="113"/>
          <ac:spMkLst>
            <pc:docMk/>
            <pc:sldMk cId="1760698433" sldId="26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6:43.318" v="113"/>
          <ac:spMkLst>
            <pc:docMk/>
            <pc:sldMk cId="1760698433" sldId="26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6:43.318" v="113"/>
          <ac:spMkLst>
            <pc:docMk/>
            <pc:sldMk cId="1760698433" sldId="26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46:43.318" v="113"/>
          <ac:spMkLst>
            <pc:docMk/>
            <pc:sldMk cId="1760698433" sldId="26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52:46.477" v="153" actId="20577"/>
        <pc:sldMkLst>
          <pc:docMk/>
          <pc:sldMk cId="2028652000" sldId="267"/>
        </pc:sldMkLst>
        <pc:spChg chg="mod">
          <ac:chgData name="Temirlan Zhaxalykov" userId="S::t.zhaxalykov@kbtu.kz::037320a9-8ef1-4acb-bb74-1ab60141db9d" providerId="AD" clId="Web-{9D126DE5-792C-1A13-DA0F-D80C7443BD65}" dt="2026-02-11T14:52:42.415" v="150"/>
          <ac:spMkLst>
            <pc:docMk/>
            <pc:sldMk cId="2028652000" sldId="267"/>
            <ac:spMk id="2" creationId="{D32BE7B8-88DF-7B87-2BA2-D375A1D4D542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2:46.477" v="153" actId="20577"/>
          <ac:spMkLst>
            <pc:docMk/>
            <pc:sldMk cId="2028652000" sldId="267"/>
            <ac:spMk id="3" creationId="{AD4149F7-D723-9F84-47E4-88974293F08A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2:26.368" v="147"/>
          <ac:spMkLst>
            <pc:docMk/>
            <pc:sldMk cId="2028652000" sldId="26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2:26.368" v="147"/>
          <ac:spMkLst>
            <pc:docMk/>
            <pc:sldMk cId="2028652000" sldId="26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2:26.368" v="147"/>
          <ac:spMkLst>
            <pc:docMk/>
            <pc:sldMk cId="2028652000" sldId="26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2:26.368" v="147"/>
          <ac:spMkLst>
            <pc:docMk/>
            <pc:sldMk cId="2028652000" sldId="26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2:26.368" v="147"/>
          <ac:spMkLst>
            <pc:docMk/>
            <pc:sldMk cId="2028652000" sldId="26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54:37.946" v="163"/>
        <pc:sldMkLst>
          <pc:docMk/>
          <pc:sldMk cId="3120052806" sldId="268"/>
        </pc:sldMkLst>
        <pc:spChg chg="mod">
          <ac:chgData name="Temirlan Zhaxalykov" userId="S::t.zhaxalykov@kbtu.kz::037320a9-8ef1-4acb-bb74-1ab60141db9d" providerId="AD" clId="Web-{9D126DE5-792C-1A13-DA0F-D80C7443BD65}" dt="2026-02-11T14:54:37.915" v="162"/>
          <ac:spMkLst>
            <pc:docMk/>
            <pc:sldMk cId="3120052806" sldId="268"/>
            <ac:spMk id="2" creationId="{EB588636-4E7F-EF99-F1EF-09CE284EF1AD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4:37.946" v="163"/>
          <ac:spMkLst>
            <pc:docMk/>
            <pc:sldMk cId="3120052806" sldId="268"/>
            <ac:spMk id="3" creationId="{FC1B1706-497A-BA2B-B8C2-ECF90A7F297F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4:24.790" v="159"/>
          <ac:spMkLst>
            <pc:docMk/>
            <pc:sldMk cId="3120052806" sldId="26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4:24.790" v="159"/>
          <ac:spMkLst>
            <pc:docMk/>
            <pc:sldMk cId="3120052806" sldId="26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4:24.790" v="159"/>
          <ac:spMkLst>
            <pc:docMk/>
            <pc:sldMk cId="3120052806" sldId="26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4:24.790" v="159"/>
          <ac:spMkLst>
            <pc:docMk/>
            <pc:sldMk cId="3120052806" sldId="26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4:24.790" v="159"/>
          <ac:spMkLst>
            <pc:docMk/>
            <pc:sldMk cId="3120052806" sldId="26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55:24.837" v="173"/>
        <pc:sldMkLst>
          <pc:docMk/>
          <pc:sldMk cId="977961647" sldId="269"/>
        </pc:sldMkLst>
        <pc:spChg chg="mod">
          <ac:chgData name="Temirlan Zhaxalykov" userId="S::t.zhaxalykov@kbtu.kz::037320a9-8ef1-4acb-bb74-1ab60141db9d" providerId="AD" clId="Web-{9D126DE5-792C-1A13-DA0F-D80C7443BD65}" dt="2026-02-11T14:55:24.822" v="172"/>
          <ac:spMkLst>
            <pc:docMk/>
            <pc:sldMk cId="977961647" sldId="269"/>
            <ac:spMk id="2" creationId="{26812016-E6F7-316D-1E0D-7A58D1282DC9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5:24.837" v="173"/>
          <ac:spMkLst>
            <pc:docMk/>
            <pc:sldMk cId="977961647" sldId="269"/>
            <ac:spMk id="3" creationId="{A38889B0-3160-C98A-F0A7-7FCFBA849FBB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5:16.540" v="169"/>
          <ac:spMkLst>
            <pc:docMk/>
            <pc:sldMk cId="977961647" sldId="26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5:16.540" v="169"/>
          <ac:spMkLst>
            <pc:docMk/>
            <pc:sldMk cId="977961647" sldId="26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5:16.540" v="169"/>
          <ac:spMkLst>
            <pc:docMk/>
            <pc:sldMk cId="977961647" sldId="26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5:16.540" v="169"/>
          <ac:spMkLst>
            <pc:docMk/>
            <pc:sldMk cId="977961647" sldId="26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5:16.540" v="169"/>
          <ac:spMkLst>
            <pc:docMk/>
            <pc:sldMk cId="977961647" sldId="26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57:19.837" v="185" actId="20577"/>
        <pc:sldMkLst>
          <pc:docMk/>
          <pc:sldMk cId="3116705803" sldId="270"/>
        </pc:sldMkLst>
        <pc:spChg chg="mod">
          <ac:chgData name="Temirlan Zhaxalykov" userId="S::t.zhaxalykov@kbtu.kz::037320a9-8ef1-4acb-bb74-1ab60141db9d" providerId="AD" clId="Web-{9D126DE5-792C-1A13-DA0F-D80C7443BD65}" dt="2026-02-11T14:57:09.165" v="183" actId="20577"/>
          <ac:spMkLst>
            <pc:docMk/>
            <pc:sldMk cId="3116705803" sldId="270"/>
            <ac:spMk id="2" creationId="{D1318894-ADCF-20EC-550B-CFF171F27CDF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7:19.837" v="185" actId="20577"/>
          <ac:spMkLst>
            <pc:docMk/>
            <pc:sldMk cId="3116705803" sldId="270"/>
            <ac:spMk id="3" creationId="{2DEE9A28-A8E3-D937-5089-9BA549939585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6:57.509" v="179"/>
          <ac:spMkLst>
            <pc:docMk/>
            <pc:sldMk cId="3116705803" sldId="27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6:57.509" v="179"/>
          <ac:spMkLst>
            <pc:docMk/>
            <pc:sldMk cId="3116705803" sldId="27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6:57.509" v="179"/>
          <ac:spMkLst>
            <pc:docMk/>
            <pc:sldMk cId="3116705803" sldId="27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6:57.509" v="179"/>
          <ac:spMkLst>
            <pc:docMk/>
            <pc:sldMk cId="3116705803" sldId="27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6:57.509" v="179"/>
          <ac:spMkLst>
            <pc:docMk/>
            <pc:sldMk cId="3116705803" sldId="27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58:03.447" v="195"/>
        <pc:sldMkLst>
          <pc:docMk/>
          <pc:sldMk cId="1711784331" sldId="271"/>
        </pc:sldMkLst>
        <pc:spChg chg="mod">
          <ac:chgData name="Temirlan Zhaxalykov" userId="S::t.zhaxalykov@kbtu.kz::037320a9-8ef1-4acb-bb74-1ab60141db9d" providerId="AD" clId="Web-{9D126DE5-792C-1A13-DA0F-D80C7443BD65}" dt="2026-02-11T14:58:03.431" v="194"/>
          <ac:spMkLst>
            <pc:docMk/>
            <pc:sldMk cId="1711784331" sldId="271"/>
            <ac:spMk id="2" creationId="{48EADF45-3788-5FEE-B14D-15EDE65785E1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8:03.447" v="195"/>
          <ac:spMkLst>
            <pc:docMk/>
            <pc:sldMk cId="1711784331" sldId="271"/>
            <ac:spMk id="3" creationId="{D1ADD125-A15C-C7E3-CCF4-6A5D31377B1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7:51.978" v="191"/>
          <ac:spMkLst>
            <pc:docMk/>
            <pc:sldMk cId="1711784331" sldId="27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7:51.978" v="191"/>
          <ac:spMkLst>
            <pc:docMk/>
            <pc:sldMk cId="1711784331" sldId="27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7:51.978" v="191"/>
          <ac:spMkLst>
            <pc:docMk/>
            <pc:sldMk cId="1711784331" sldId="27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7:51.978" v="191"/>
          <ac:spMkLst>
            <pc:docMk/>
            <pc:sldMk cId="1711784331" sldId="27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7:51.978" v="191"/>
          <ac:spMkLst>
            <pc:docMk/>
            <pc:sldMk cId="1711784331" sldId="27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4:58:53.087" v="205"/>
        <pc:sldMkLst>
          <pc:docMk/>
          <pc:sldMk cId="2784041524" sldId="272"/>
        </pc:sldMkLst>
        <pc:spChg chg="mod">
          <ac:chgData name="Temirlan Zhaxalykov" userId="S::t.zhaxalykov@kbtu.kz::037320a9-8ef1-4acb-bb74-1ab60141db9d" providerId="AD" clId="Web-{9D126DE5-792C-1A13-DA0F-D80C7443BD65}" dt="2026-02-11T14:58:53.072" v="204"/>
          <ac:spMkLst>
            <pc:docMk/>
            <pc:sldMk cId="2784041524" sldId="272"/>
            <ac:spMk id="2" creationId="{B7C7FA3A-9455-50AC-0648-F2DEB5C204D5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4:58:53.087" v="205"/>
          <ac:spMkLst>
            <pc:docMk/>
            <pc:sldMk cId="2784041524" sldId="272"/>
            <ac:spMk id="3" creationId="{86255C20-EF95-4D03-0DCF-FC65593BBA44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8:43.478" v="201"/>
          <ac:spMkLst>
            <pc:docMk/>
            <pc:sldMk cId="2784041524" sldId="27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8:43.478" v="201"/>
          <ac:spMkLst>
            <pc:docMk/>
            <pc:sldMk cId="2784041524" sldId="27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8:43.478" v="201"/>
          <ac:spMkLst>
            <pc:docMk/>
            <pc:sldMk cId="2784041524" sldId="27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8:43.478" v="201"/>
          <ac:spMkLst>
            <pc:docMk/>
            <pc:sldMk cId="2784041524" sldId="27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4:58:43.478" v="201"/>
          <ac:spMkLst>
            <pc:docMk/>
            <pc:sldMk cId="2784041524" sldId="27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5:51:19.711" v="240" actId="20577"/>
        <pc:sldMkLst>
          <pc:docMk/>
          <pc:sldMk cId="784865848" sldId="273"/>
        </pc:sldMkLst>
        <pc:spChg chg="mod">
          <ac:chgData name="Temirlan Zhaxalykov" userId="S::t.zhaxalykov@kbtu.kz::037320a9-8ef1-4acb-bb74-1ab60141db9d" providerId="AD" clId="Web-{9D126DE5-792C-1A13-DA0F-D80C7443BD65}" dt="2026-02-11T15:51:15.227" v="237"/>
          <ac:spMkLst>
            <pc:docMk/>
            <pc:sldMk cId="784865848" sldId="273"/>
            <ac:spMk id="2" creationId="{0B17944D-4AAA-EF96-CA45-AF0E7D1B5472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5:51:19.711" v="240" actId="20577"/>
          <ac:spMkLst>
            <pc:docMk/>
            <pc:sldMk cId="784865848" sldId="273"/>
            <ac:spMk id="3" creationId="{5991A9BE-FD76-F230-FFE8-D690343255E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1:05.758" v="234"/>
          <ac:spMkLst>
            <pc:docMk/>
            <pc:sldMk cId="784865848" sldId="27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1:05.758" v="234"/>
          <ac:spMkLst>
            <pc:docMk/>
            <pc:sldMk cId="784865848" sldId="27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1:05.758" v="234"/>
          <ac:spMkLst>
            <pc:docMk/>
            <pc:sldMk cId="784865848" sldId="27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1:05.758" v="234"/>
          <ac:spMkLst>
            <pc:docMk/>
            <pc:sldMk cId="784865848" sldId="27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1:05.758" v="234"/>
          <ac:spMkLst>
            <pc:docMk/>
            <pc:sldMk cId="784865848" sldId="273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9D126DE5-792C-1A13-DA0F-D80C7443BD65}" dt="2026-02-11T15:50:37.852" v="229" actId="20577"/>
        <pc:sldMkLst>
          <pc:docMk/>
          <pc:sldMk cId="3862061538" sldId="274"/>
        </pc:sldMkLst>
        <pc:spChg chg="mod">
          <ac:chgData name="Temirlan Zhaxalykov" userId="S::t.zhaxalykov@kbtu.kz::037320a9-8ef1-4acb-bb74-1ab60141db9d" providerId="AD" clId="Web-{9D126DE5-792C-1A13-DA0F-D80C7443BD65}" dt="2026-02-11T15:06:48.556" v="221" actId="20577"/>
          <ac:spMkLst>
            <pc:docMk/>
            <pc:sldMk cId="3862061538" sldId="274"/>
            <ac:spMk id="2" creationId="{5FDB1193-8E4B-9F3A-C42A-C099846C4DEA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5:50:37.852" v="229" actId="20577"/>
          <ac:spMkLst>
            <pc:docMk/>
            <pc:sldMk cId="3862061538" sldId="274"/>
            <ac:spMk id="3" creationId="{AEF06F9E-CB0B-36D9-AECD-997FC382B3E7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5:52:35.211" v="255" actId="20577"/>
        <pc:sldMkLst>
          <pc:docMk/>
          <pc:sldMk cId="3796641642" sldId="275"/>
        </pc:sldMkLst>
        <pc:spChg chg="mod">
          <ac:chgData name="Temirlan Zhaxalykov" userId="S::t.zhaxalykov@kbtu.kz::037320a9-8ef1-4acb-bb74-1ab60141db9d" providerId="AD" clId="Web-{9D126DE5-792C-1A13-DA0F-D80C7443BD65}" dt="2026-02-11T15:52:20.617" v="250" actId="20577"/>
          <ac:spMkLst>
            <pc:docMk/>
            <pc:sldMk cId="3796641642" sldId="275"/>
            <ac:spMk id="2" creationId="{3BF0CBAF-350E-062E-CF18-38F5F57D31BA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5:52:35.211" v="255" actId="20577"/>
          <ac:spMkLst>
            <pc:docMk/>
            <pc:sldMk cId="3796641642" sldId="275"/>
            <ac:spMk id="3" creationId="{94B018DE-729A-0BFB-D133-C25B8C2BCEFD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2:03.805" v="246"/>
          <ac:spMkLst>
            <pc:docMk/>
            <pc:sldMk cId="3796641642" sldId="27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2:03.805" v="246"/>
          <ac:spMkLst>
            <pc:docMk/>
            <pc:sldMk cId="3796641642" sldId="27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2:03.805" v="246"/>
          <ac:spMkLst>
            <pc:docMk/>
            <pc:sldMk cId="3796641642" sldId="27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2:03.805" v="246"/>
          <ac:spMkLst>
            <pc:docMk/>
            <pc:sldMk cId="3796641642" sldId="27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2:03.805" v="246"/>
          <ac:spMkLst>
            <pc:docMk/>
            <pc:sldMk cId="3796641642" sldId="27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9D126DE5-792C-1A13-DA0F-D80C7443BD65}" dt="2026-02-11T15:53:23.133" v="267" actId="20577"/>
        <pc:sldMkLst>
          <pc:docMk/>
          <pc:sldMk cId="506552239" sldId="276"/>
        </pc:sldMkLst>
        <pc:spChg chg="mod">
          <ac:chgData name="Temirlan Zhaxalykov" userId="S::t.zhaxalykov@kbtu.kz::037320a9-8ef1-4acb-bb74-1ab60141db9d" providerId="AD" clId="Web-{9D126DE5-792C-1A13-DA0F-D80C7443BD65}" dt="2026-02-11T15:53:13.602" v="264"/>
          <ac:spMkLst>
            <pc:docMk/>
            <pc:sldMk cId="506552239" sldId="276"/>
            <ac:spMk id="2" creationId="{EED5BADE-36E8-BB27-133B-E9C156F5900C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5:53:23.133" v="267" actId="20577"/>
          <ac:spMkLst>
            <pc:docMk/>
            <pc:sldMk cId="506552239" sldId="276"/>
            <ac:spMk id="3" creationId="{8BE8CB23-562C-FD5F-DDAE-39BD1F311B5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3:03.008" v="261"/>
          <ac:spMkLst>
            <pc:docMk/>
            <pc:sldMk cId="506552239" sldId="27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3:03.008" v="261"/>
          <ac:spMkLst>
            <pc:docMk/>
            <pc:sldMk cId="506552239" sldId="27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3:03.008" v="261"/>
          <ac:spMkLst>
            <pc:docMk/>
            <pc:sldMk cId="506552239" sldId="27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3:03.008" v="261"/>
          <ac:spMkLst>
            <pc:docMk/>
            <pc:sldMk cId="506552239" sldId="27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3:03.008" v="261"/>
          <ac:spMkLst>
            <pc:docMk/>
            <pc:sldMk cId="506552239" sldId="276"/>
            <ac:spMk id="16" creationId="{53E5B1A8-3AC9-4BD1-9BBC-78CA94F2D1BA}"/>
          </ac:spMkLst>
        </pc:spChg>
      </pc:sldChg>
      <pc:sldChg chg="addSp delSp modSp new mod setBg">
        <pc:chgData name="Temirlan Zhaxalykov" userId="S::t.zhaxalykov@kbtu.kz::037320a9-8ef1-4acb-bb74-1ab60141db9d" providerId="AD" clId="Web-{9D126DE5-792C-1A13-DA0F-D80C7443BD65}" dt="2026-02-11T15:59:22.601" v="307"/>
        <pc:sldMkLst>
          <pc:docMk/>
          <pc:sldMk cId="1660192888" sldId="277"/>
        </pc:sldMkLst>
        <pc:spChg chg="mod">
          <ac:chgData name="Temirlan Zhaxalykov" userId="S::t.zhaxalykov@kbtu.kz::037320a9-8ef1-4acb-bb74-1ab60141db9d" providerId="AD" clId="Web-{9D126DE5-792C-1A13-DA0F-D80C7443BD65}" dt="2026-02-11T15:59:13.992" v="276"/>
          <ac:spMkLst>
            <pc:docMk/>
            <pc:sldMk cId="1660192888" sldId="277"/>
            <ac:spMk id="2" creationId="{E8B8A065-46E4-F634-0263-18DC8FF76CD5}"/>
          </ac:spMkLst>
        </pc:spChg>
        <pc:spChg chg="del">
          <ac:chgData name="Temirlan Zhaxalykov" userId="S::t.zhaxalykov@kbtu.kz::037320a9-8ef1-4acb-bb74-1ab60141db9d" providerId="AD" clId="Web-{9D126DE5-792C-1A13-DA0F-D80C7443BD65}" dt="2026-02-11T15:58:38.070" v="271"/>
          <ac:spMkLst>
            <pc:docMk/>
            <pc:sldMk cId="1660192888" sldId="277"/>
            <ac:spMk id="3" creationId="{14FB655A-5807-A752-7B94-DE972FA7608F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8:50.820" v="272"/>
          <ac:spMkLst>
            <pc:docMk/>
            <pc:sldMk cId="1660192888" sldId="277"/>
            <ac:spMk id="10" creationId="{BACC6370-2D7E-4714-9D71-7542949D7D5D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8:50.820" v="272"/>
          <ac:spMkLst>
            <pc:docMk/>
            <pc:sldMk cId="1660192888" sldId="277"/>
            <ac:spMk id="12" creationId="{F68B3F68-107C-434F-AA38-110D5EA91B85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8:50.820" v="272"/>
          <ac:spMkLst>
            <pc:docMk/>
            <pc:sldMk cId="1660192888" sldId="277"/>
            <ac:spMk id="14" creationId="{AAD0DBB9-1A4B-4391-81D4-CB19F9AB918A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8:50.820" v="272"/>
          <ac:spMkLst>
            <pc:docMk/>
            <pc:sldMk cId="1660192888" sldId="277"/>
            <ac:spMk id="16" creationId="{063BBA22-50EA-4C4D-BE05-F1CE4E63AA56}"/>
          </ac:spMkLst>
        </pc:spChg>
        <pc:graphicFrameChg chg="add mod ord modGraphic">
          <ac:chgData name="Temirlan Zhaxalykov" userId="S::t.zhaxalykov@kbtu.kz::037320a9-8ef1-4acb-bb74-1ab60141db9d" providerId="AD" clId="Web-{9D126DE5-792C-1A13-DA0F-D80C7443BD65}" dt="2026-02-11T15:59:22.601" v="307"/>
          <ac:graphicFrameMkLst>
            <pc:docMk/>
            <pc:sldMk cId="1660192888" sldId="277"/>
            <ac:graphicFrameMk id="5" creationId="{B8B1B7BF-E860-B81E-6189-F49E7716C261}"/>
          </ac:graphicFrameMkLst>
        </pc:graphicFrameChg>
      </pc:sldChg>
      <pc:sldChg chg="addSp modSp new mod setBg">
        <pc:chgData name="Temirlan Zhaxalykov" userId="S::t.zhaxalykov@kbtu.kz::037320a9-8ef1-4acb-bb74-1ab60141db9d" providerId="AD" clId="Web-{9D126DE5-792C-1A13-DA0F-D80C7443BD65}" dt="2026-02-11T15:59:58.835" v="319" actId="20577"/>
        <pc:sldMkLst>
          <pc:docMk/>
          <pc:sldMk cId="2589275498" sldId="278"/>
        </pc:sldMkLst>
        <pc:spChg chg="mod">
          <ac:chgData name="Temirlan Zhaxalykov" userId="S::t.zhaxalykov@kbtu.kz::037320a9-8ef1-4acb-bb74-1ab60141db9d" providerId="AD" clId="Web-{9D126DE5-792C-1A13-DA0F-D80C7443BD65}" dt="2026-02-11T15:59:54.398" v="316"/>
          <ac:spMkLst>
            <pc:docMk/>
            <pc:sldMk cId="2589275498" sldId="278"/>
            <ac:spMk id="2" creationId="{8074C731-BB9A-E03E-549C-09E5FE7EB391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5:59:58.835" v="319" actId="20577"/>
          <ac:spMkLst>
            <pc:docMk/>
            <pc:sldMk cId="2589275498" sldId="278"/>
            <ac:spMk id="3" creationId="{87547534-96A2-A511-606B-5D70FC934F44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9:46.773" v="313"/>
          <ac:spMkLst>
            <pc:docMk/>
            <pc:sldMk cId="2589275498" sldId="27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9:46.773" v="313"/>
          <ac:spMkLst>
            <pc:docMk/>
            <pc:sldMk cId="2589275498" sldId="27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9:46.773" v="313"/>
          <ac:spMkLst>
            <pc:docMk/>
            <pc:sldMk cId="2589275498" sldId="27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9:46.773" v="313"/>
          <ac:spMkLst>
            <pc:docMk/>
            <pc:sldMk cId="2589275498" sldId="27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9D126DE5-792C-1A13-DA0F-D80C7443BD65}" dt="2026-02-11T15:59:46.773" v="313"/>
          <ac:spMkLst>
            <pc:docMk/>
            <pc:sldMk cId="2589275498" sldId="278"/>
            <ac:spMk id="16" creationId="{53E5B1A8-3AC9-4BD1-9BBC-78CA94F2D1BA}"/>
          </ac:spMkLst>
        </pc:spChg>
      </pc:sldChg>
      <pc:sldChg chg="new">
        <pc:chgData name="Temirlan Zhaxalykov" userId="S::t.zhaxalykov@kbtu.kz::037320a9-8ef1-4acb-bb74-1ab60141db9d" providerId="AD" clId="Web-{9D126DE5-792C-1A13-DA0F-D80C7443BD65}" dt="2026-02-11T16:00:00.570" v="320"/>
        <pc:sldMkLst>
          <pc:docMk/>
          <pc:sldMk cId="3907840974" sldId="279"/>
        </pc:sldMkLst>
      </pc:sldChg>
      <pc:sldChg chg="modSp add replId">
        <pc:chgData name="Temirlan Zhaxalykov" userId="S::t.zhaxalykov@kbtu.kz::037320a9-8ef1-4acb-bb74-1ab60141db9d" providerId="AD" clId="Web-{9D126DE5-792C-1A13-DA0F-D80C7443BD65}" dt="2026-02-11T16:01:18.804" v="339" actId="20577"/>
        <pc:sldMkLst>
          <pc:docMk/>
          <pc:sldMk cId="3832805572" sldId="280"/>
        </pc:sldMkLst>
        <pc:spChg chg="mod">
          <ac:chgData name="Temirlan Zhaxalykov" userId="S::t.zhaxalykov@kbtu.kz::037320a9-8ef1-4acb-bb74-1ab60141db9d" providerId="AD" clId="Web-{9D126DE5-792C-1A13-DA0F-D80C7443BD65}" dt="2026-02-11T16:01:13.491" v="337" actId="20577"/>
          <ac:spMkLst>
            <pc:docMk/>
            <pc:sldMk cId="3832805572" sldId="280"/>
            <ac:spMk id="2" creationId="{0DD049AE-E31A-EDAD-533F-3EAA11076D82}"/>
          </ac:spMkLst>
        </pc:spChg>
        <pc:spChg chg="mod">
          <ac:chgData name="Temirlan Zhaxalykov" userId="S::t.zhaxalykov@kbtu.kz::037320a9-8ef1-4acb-bb74-1ab60141db9d" providerId="AD" clId="Web-{9D126DE5-792C-1A13-DA0F-D80C7443BD65}" dt="2026-02-11T16:01:18.804" v="339" actId="20577"/>
          <ac:spMkLst>
            <pc:docMk/>
            <pc:sldMk cId="3832805572" sldId="280"/>
            <ac:spMk id="3" creationId="{C8EF7DB1-B731-0BD8-9F5F-BB02169E0182}"/>
          </ac:spMkLst>
        </pc:spChg>
      </pc:sldChg>
    </pc:docChg>
  </pc:docChgLst>
  <pc:docChgLst>
    <pc:chgData name="Temirlan Zhaxalykov" userId="S::t.zhaxalykov@kbtu.kz::037320a9-8ef1-4acb-bb74-1ab60141db9d" providerId="AD" clId="Web-{AB40CCA4-6C54-7C56-F24D-5502CA279320}"/>
    <pc:docChg chg="addSld modSld">
      <pc:chgData name="Temirlan Zhaxalykov" userId="S::t.zhaxalykov@kbtu.kz::037320a9-8ef1-4acb-bb74-1ab60141db9d" providerId="AD" clId="Web-{AB40CCA4-6C54-7C56-F24D-5502CA279320}" dt="2026-02-11T16:32:31.971" v="268"/>
      <pc:docMkLst>
        <pc:docMk/>
      </pc:docMkLst>
      <pc:sldChg chg="addSp modSp mod setBg">
        <pc:chgData name="Temirlan Zhaxalykov" userId="S::t.zhaxalykov@kbtu.kz::037320a9-8ef1-4acb-bb74-1ab60141db9d" providerId="AD" clId="Web-{AB40CCA4-6C54-7C56-F24D-5502CA279320}" dt="2026-02-11T16:15:40.949" v="9" actId="20577"/>
        <pc:sldMkLst>
          <pc:docMk/>
          <pc:sldMk cId="3907840974" sldId="279"/>
        </pc:sldMkLst>
        <pc:spChg chg="mod">
          <ac:chgData name="Temirlan Zhaxalykov" userId="S::t.zhaxalykov@kbtu.kz::037320a9-8ef1-4acb-bb74-1ab60141db9d" providerId="AD" clId="Web-{AB40CCA4-6C54-7C56-F24D-5502CA279320}" dt="2026-02-11T16:15:37.105" v="6"/>
          <ac:spMkLst>
            <pc:docMk/>
            <pc:sldMk cId="3907840974" sldId="279"/>
            <ac:spMk id="2" creationId="{568568E1-0316-1F47-1619-1CD1215EB2D0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15:40.949" v="9" actId="20577"/>
          <ac:spMkLst>
            <pc:docMk/>
            <pc:sldMk cId="3907840974" sldId="279"/>
            <ac:spMk id="3" creationId="{A889C294-D5F3-4B89-52ED-40FB9E441ED1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5:24.089" v="3"/>
          <ac:spMkLst>
            <pc:docMk/>
            <pc:sldMk cId="3907840974" sldId="27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5:24.089" v="3"/>
          <ac:spMkLst>
            <pc:docMk/>
            <pc:sldMk cId="3907840974" sldId="27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5:24.089" v="3"/>
          <ac:spMkLst>
            <pc:docMk/>
            <pc:sldMk cId="3907840974" sldId="27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5:24.089" v="3"/>
          <ac:spMkLst>
            <pc:docMk/>
            <pc:sldMk cId="3907840974" sldId="27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5:24.089" v="3"/>
          <ac:spMkLst>
            <pc:docMk/>
            <pc:sldMk cId="3907840974" sldId="27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16:26.510" v="21"/>
        <pc:sldMkLst>
          <pc:docMk/>
          <pc:sldMk cId="813290576" sldId="281"/>
        </pc:sldMkLst>
        <pc:spChg chg="mod">
          <ac:chgData name="Temirlan Zhaxalykov" userId="S::t.zhaxalykov@kbtu.kz::037320a9-8ef1-4acb-bb74-1ab60141db9d" providerId="AD" clId="Web-{AB40CCA4-6C54-7C56-F24D-5502CA279320}" dt="2026-02-11T16:16:26.447" v="20"/>
          <ac:spMkLst>
            <pc:docMk/>
            <pc:sldMk cId="813290576" sldId="281"/>
            <ac:spMk id="2" creationId="{601E5459-967B-9E55-699A-2A00868FAFE5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16:26.510" v="21"/>
          <ac:spMkLst>
            <pc:docMk/>
            <pc:sldMk cId="813290576" sldId="281"/>
            <ac:spMk id="3" creationId="{5EA59A7A-7D44-D3FB-7C24-8DCE8E29C212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05.823" v="15"/>
          <ac:spMkLst>
            <pc:docMk/>
            <pc:sldMk cId="813290576" sldId="28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05.823" v="15"/>
          <ac:spMkLst>
            <pc:docMk/>
            <pc:sldMk cId="813290576" sldId="28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05.823" v="15"/>
          <ac:spMkLst>
            <pc:docMk/>
            <pc:sldMk cId="813290576" sldId="28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05.823" v="15"/>
          <ac:spMkLst>
            <pc:docMk/>
            <pc:sldMk cId="813290576" sldId="28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05.823" v="15"/>
          <ac:spMkLst>
            <pc:docMk/>
            <pc:sldMk cId="813290576" sldId="28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17:10.243" v="31"/>
        <pc:sldMkLst>
          <pc:docMk/>
          <pc:sldMk cId="3334569649" sldId="282"/>
        </pc:sldMkLst>
        <pc:spChg chg="mod">
          <ac:chgData name="Temirlan Zhaxalykov" userId="S::t.zhaxalykov@kbtu.kz::037320a9-8ef1-4acb-bb74-1ab60141db9d" providerId="AD" clId="Web-{AB40CCA4-6C54-7C56-F24D-5502CA279320}" dt="2026-02-11T16:17:10.212" v="30"/>
          <ac:spMkLst>
            <pc:docMk/>
            <pc:sldMk cId="3334569649" sldId="282"/>
            <ac:spMk id="2" creationId="{0A355925-7732-5533-BF5D-4BA82A8227E0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17:10.243" v="31"/>
          <ac:spMkLst>
            <pc:docMk/>
            <pc:sldMk cId="3334569649" sldId="282"/>
            <ac:spMk id="3" creationId="{A9B6FF12-DB88-2D80-8897-ECF20A94CBF3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58.634" v="27"/>
          <ac:spMkLst>
            <pc:docMk/>
            <pc:sldMk cId="3334569649" sldId="28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58.634" v="27"/>
          <ac:spMkLst>
            <pc:docMk/>
            <pc:sldMk cId="3334569649" sldId="28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58.634" v="27"/>
          <ac:spMkLst>
            <pc:docMk/>
            <pc:sldMk cId="3334569649" sldId="28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58.634" v="27"/>
          <ac:spMkLst>
            <pc:docMk/>
            <pc:sldMk cId="3334569649" sldId="28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6:58.634" v="27"/>
          <ac:spMkLst>
            <pc:docMk/>
            <pc:sldMk cId="3334569649" sldId="28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18:49.257" v="61" actId="20577"/>
        <pc:sldMkLst>
          <pc:docMk/>
          <pc:sldMk cId="2624002035" sldId="283"/>
        </pc:sldMkLst>
        <pc:spChg chg="mod">
          <ac:chgData name="Temirlan Zhaxalykov" userId="S::t.zhaxalykov@kbtu.kz::037320a9-8ef1-4acb-bb74-1ab60141db9d" providerId="AD" clId="Web-{AB40CCA4-6C54-7C56-F24D-5502CA279320}" dt="2026-02-11T16:18:49.257" v="61" actId="20577"/>
          <ac:spMkLst>
            <pc:docMk/>
            <pc:sldMk cId="2624002035" sldId="283"/>
            <ac:spMk id="2" creationId="{2315E3BE-55AF-9544-7CAF-50224227E7DF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18:43.335" v="59" actId="20577"/>
          <ac:spMkLst>
            <pc:docMk/>
            <pc:sldMk cId="2624002035" sldId="283"/>
            <ac:spMk id="3" creationId="{C9A103DA-6E71-24AF-B1CB-C7A131AAF54B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7:41.133" v="37"/>
          <ac:spMkLst>
            <pc:docMk/>
            <pc:sldMk cId="2624002035" sldId="28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7:41.133" v="37"/>
          <ac:spMkLst>
            <pc:docMk/>
            <pc:sldMk cId="2624002035" sldId="28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7:41.133" v="37"/>
          <ac:spMkLst>
            <pc:docMk/>
            <pc:sldMk cId="2624002035" sldId="28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7:41.133" v="37"/>
          <ac:spMkLst>
            <pc:docMk/>
            <pc:sldMk cId="2624002035" sldId="28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7:41.133" v="37"/>
          <ac:spMkLst>
            <pc:docMk/>
            <pc:sldMk cId="2624002035" sldId="28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19:23.210" v="69" actId="20577"/>
        <pc:sldMkLst>
          <pc:docMk/>
          <pc:sldMk cId="3807490014" sldId="284"/>
        </pc:sldMkLst>
        <pc:spChg chg="mod">
          <ac:chgData name="Temirlan Zhaxalykov" userId="S::t.zhaxalykov@kbtu.kz::037320a9-8ef1-4acb-bb74-1ab60141db9d" providerId="AD" clId="Web-{AB40CCA4-6C54-7C56-F24D-5502CA279320}" dt="2026-02-11T16:19:23.210" v="69" actId="20577"/>
          <ac:spMkLst>
            <pc:docMk/>
            <pc:sldMk cId="3807490014" sldId="284"/>
            <ac:spMk id="2" creationId="{E6A083A4-4DC9-01D4-D0E2-459832E3D5FB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19:11.835" v="67"/>
          <ac:spMkLst>
            <pc:docMk/>
            <pc:sldMk cId="3807490014" sldId="284"/>
            <ac:spMk id="3" creationId="{6D407715-FB49-C8E0-4354-2ACDB7AA40E2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9:11.835" v="67"/>
          <ac:spMkLst>
            <pc:docMk/>
            <pc:sldMk cId="3807490014" sldId="28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9:11.835" v="67"/>
          <ac:spMkLst>
            <pc:docMk/>
            <pc:sldMk cId="3807490014" sldId="28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9:11.835" v="67"/>
          <ac:spMkLst>
            <pc:docMk/>
            <pc:sldMk cId="3807490014" sldId="28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9:11.835" v="67"/>
          <ac:spMkLst>
            <pc:docMk/>
            <pc:sldMk cId="3807490014" sldId="28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19:11.835" v="67"/>
          <ac:spMkLst>
            <pc:docMk/>
            <pc:sldMk cId="3807490014" sldId="28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22:23.973" v="101" actId="20577"/>
        <pc:sldMkLst>
          <pc:docMk/>
          <pc:sldMk cId="840452919" sldId="285"/>
        </pc:sldMkLst>
        <pc:spChg chg="mod">
          <ac:chgData name="Temirlan Zhaxalykov" userId="S::t.zhaxalykov@kbtu.kz::037320a9-8ef1-4acb-bb74-1ab60141db9d" providerId="AD" clId="Web-{AB40CCA4-6C54-7C56-F24D-5502CA279320}" dt="2026-02-11T16:22:20.333" v="98"/>
          <ac:spMkLst>
            <pc:docMk/>
            <pc:sldMk cId="840452919" sldId="285"/>
            <ac:spMk id="2" creationId="{97963888-C07D-FB97-84A3-63D9FCA141BD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2:23.973" v="101" actId="20577"/>
          <ac:spMkLst>
            <pc:docMk/>
            <pc:sldMk cId="840452919" sldId="285"/>
            <ac:spMk id="3" creationId="{86248194-9E9C-D2E5-8F9A-C45C8AE7A0A1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11.786" v="95"/>
          <ac:spMkLst>
            <pc:docMk/>
            <pc:sldMk cId="840452919" sldId="28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11.786" v="95"/>
          <ac:spMkLst>
            <pc:docMk/>
            <pc:sldMk cId="840452919" sldId="28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11.786" v="95"/>
          <ac:spMkLst>
            <pc:docMk/>
            <pc:sldMk cId="840452919" sldId="28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11.786" v="95"/>
          <ac:spMkLst>
            <pc:docMk/>
            <pc:sldMk cId="840452919" sldId="28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11.786" v="95"/>
          <ac:spMkLst>
            <pc:docMk/>
            <pc:sldMk cId="840452919" sldId="285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AB40CCA4-6C54-7C56-F24D-5502CA279320}" dt="2026-02-11T16:21:27.552" v="90" actId="20577"/>
        <pc:sldMkLst>
          <pc:docMk/>
          <pc:sldMk cId="730690873" sldId="286"/>
        </pc:sldMkLst>
        <pc:spChg chg="mod">
          <ac:chgData name="Temirlan Zhaxalykov" userId="S::t.zhaxalykov@kbtu.kz::037320a9-8ef1-4acb-bb74-1ab60141db9d" providerId="AD" clId="Web-{AB40CCA4-6C54-7C56-F24D-5502CA279320}" dt="2026-02-11T16:21:24.036" v="88" actId="20577"/>
          <ac:spMkLst>
            <pc:docMk/>
            <pc:sldMk cId="730690873" sldId="286"/>
            <ac:spMk id="2" creationId="{70AA41CA-210F-D1F2-CA3E-F215E6B0EE9A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1:27.552" v="90" actId="20577"/>
          <ac:spMkLst>
            <pc:docMk/>
            <pc:sldMk cId="730690873" sldId="286"/>
            <ac:spMk id="3" creationId="{13FD4B5C-5231-DC93-3C7C-D1D13E6B969C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23:11.801" v="113" actId="20577"/>
        <pc:sldMkLst>
          <pc:docMk/>
          <pc:sldMk cId="3417207830" sldId="287"/>
        </pc:sldMkLst>
        <pc:spChg chg="mod">
          <ac:chgData name="Temirlan Zhaxalykov" userId="S::t.zhaxalykov@kbtu.kz::037320a9-8ef1-4acb-bb74-1ab60141db9d" providerId="AD" clId="Web-{AB40CCA4-6C54-7C56-F24D-5502CA279320}" dt="2026-02-11T16:23:04.754" v="110"/>
          <ac:spMkLst>
            <pc:docMk/>
            <pc:sldMk cId="3417207830" sldId="287"/>
            <ac:spMk id="2" creationId="{1B4B59D7-0067-FB61-76FA-8EE1CBAFFC9D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3:11.801" v="113" actId="20577"/>
          <ac:spMkLst>
            <pc:docMk/>
            <pc:sldMk cId="3417207830" sldId="287"/>
            <ac:spMk id="3" creationId="{C4F0B796-C26F-63F5-CE49-0FE0BAE4F3FC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53.301" v="107"/>
          <ac:spMkLst>
            <pc:docMk/>
            <pc:sldMk cId="3417207830" sldId="28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53.301" v="107"/>
          <ac:spMkLst>
            <pc:docMk/>
            <pc:sldMk cId="3417207830" sldId="28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53.301" v="107"/>
          <ac:spMkLst>
            <pc:docMk/>
            <pc:sldMk cId="3417207830" sldId="28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53.301" v="107"/>
          <ac:spMkLst>
            <pc:docMk/>
            <pc:sldMk cId="3417207830" sldId="28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2:53.301" v="107"/>
          <ac:spMkLst>
            <pc:docMk/>
            <pc:sldMk cId="3417207830" sldId="28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24:00.957" v="125"/>
        <pc:sldMkLst>
          <pc:docMk/>
          <pc:sldMk cId="2774612812" sldId="288"/>
        </pc:sldMkLst>
        <pc:spChg chg="mod">
          <ac:chgData name="Temirlan Zhaxalykov" userId="S::t.zhaxalykov@kbtu.kz::037320a9-8ef1-4acb-bb74-1ab60141db9d" providerId="AD" clId="Web-{AB40CCA4-6C54-7C56-F24D-5502CA279320}" dt="2026-02-11T16:24:00.926" v="124"/>
          <ac:spMkLst>
            <pc:docMk/>
            <pc:sldMk cId="2774612812" sldId="288"/>
            <ac:spMk id="2" creationId="{42CFEFD1-55A9-C714-CDDB-74C5A61AB1C8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4:00.957" v="125"/>
          <ac:spMkLst>
            <pc:docMk/>
            <pc:sldMk cId="2774612812" sldId="288"/>
            <ac:spMk id="3" creationId="{F1F7694A-4E4D-45AD-F467-FCEF46796794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3:50.207" v="121"/>
          <ac:spMkLst>
            <pc:docMk/>
            <pc:sldMk cId="2774612812" sldId="28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3:50.207" v="121"/>
          <ac:spMkLst>
            <pc:docMk/>
            <pc:sldMk cId="2774612812" sldId="28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3:50.207" v="121"/>
          <ac:spMkLst>
            <pc:docMk/>
            <pc:sldMk cId="2774612812" sldId="28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3:50.207" v="121"/>
          <ac:spMkLst>
            <pc:docMk/>
            <pc:sldMk cId="2774612812" sldId="28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3:50.207" v="121"/>
          <ac:spMkLst>
            <pc:docMk/>
            <pc:sldMk cId="2774612812" sldId="28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24:43.550" v="140" actId="20577"/>
        <pc:sldMkLst>
          <pc:docMk/>
          <pc:sldMk cId="347214657" sldId="289"/>
        </pc:sldMkLst>
        <pc:spChg chg="mod">
          <ac:chgData name="Temirlan Zhaxalykov" userId="S::t.zhaxalykov@kbtu.kz::037320a9-8ef1-4acb-bb74-1ab60141db9d" providerId="AD" clId="Web-{AB40CCA4-6C54-7C56-F24D-5502CA279320}" dt="2026-02-11T16:24:34.722" v="134"/>
          <ac:spMkLst>
            <pc:docMk/>
            <pc:sldMk cId="347214657" sldId="289"/>
            <ac:spMk id="2" creationId="{8B53FCE9-7060-F1A4-3D9E-E58B2E82913F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4:43.550" v="140" actId="20577"/>
          <ac:spMkLst>
            <pc:docMk/>
            <pc:sldMk cId="347214657" sldId="289"/>
            <ac:spMk id="3" creationId="{6A42A5AD-27DE-4C53-62CB-0202FE6C18EA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4:25.801" v="131"/>
          <ac:spMkLst>
            <pc:docMk/>
            <pc:sldMk cId="347214657" sldId="28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4:25.801" v="131"/>
          <ac:spMkLst>
            <pc:docMk/>
            <pc:sldMk cId="347214657" sldId="28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4:25.801" v="131"/>
          <ac:spMkLst>
            <pc:docMk/>
            <pc:sldMk cId="347214657" sldId="28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4:25.801" v="131"/>
          <ac:spMkLst>
            <pc:docMk/>
            <pc:sldMk cId="347214657" sldId="28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4:25.801" v="131"/>
          <ac:spMkLst>
            <pc:docMk/>
            <pc:sldMk cId="347214657" sldId="28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25:59.753" v="161" actId="20577"/>
        <pc:sldMkLst>
          <pc:docMk/>
          <pc:sldMk cId="761400146" sldId="290"/>
        </pc:sldMkLst>
        <pc:spChg chg="mod">
          <ac:chgData name="Temirlan Zhaxalykov" userId="S::t.zhaxalykov@kbtu.kz::037320a9-8ef1-4acb-bb74-1ab60141db9d" providerId="AD" clId="Web-{AB40CCA4-6C54-7C56-F24D-5502CA279320}" dt="2026-02-11T16:25:59.753" v="161" actId="20577"/>
          <ac:spMkLst>
            <pc:docMk/>
            <pc:sldMk cId="761400146" sldId="290"/>
            <ac:spMk id="2" creationId="{5D29A37E-2998-BAB7-6171-79329CE5E552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5:46.659" v="159" actId="14100"/>
          <ac:spMkLst>
            <pc:docMk/>
            <pc:sldMk cId="761400146" sldId="290"/>
            <ac:spMk id="3" creationId="{02E008DF-C227-34E0-680E-6ED50A0E37C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5:11.707" v="146"/>
          <ac:spMkLst>
            <pc:docMk/>
            <pc:sldMk cId="761400146" sldId="29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5:11.707" v="146"/>
          <ac:spMkLst>
            <pc:docMk/>
            <pc:sldMk cId="761400146" sldId="29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5:11.707" v="146"/>
          <ac:spMkLst>
            <pc:docMk/>
            <pc:sldMk cId="761400146" sldId="29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5:11.707" v="146"/>
          <ac:spMkLst>
            <pc:docMk/>
            <pc:sldMk cId="761400146" sldId="29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5:11.707" v="146"/>
          <ac:spMkLst>
            <pc:docMk/>
            <pc:sldMk cId="761400146" sldId="29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26:42.878" v="177"/>
        <pc:sldMkLst>
          <pc:docMk/>
          <pc:sldMk cId="505649504" sldId="291"/>
        </pc:sldMkLst>
        <pc:spChg chg="mod">
          <ac:chgData name="Temirlan Zhaxalykov" userId="S::t.zhaxalykov@kbtu.kz::037320a9-8ef1-4acb-bb74-1ab60141db9d" providerId="AD" clId="Web-{AB40CCA4-6C54-7C56-F24D-5502CA279320}" dt="2026-02-11T16:26:42.815" v="176"/>
          <ac:spMkLst>
            <pc:docMk/>
            <pc:sldMk cId="505649504" sldId="291"/>
            <ac:spMk id="2" creationId="{CBFB3DA3-8493-91B7-F562-695254B2736C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6:42.878" v="177"/>
          <ac:spMkLst>
            <pc:docMk/>
            <pc:sldMk cId="505649504" sldId="291"/>
            <ac:spMk id="3" creationId="{7043587C-64AF-46E5-6BE5-95D6B5616E90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6:19.175" v="167"/>
          <ac:spMkLst>
            <pc:docMk/>
            <pc:sldMk cId="505649504" sldId="29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6:19.175" v="167"/>
          <ac:spMkLst>
            <pc:docMk/>
            <pc:sldMk cId="505649504" sldId="29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6:19.175" v="167"/>
          <ac:spMkLst>
            <pc:docMk/>
            <pc:sldMk cId="505649504" sldId="29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6:19.175" v="167"/>
          <ac:spMkLst>
            <pc:docMk/>
            <pc:sldMk cId="505649504" sldId="29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6:19.175" v="167"/>
          <ac:spMkLst>
            <pc:docMk/>
            <pc:sldMk cId="505649504" sldId="291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AB40CCA4-6C54-7C56-F24D-5502CA279320}" dt="2026-02-11T16:28:15.409" v="194" actId="20577"/>
        <pc:sldMkLst>
          <pc:docMk/>
          <pc:sldMk cId="2662968786" sldId="292"/>
        </pc:sldMkLst>
        <pc:spChg chg="mod">
          <ac:chgData name="Temirlan Zhaxalykov" userId="S::t.zhaxalykov@kbtu.kz::037320a9-8ef1-4acb-bb74-1ab60141db9d" providerId="AD" clId="Web-{AB40CCA4-6C54-7C56-F24D-5502CA279320}" dt="2026-02-11T16:28:10.331" v="192" actId="20577"/>
          <ac:spMkLst>
            <pc:docMk/>
            <pc:sldMk cId="2662968786" sldId="292"/>
            <ac:spMk id="2" creationId="{1F3118AF-FDD8-0EA3-459A-D21B00AEAF02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8:15.409" v="194" actId="20577"/>
          <ac:spMkLst>
            <pc:docMk/>
            <pc:sldMk cId="2662968786" sldId="292"/>
            <ac:spMk id="3" creationId="{4A12DBD2-7807-2320-FF2A-1BEEA8F312CD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28:47.924" v="204"/>
        <pc:sldMkLst>
          <pc:docMk/>
          <pc:sldMk cId="2991333859" sldId="293"/>
        </pc:sldMkLst>
        <pc:spChg chg="mod">
          <ac:chgData name="Temirlan Zhaxalykov" userId="S::t.zhaxalykov@kbtu.kz::037320a9-8ef1-4acb-bb74-1ab60141db9d" providerId="AD" clId="Web-{AB40CCA4-6C54-7C56-F24D-5502CA279320}" dt="2026-02-11T16:28:47.909" v="203"/>
          <ac:spMkLst>
            <pc:docMk/>
            <pc:sldMk cId="2991333859" sldId="293"/>
            <ac:spMk id="2" creationId="{54A042E5-BCF7-D2F2-EA7E-BA299CA7D7BB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8:47.924" v="204"/>
          <ac:spMkLst>
            <pc:docMk/>
            <pc:sldMk cId="2991333859" sldId="293"/>
            <ac:spMk id="3" creationId="{786A45C2-CB11-485D-062A-B35B117BE26F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8:39.315" v="200"/>
          <ac:spMkLst>
            <pc:docMk/>
            <pc:sldMk cId="2991333859" sldId="29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8:39.315" v="200"/>
          <ac:spMkLst>
            <pc:docMk/>
            <pc:sldMk cId="2991333859" sldId="29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8:39.315" v="200"/>
          <ac:spMkLst>
            <pc:docMk/>
            <pc:sldMk cId="2991333859" sldId="29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8:39.315" v="200"/>
          <ac:spMkLst>
            <pc:docMk/>
            <pc:sldMk cId="2991333859" sldId="29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8:39.315" v="200"/>
          <ac:spMkLst>
            <pc:docMk/>
            <pc:sldMk cId="2991333859" sldId="29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29:59.924" v="217"/>
        <pc:sldMkLst>
          <pc:docMk/>
          <pc:sldMk cId="2148313462" sldId="294"/>
        </pc:sldMkLst>
        <pc:spChg chg="mod">
          <ac:chgData name="Temirlan Zhaxalykov" userId="S::t.zhaxalykov@kbtu.kz::037320a9-8ef1-4acb-bb74-1ab60141db9d" providerId="AD" clId="Web-{AB40CCA4-6C54-7C56-F24D-5502CA279320}" dt="2026-02-11T16:29:59.877" v="216"/>
          <ac:spMkLst>
            <pc:docMk/>
            <pc:sldMk cId="2148313462" sldId="294"/>
            <ac:spMk id="2" creationId="{DDE8A922-C98A-3E08-93AB-EADC1025DD86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29:59.924" v="217"/>
          <ac:spMkLst>
            <pc:docMk/>
            <pc:sldMk cId="2148313462" sldId="294"/>
            <ac:spMk id="3" creationId="{71D0D424-02FD-69E8-4252-4A40877F6B05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9:48.643" v="210"/>
          <ac:spMkLst>
            <pc:docMk/>
            <pc:sldMk cId="2148313462" sldId="29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9:48.643" v="210"/>
          <ac:spMkLst>
            <pc:docMk/>
            <pc:sldMk cId="2148313462" sldId="29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9:48.643" v="210"/>
          <ac:spMkLst>
            <pc:docMk/>
            <pc:sldMk cId="2148313462" sldId="29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9:48.643" v="210"/>
          <ac:spMkLst>
            <pc:docMk/>
            <pc:sldMk cId="2148313462" sldId="29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29:48.643" v="210"/>
          <ac:spMkLst>
            <pc:docMk/>
            <pc:sldMk cId="2148313462" sldId="29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30:27.362" v="227"/>
        <pc:sldMkLst>
          <pc:docMk/>
          <pc:sldMk cId="1037825639" sldId="295"/>
        </pc:sldMkLst>
        <pc:spChg chg="mod">
          <ac:chgData name="Temirlan Zhaxalykov" userId="S::t.zhaxalykov@kbtu.kz::037320a9-8ef1-4acb-bb74-1ab60141db9d" providerId="AD" clId="Web-{AB40CCA4-6C54-7C56-F24D-5502CA279320}" dt="2026-02-11T16:30:27.346" v="226"/>
          <ac:spMkLst>
            <pc:docMk/>
            <pc:sldMk cId="1037825639" sldId="295"/>
            <ac:spMk id="2" creationId="{37050B7F-9F84-FC60-C224-E82F4D34FD2E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30:27.362" v="227"/>
          <ac:spMkLst>
            <pc:docMk/>
            <pc:sldMk cId="1037825639" sldId="295"/>
            <ac:spMk id="3" creationId="{9F37A25F-2E38-F5F9-F8C4-2C56E963A3BB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19.940" v="223"/>
          <ac:spMkLst>
            <pc:docMk/>
            <pc:sldMk cId="1037825639" sldId="29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19.940" v="223"/>
          <ac:spMkLst>
            <pc:docMk/>
            <pc:sldMk cId="1037825639" sldId="29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19.940" v="223"/>
          <ac:spMkLst>
            <pc:docMk/>
            <pc:sldMk cId="1037825639" sldId="29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19.940" v="223"/>
          <ac:spMkLst>
            <pc:docMk/>
            <pc:sldMk cId="1037825639" sldId="29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19.940" v="223"/>
          <ac:spMkLst>
            <pc:docMk/>
            <pc:sldMk cId="1037825639" sldId="29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31:01.549" v="237" actId="20577"/>
        <pc:sldMkLst>
          <pc:docMk/>
          <pc:sldMk cId="4099119918" sldId="296"/>
        </pc:sldMkLst>
        <pc:spChg chg="mod">
          <ac:chgData name="Temirlan Zhaxalykov" userId="S::t.zhaxalykov@kbtu.kz::037320a9-8ef1-4acb-bb74-1ab60141db9d" providerId="AD" clId="Web-{AB40CCA4-6C54-7C56-F24D-5502CA279320}" dt="2026-02-11T16:30:57.033" v="234"/>
          <ac:spMkLst>
            <pc:docMk/>
            <pc:sldMk cId="4099119918" sldId="296"/>
            <ac:spMk id="2" creationId="{31458EE1-A208-5290-AA17-B49B4B31876A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31:01.549" v="237" actId="20577"/>
          <ac:spMkLst>
            <pc:docMk/>
            <pc:sldMk cId="4099119918" sldId="296"/>
            <ac:spMk id="3" creationId="{41031BC7-3572-BCDE-48E5-6C0ADC4606F4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50.690" v="232"/>
          <ac:spMkLst>
            <pc:docMk/>
            <pc:sldMk cId="4099119918" sldId="29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50.690" v="232"/>
          <ac:spMkLst>
            <pc:docMk/>
            <pc:sldMk cId="4099119918" sldId="29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50.690" v="232"/>
          <ac:spMkLst>
            <pc:docMk/>
            <pc:sldMk cId="4099119918" sldId="29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50.690" v="232"/>
          <ac:spMkLst>
            <pc:docMk/>
            <pc:sldMk cId="4099119918" sldId="29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0:50.690" v="232"/>
          <ac:spMkLst>
            <pc:docMk/>
            <pc:sldMk cId="4099119918" sldId="29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31:32.611" v="248" actId="20577"/>
        <pc:sldMkLst>
          <pc:docMk/>
          <pc:sldMk cId="2987037570" sldId="297"/>
        </pc:sldMkLst>
        <pc:spChg chg="mod">
          <ac:chgData name="Temirlan Zhaxalykov" userId="S::t.zhaxalykov@kbtu.kz::037320a9-8ef1-4acb-bb74-1ab60141db9d" providerId="AD" clId="Web-{AB40CCA4-6C54-7C56-F24D-5502CA279320}" dt="2026-02-11T16:31:30.252" v="246"/>
          <ac:spMkLst>
            <pc:docMk/>
            <pc:sldMk cId="2987037570" sldId="297"/>
            <ac:spMk id="2" creationId="{2DE3668C-A0B3-AA1F-3019-73EA8BB803CC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31:32.611" v="248" actId="20577"/>
          <ac:spMkLst>
            <pc:docMk/>
            <pc:sldMk cId="2987037570" sldId="297"/>
            <ac:spMk id="3" creationId="{49160FAE-F86A-4B75-233E-7AD654DBD4C5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22.549" v="243"/>
          <ac:spMkLst>
            <pc:docMk/>
            <pc:sldMk cId="2987037570" sldId="29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22.549" v="243"/>
          <ac:spMkLst>
            <pc:docMk/>
            <pc:sldMk cId="2987037570" sldId="29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22.549" v="243"/>
          <ac:spMkLst>
            <pc:docMk/>
            <pc:sldMk cId="2987037570" sldId="29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22.549" v="243"/>
          <ac:spMkLst>
            <pc:docMk/>
            <pc:sldMk cId="2987037570" sldId="29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22.549" v="243"/>
          <ac:spMkLst>
            <pc:docMk/>
            <pc:sldMk cId="2987037570" sldId="29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32:02.002" v="258"/>
        <pc:sldMkLst>
          <pc:docMk/>
          <pc:sldMk cId="3567652818" sldId="298"/>
        </pc:sldMkLst>
        <pc:spChg chg="mod">
          <ac:chgData name="Temirlan Zhaxalykov" userId="S::t.zhaxalykov@kbtu.kz::037320a9-8ef1-4acb-bb74-1ab60141db9d" providerId="AD" clId="Web-{AB40CCA4-6C54-7C56-F24D-5502CA279320}" dt="2026-02-11T16:32:01.986" v="257"/>
          <ac:spMkLst>
            <pc:docMk/>
            <pc:sldMk cId="3567652818" sldId="298"/>
            <ac:spMk id="2" creationId="{2317B8C1-4A26-6B02-AA48-81B41062CD0F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32:02.002" v="258"/>
          <ac:spMkLst>
            <pc:docMk/>
            <pc:sldMk cId="3567652818" sldId="298"/>
            <ac:spMk id="3" creationId="{3C76414F-A3E4-1313-6C3D-803F1E3631D4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54.221" v="254"/>
          <ac:spMkLst>
            <pc:docMk/>
            <pc:sldMk cId="3567652818" sldId="29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54.221" v="254"/>
          <ac:spMkLst>
            <pc:docMk/>
            <pc:sldMk cId="3567652818" sldId="29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54.221" v="254"/>
          <ac:spMkLst>
            <pc:docMk/>
            <pc:sldMk cId="3567652818" sldId="29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54.221" v="254"/>
          <ac:spMkLst>
            <pc:docMk/>
            <pc:sldMk cId="3567652818" sldId="29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1:54.221" v="254"/>
          <ac:spMkLst>
            <pc:docMk/>
            <pc:sldMk cId="3567652818" sldId="29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AB40CCA4-6C54-7C56-F24D-5502CA279320}" dt="2026-02-11T16:32:31.971" v="268"/>
        <pc:sldMkLst>
          <pc:docMk/>
          <pc:sldMk cId="3102856370" sldId="299"/>
        </pc:sldMkLst>
        <pc:spChg chg="mod">
          <ac:chgData name="Temirlan Zhaxalykov" userId="S::t.zhaxalykov@kbtu.kz::037320a9-8ef1-4acb-bb74-1ab60141db9d" providerId="AD" clId="Web-{AB40CCA4-6C54-7C56-F24D-5502CA279320}" dt="2026-02-11T16:32:31.924" v="267"/>
          <ac:spMkLst>
            <pc:docMk/>
            <pc:sldMk cId="3102856370" sldId="299"/>
            <ac:spMk id="2" creationId="{B5D7464D-2E1A-D460-4D8E-7827715E72EB}"/>
          </ac:spMkLst>
        </pc:spChg>
        <pc:spChg chg="mod">
          <ac:chgData name="Temirlan Zhaxalykov" userId="S::t.zhaxalykov@kbtu.kz::037320a9-8ef1-4acb-bb74-1ab60141db9d" providerId="AD" clId="Web-{AB40CCA4-6C54-7C56-F24D-5502CA279320}" dt="2026-02-11T16:32:31.971" v="268"/>
          <ac:spMkLst>
            <pc:docMk/>
            <pc:sldMk cId="3102856370" sldId="299"/>
            <ac:spMk id="3" creationId="{53092045-E9D4-A03A-AB21-BD4C01DC3C9B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2:25.533" v="264"/>
          <ac:spMkLst>
            <pc:docMk/>
            <pc:sldMk cId="3102856370" sldId="29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2:25.533" v="264"/>
          <ac:spMkLst>
            <pc:docMk/>
            <pc:sldMk cId="3102856370" sldId="29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2:25.533" v="264"/>
          <ac:spMkLst>
            <pc:docMk/>
            <pc:sldMk cId="3102856370" sldId="29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2:25.533" v="264"/>
          <ac:spMkLst>
            <pc:docMk/>
            <pc:sldMk cId="3102856370" sldId="29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AB40CCA4-6C54-7C56-F24D-5502CA279320}" dt="2026-02-11T16:32:25.533" v="264"/>
          <ac:spMkLst>
            <pc:docMk/>
            <pc:sldMk cId="3102856370" sldId="299"/>
            <ac:spMk id="16" creationId="{53E5B1A8-3AC9-4BD1-9BBC-78CA94F2D1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4800" b="1" err="1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lang="ru-RU" sz="4800" b="1">
                <a:solidFill>
                  <a:srgbClr val="FFFFFF"/>
                </a:solidFill>
                <a:latin typeface="Times New Roman"/>
                <a:cs typeface="Times New Roman"/>
              </a:rPr>
              <a:t> 5. </a:t>
            </a:r>
            <a:r>
              <a:rPr lang="ru-RU" sz="4800" b="1" err="1">
                <a:solidFill>
                  <a:srgbClr val="FFFFFF"/>
                </a:solidFill>
                <a:latin typeface="Times New Roman"/>
                <a:cs typeface="Times New Roman"/>
              </a:rPr>
              <a:t>Hash</a:t>
            </a:r>
            <a:r>
              <a:rPr lang="ru-RU" sz="4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800" b="1" err="1">
                <a:solidFill>
                  <a:srgbClr val="FFFFFF"/>
                </a:solidFill>
                <a:latin typeface="Times New Roman"/>
                <a:cs typeface="Times New Roman"/>
              </a:rPr>
              <a:t>Function</a:t>
            </a:r>
            <a:r>
              <a:rPr lang="ru-RU" sz="4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800" b="1" err="1">
                <a:solidFill>
                  <a:srgbClr val="FFFFFF"/>
                </a:solidFill>
                <a:latin typeface="Times New Roman"/>
                <a:cs typeface="Times New Roman"/>
              </a:rPr>
              <a:t>Fundamentals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ru-RU">
                <a:latin typeface="Times New Roman"/>
                <a:cs typeface="Times New Roman"/>
              </a:rPr>
              <a:t>CSE 1204 </a:t>
            </a:r>
            <a:r>
              <a:rPr lang="ru-RU" err="1">
                <a:latin typeface="Times New Roman"/>
                <a:cs typeface="Times New Roman"/>
              </a:rPr>
              <a:t>Applied</a:t>
            </a:r>
            <a:r>
              <a:rPr lang="ru-RU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Cryptography</a:t>
            </a:r>
            <a:endParaRPr lang="ru-RU">
              <a:latin typeface="Times New Roman"/>
              <a:cs typeface="Times New Roman"/>
            </a:endParaRPr>
          </a:p>
          <a:p>
            <a:pPr algn="l"/>
            <a:r>
              <a:rPr lang="ru-RU" err="1">
                <a:latin typeface="Times New Roman"/>
                <a:cs typeface="Times New Roman"/>
              </a:rPr>
              <a:t>Lectures</a:t>
            </a:r>
            <a:r>
              <a:rPr lang="ru-RU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by</a:t>
            </a:r>
            <a:r>
              <a:rPr lang="ru-RU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Zhaxalykov</a:t>
            </a:r>
            <a:r>
              <a:rPr lang="ru-RU">
                <a:latin typeface="Times New Roman"/>
                <a:cs typeface="Times New Roman"/>
              </a:rPr>
              <a:t> T.M.</a:t>
            </a:r>
          </a:p>
        </p:txBody>
      </p:sp>
    </p:spTree>
    <p:extLst>
      <p:ext uri="{BB962C8B-B14F-4D97-AF65-F5344CB8AC3E}">
        <p14:creationId xmlns:p14="http://schemas.microsoft.com/office/powerpoint/2010/main" val="427379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F879C-F49F-C221-47C2-B400A0A4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Agenda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685C0E-B3AE-4024-E3E2-A44731C15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Introduction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to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Cryptographic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Hash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Functions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Security Properties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of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Hash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Functions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The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Birthday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Paradox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Collision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Attacks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MD5: Design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Cryptanalysis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SHA-1: Security Evolution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Deprecation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Practical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Implications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Migration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  <a:p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375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FF610-AC00-8D80-DCF0-B7C4DAA3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chemeClr val="bg1"/>
                </a:solidFill>
                <a:latin typeface="Times New Roman"/>
                <a:cs typeface="Times New Roman"/>
              </a:rPr>
              <a:t>1. </a:t>
            </a:r>
            <a:r>
              <a:rPr lang="ru-RU" sz="3400" b="1" err="1">
                <a:solidFill>
                  <a:schemeClr val="bg1"/>
                </a:solidFill>
                <a:latin typeface="Times New Roman"/>
                <a:cs typeface="Times New Roman"/>
              </a:rPr>
              <a:t>Introduction</a:t>
            </a:r>
            <a:r>
              <a:rPr lang="ru-RU" sz="34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chemeClr val="bg1"/>
                </a:solidFill>
                <a:latin typeface="Times New Roman"/>
                <a:cs typeface="Times New Roman"/>
              </a:rPr>
              <a:t>to</a:t>
            </a:r>
            <a:r>
              <a:rPr lang="ru-RU" sz="34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chemeClr val="bg1"/>
                </a:solidFill>
                <a:latin typeface="Times New Roman"/>
                <a:cs typeface="Times New Roman"/>
              </a:rPr>
              <a:t>Cryptographic</a:t>
            </a:r>
            <a:r>
              <a:rPr lang="ru-RU" sz="34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chemeClr val="bg1"/>
                </a:solidFill>
                <a:latin typeface="Times New Roman"/>
                <a:cs typeface="Times New Roman"/>
              </a:rPr>
              <a:t>Hash</a:t>
            </a:r>
            <a:r>
              <a:rPr lang="ru-RU" sz="34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chemeClr val="bg1"/>
                </a:solidFill>
                <a:latin typeface="Times New Roman"/>
                <a:cs typeface="Times New Roman"/>
              </a:rPr>
              <a:t>Functions</a:t>
            </a:r>
            <a:endParaRPr lang="ru-RU" sz="34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C43A4D-FFD9-7AAE-97A5-DF14F09D7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Cryptographic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functions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fundamental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primitives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that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map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arbitrary-length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input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fixed-length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output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while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satisfying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specific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properties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They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essential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digital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signatures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message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password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storage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blockchain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systems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numerous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other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cryptographic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applications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902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EC1BF5-BE18-90EE-27D8-35EDC15C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1.1 Definition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Characteristics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07A649-A7EA-B9A4-8F1E-C60D7C393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Definition 1.1 (Cryptographic Hash Function):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A cryptographic hash function is a deterministic function H: {0,1}* → {0,1}ⁿ that maps arbitrary-length bit strings to fixed-length n-bit outputs (hash values or digests). The function must be efficiently computable and satisfy security properties.</a:t>
            </a: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58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251E3-8403-8FAA-C481-A234D803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1.1 Definition and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Characteristics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9AFFA9-3466-121A-00A1-B9327CE3D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Essential Characteristics: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Deterministic: Same input always produces same output. H(M) is always identical for message M.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Fixed Output Length: Regardless of input size (1 byte or 1 GB), output is always n bits (256 bits for SHA-256).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Efficient Computation: Computing H(M) should be fast, typically hundreds of MB/s.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One-Way: Given h = H(M), finding M' with H(M') = h is computationally infeasible.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Avalanche Effect: Small input changes produce dramatically different outputs.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2733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77C3E-B3D9-F72D-1A2B-24353CB6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Example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Arial"/>
              </a:rPr>
              <a:t> 1.1: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Hash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Arial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Function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Arial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Behavior</a:t>
            </a:r>
            <a:endParaRPr lang="ru-RU" sz="4000" b="1">
              <a:solidFill>
                <a:srgbClr val="FFFFFF"/>
              </a:solidFill>
              <a:latin typeface="Times New Roman"/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AEC926-54E5-B3D7-F6F4-425A32962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SHA-256('Hello, World!') = dffd6021bb2bd5b0af676290809ec3a53191dd81...</a:t>
            </a:r>
            <a:endParaRPr lang="ru-RU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SHA-256('Hello, World?') = 48e8b5a5e4e42c6cc28c8f168c8f7b6ddf8f98e0...</a:t>
            </a: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Times New Roman"/>
                <a:cs typeface="Arial"/>
              </a:rPr>
              <a:t>Changing one character produces completely different 256-bit hash, demonstrating avalanche effect.</a:t>
            </a:r>
            <a:endParaRPr lang="ru-RU" sz="200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30610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FDF3F-2825-B9CC-49D3-D1467BD8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1.2 Applications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3CFC5-843C-8AA9-5FD6-60D713AB8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Data Integrity: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Compute h = H(M), transmit (M, h). Receiver verifies H(M) = h.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Digital Signatures: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Sign H(M) instead of M. Any alteration invalidates signature.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Password Storage: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Store H(password). Compare hashes during authentication.</a:t>
            </a:r>
            <a:endParaRPr lang="en-US"/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Blockchain: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Bitcoin uses SHA-256 for proof-of-work and Merkle trees.</a:t>
            </a:r>
            <a:endParaRPr lang="en-US"/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0698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CDFA7-97B6-044B-5D20-2FEAAE09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2056BB-FFF2-F6E8-830B-0D420A5CB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FCB686-A17D-8BA3-7AFA-1CF88F2A4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8A50ED-D5D2-33FC-8A0E-87F20730F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17D9D7-A7F6-1BC0-4C43-066135718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93D58D-FEF8-0A86-F346-DAEC2887C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1D7070-1445-134B-6692-948013414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AB6D2-4750-D460-13CC-97355249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2. Security Properties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of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Hash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Functions</a:t>
            </a:r>
            <a:endParaRPr lang="ru-RU" sz="40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119764-D2A1-5A1A-C554-CA30EA692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latin typeface="Times New Roman"/>
                <a:cs typeface="Times New Roman"/>
              </a:rPr>
              <a:t>2.1 </a:t>
            </a:r>
            <a:r>
              <a:rPr lang="ru-RU" sz="2000" b="1" err="1">
                <a:latin typeface="Times New Roman"/>
                <a:cs typeface="Times New Roman"/>
              </a:rPr>
              <a:t>Preimage</a:t>
            </a:r>
            <a:r>
              <a:rPr lang="ru-RU" sz="2000" b="1">
                <a:latin typeface="Times New Roman"/>
                <a:cs typeface="Times New Roman"/>
              </a:rPr>
              <a:t> </a:t>
            </a:r>
            <a:r>
              <a:rPr lang="ru-RU" sz="2000" b="1" err="1">
                <a:latin typeface="Times New Roman"/>
                <a:cs typeface="Times New Roman"/>
              </a:rPr>
              <a:t>Resistance</a:t>
            </a:r>
            <a:endParaRPr lang="ru-RU" sz="2000" b="1">
              <a:latin typeface="Times New Roman"/>
              <a:cs typeface="Times New Roman"/>
            </a:endParaRPr>
          </a:p>
          <a:p>
            <a:r>
              <a:rPr lang="ru-RU" sz="2000" b="1">
                <a:latin typeface="Times New Roman"/>
                <a:cs typeface="Times New Roman"/>
              </a:rPr>
              <a:t>2.2 Second </a:t>
            </a:r>
            <a:r>
              <a:rPr lang="ru-RU" sz="2000" b="1" err="1">
                <a:latin typeface="Times New Roman"/>
                <a:cs typeface="Times New Roman"/>
              </a:rPr>
              <a:t>Preimage</a:t>
            </a:r>
            <a:r>
              <a:rPr lang="ru-RU" sz="2000" b="1">
                <a:latin typeface="Times New Roman"/>
                <a:cs typeface="Times New Roman"/>
              </a:rPr>
              <a:t> </a:t>
            </a:r>
            <a:r>
              <a:rPr lang="ru-RU" sz="2000" b="1" err="1">
                <a:latin typeface="Times New Roman"/>
                <a:cs typeface="Times New Roman"/>
              </a:rPr>
              <a:t>Resistance</a:t>
            </a:r>
            <a:endParaRPr lang="ru-RU" sz="2000" b="1">
              <a:latin typeface="Times New Roman"/>
              <a:cs typeface="Times New Roman"/>
            </a:endParaRPr>
          </a:p>
          <a:p>
            <a:r>
              <a:rPr lang="ru-RU" sz="2000" b="1">
                <a:latin typeface="Times New Roman"/>
                <a:cs typeface="Times New Roman"/>
              </a:rPr>
              <a:t>2.3 </a:t>
            </a:r>
            <a:r>
              <a:rPr lang="ru-RU" sz="2000" b="1" err="1">
                <a:latin typeface="Times New Roman"/>
                <a:cs typeface="Times New Roman"/>
              </a:rPr>
              <a:t>Collision</a:t>
            </a:r>
            <a:r>
              <a:rPr lang="ru-RU" sz="2000" b="1">
                <a:latin typeface="Times New Roman"/>
                <a:cs typeface="Times New Roman"/>
              </a:rPr>
              <a:t> </a:t>
            </a:r>
            <a:r>
              <a:rPr lang="ru-RU" sz="2000" b="1" err="1">
                <a:latin typeface="Times New Roman"/>
                <a:cs typeface="Times New Roman"/>
              </a:rPr>
              <a:t>Resistance</a:t>
            </a:r>
            <a:endParaRPr lang="ru-RU" sz="2000" b="1">
              <a:latin typeface="Times New Roman"/>
              <a:cs typeface="Times New Roman"/>
            </a:endParaRPr>
          </a:p>
          <a:p>
            <a:r>
              <a:rPr lang="ru-RU" sz="2000" b="1">
                <a:latin typeface="Times New Roman"/>
                <a:cs typeface="Times New Roman"/>
              </a:rPr>
              <a:t>2.4 </a:t>
            </a:r>
            <a:r>
              <a:rPr lang="ru-RU" sz="2000" b="1" err="1">
                <a:latin typeface="Times New Roman"/>
                <a:cs typeface="Times New Roman"/>
              </a:rPr>
              <a:t>Relationship</a:t>
            </a:r>
            <a:r>
              <a:rPr lang="ru-RU" sz="2000" b="1">
                <a:latin typeface="Times New Roman"/>
                <a:cs typeface="Times New Roman"/>
              </a:rPr>
              <a:t> </a:t>
            </a:r>
            <a:r>
              <a:rPr lang="ru-RU" sz="2000" b="1" err="1">
                <a:latin typeface="Times New Roman"/>
                <a:cs typeface="Times New Roman"/>
              </a:rPr>
              <a:t>Between</a:t>
            </a:r>
            <a:r>
              <a:rPr lang="ru-RU" sz="2000" b="1">
                <a:latin typeface="Times New Roman"/>
                <a:cs typeface="Times New Roman"/>
              </a:rPr>
              <a:t> Properties</a:t>
            </a:r>
          </a:p>
        </p:txBody>
      </p:sp>
    </p:spTree>
    <p:extLst>
      <p:ext uri="{BB962C8B-B14F-4D97-AF65-F5344CB8AC3E}">
        <p14:creationId xmlns:p14="http://schemas.microsoft.com/office/powerpoint/2010/main" val="139837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BE7B8-88DF-7B87-2BA2-D375A1D4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700" b="1">
                <a:solidFill>
                  <a:srgbClr val="FFFFFF"/>
                </a:solidFill>
                <a:latin typeface="Times New Roman"/>
                <a:cs typeface="Times New Roman"/>
              </a:rPr>
              <a:t>2. Security Properties </a:t>
            </a:r>
            <a:r>
              <a:rPr lang="ru-RU" sz="3700" b="1" err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ru-RU" sz="37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700" b="1" err="1">
                <a:solidFill>
                  <a:srgbClr val="FFFFFF"/>
                </a:solidFill>
                <a:latin typeface="Times New Roman"/>
                <a:cs typeface="Times New Roman"/>
              </a:rPr>
              <a:t>Hash</a:t>
            </a:r>
            <a:r>
              <a:rPr lang="ru-RU" sz="37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700" b="1" err="1">
                <a:solidFill>
                  <a:srgbClr val="FFFFFF"/>
                </a:solidFill>
                <a:latin typeface="Times New Roman"/>
                <a:cs typeface="Times New Roman"/>
              </a:rPr>
              <a:t>Functions</a:t>
            </a:r>
            <a:endParaRPr lang="ru-RU" sz="37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4149F7-D723-9F84-47E4-88974293F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Cryptographic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functions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must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satisfy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three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fundamental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properties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652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88636-4E7F-EF99-F1EF-09CE284EF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2.1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Preimage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Resistance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1B1706-497A-BA2B-B8C2-ECF90A7F2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Definition 2.1 (Preimage Resistance):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Given hash h, finding any M with H(M) = h is computationally infeasible. Requires ~2ⁿ attempts for n-bit hash.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For SHA-256 (n=256), finding preimage requires 2²⁵⁶ ≈ 10⁷⁷ attempts—completely infeasible.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Application: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Essential for password hashing (though specialized functions like Argon2 are preferred).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005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12016-E6F7-316D-1E0D-7A58D128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2.2 Second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Preimage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Resistance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8889B0-3160-C98A-F0A7-7FCFBA849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2.2 (Second </a:t>
            </a: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Preimage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): 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Given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M₁,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finding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different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M₂ ≠ M₁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H(M₁) = H(M₂)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computationally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infeasible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Application: 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Critical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digital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signatures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Prevents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reusing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signatures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different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messages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>
                <a:latin typeface="Times New Roman"/>
                <a:cs typeface="Times New Roman"/>
              </a:rPr>
              <a:t>Определение 2.2 (Сопротивление второму прообразу): При заданном m₁, вычисление различных m₂ ≠ m₁ с H(m₁) = H(m₂) невозможно.</a:t>
            </a:r>
          </a:p>
          <a:p>
            <a:r>
              <a:rPr lang="ru-RU" sz="2000" dirty="0">
                <a:latin typeface="Times New Roman"/>
                <a:cs typeface="Times New Roman"/>
              </a:rPr>
              <a:t>Применение: Критично для цифровых подписей. Предотвращает повторное использование подписей в разных сообщениях.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7961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18894-ADCF-20EC-550B-CFF171F27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 err="1">
                <a:solidFill>
                  <a:srgbClr val="FFFFFF"/>
                </a:solidFill>
                <a:latin typeface="Times New Roman"/>
                <a:cs typeface="Arial"/>
              </a:rPr>
              <a:t>Example</a:t>
            </a:r>
            <a:r>
              <a:rPr lang="ru-RU" sz="3400" b="1">
                <a:solidFill>
                  <a:srgbClr val="FFFFFF"/>
                </a:solidFill>
                <a:latin typeface="Times New Roman"/>
                <a:cs typeface="Arial"/>
              </a:rPr>
              <a:t> 2.1: Second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Arial"/>
              </a:rPr>
              <a:t>Preimage</a:t>
            </a:r>
            <a:r>
              <a:rPr lang="ru-RU" sz="3400" b="1">
                <a:solidFill>
                  <a:srgbClr val="FFFFFF"/>
                </a:solidFill>
                <a:latin typeface="Times New Roman"/>
                <a:cs typeface="Arial"/>
              </a:rPr>
              <a:t>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Arial"/>
              </a:rPr>
              <a:t>Attack</a:t>
            </a:r>
            <a:r>
              <a:rPr lang="ru-RU" sz="3400" b="1">
                <a:solidFill>
                  <a:srgbClr val="FFFFFF"/>
                </a:solidFill>
                <a:latin typeface="Times New Roman"/>
                <a:cs typeface="Arial"/>
              </a:rPr>
              <a:t> Impact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EE9A28-A8E3-D937-5089-9BA549939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M₁ = 'Pay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Bob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$100',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Alice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signs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H(M₁)</a:t>
            </a:r>
            <a:endParaRPr lang="ru-RU"/>
          </a:p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Adversary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finds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M₂ = 'Pay Charlie $999'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where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H(M₂) = H(M₁)</a:t>
            </a: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Alice's signature now validates M₂! Defense: strong hash function.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116705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ADF45-3788-5FEE-B14D-15EDE657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2.3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Collision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Resistance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ADD125-A15C-C7E3-CCF4-6A5D31377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Definition 2.3 (Collision Resistance):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Finding any two distinct M₁ ≠ M₂ with H(M₁) = H(M₂) is computationally infeasible.</a:t>
            </a: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Due to birthday paradox, requires ~2^(n/2) attempts. For SHA-256: 2¹²⁸ operations.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b="1" i="1">
                <a:highlight>
                  <a:srgbClr val="FFFFFF"/>
                </a:highlight>
                <a:latin typeface="Times New Roman"/>
                <a:cs typeface="Times New Roman"/>
              </a:rPr>
              <a:t>Important: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Collisions exist by pigeonhole principle. Security requires finding them be infeasible, not that they don't exist.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1784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7FA3A-9455-50AC-0648-F2DEB5C2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2.4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Relationship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Properties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255C20-EF95-4D03-0DCF-FC65593BB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Theorem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2.1: 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⟹ Second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Preimage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⟹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Preimage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If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breaks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all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properties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become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questionable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This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triggers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deprecation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4041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732C7-AAA1-5258-E41A-8BF45F888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134765-9E46-1CBD-4778-0D4E4259A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FB2AE3-D959-33FD-0780-903BD03FA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3A99D7-F67E-E290-45A2-373650135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422444-E673-380A-17BD-5EBF4C97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EE9BC5-F3A0-B30B-CDEC-ABA77BB5F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6984E3-6240-624B-1F68-852585E2D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B1193-8E4B-9F3A-C42A-C099846C4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3. The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Birthday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Paradox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and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Collision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Attacks</a:t>
            </a:r>
            <a:endParaRPr lang="ru-RU" sz="40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06F9E-CB0B-36D9-AECD-997FC382B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3.1 The Classic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Birthday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Problem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3.2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Birthday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Attack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Functions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3.3 Security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Implications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2061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7944D-4AAA-EF96-CA45-AF0E7D1B5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3. The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Birthday</a:t>
            </a:r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Paradox</a:t>
            </a:r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Collision</a:t>
            </a:r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Attacks</a:t>
            </a:r>
            <a:endParaRPr lang="ru-RU" sz="34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91A9BE-FD76-F230-FFE8-D6903432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The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birthday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paradox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provides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fundamental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limits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865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0CBAF-350E-062E-CF18-38F5F57D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Arial"/>
              </a:rPr>
              <a:t>3.1 The Classic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Birthday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Arial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Problem</a:t>
            </a:r>
            <a:endParaRPr lang="ru-RU" sz="4000" b="1">
              <a:solidFill>
                <a:srgbClr val="FFFFFF"/>
              </a:solidFill>
              <a:latin typeface="Times New Roman"/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018DE-729A-0BFB-D133-C25B8C2BC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highlight>
                  <a:srgbClr val="FFFFFF"/>
                </a:highlight>
                <a:latin typeface="Times New Roman"/>
                <a:cs typeface="Arial"/>
              </a:rPr>
              <a:t>With 23 people, probability of shared birthday exceeds 50%. With 70 people, exceeds 99.9%.</a:t>
            </a:r>
            <a:endParaRPr lang="ru-RU" sz="2000">
              <a:highlight>
                <a:srgbClr val="FFFFFF"/>
              </a:highlight>
              <a:latin typeface="Times New Roman"/>
              <a:cs typeface="Arial"/>
            </a:endParaRPr>
          </a:p>
          <a:p>
            <a:endParaRPr lang="en-US" sz="200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P(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) ≈ 1 - e^(-k²/2N)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For P(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) ≈ 0.5,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need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k ≈ 1.17√N</a:t>
            </a: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79664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5BADE-36E8-BB27-133B-E9C156F59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3.2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Birthday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Attack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Hash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Functions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E8CB23-562C-FD5F-DDAE-39BD1F311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Theorem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3.1 (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Birthday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Bound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For n-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bit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found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~2^(n/2)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evaluations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via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birthday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attack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/>
          </a:p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Generic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Birthday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Attack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Algorithm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Generate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2^(n/2)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random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messages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M₁, M₂, ..., Mₖ</a:t>
            </a: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Compute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hᵢ = H(Mᵢ)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each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Store (Mᵢ, hᵢ)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pairs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table</a:t>
            </a: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Check for duplicates: if hᵢ = hⱼ for </a:t>
            </a:r>
            <a:r>
              <a:rPr lang="en-US" sz="2000" err="1">
                <a:highlight>
                  <a:srgbClr val="FFFFFF"/>
                </a:highlight>
                <a:latin typeface="Times New Roman"/>
                <a:cs typeface="Times New Roman"/>
              </a:rPr>
              <a:t>i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 ≠ j, output collision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6552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B8A065-46E4-F634-0263-18DC8FF76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ru-RU" sz="3700" b="1" err="1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lang="ru-RU" sz="3700" b="1">
                <a:solidFill>
                  <a:srgbClr val="FFFFFF"/>
                </a:solidFill>
                <a:latin typeface="Times New Roman"/>
                <a:cs typeface="Times New Roman"/>
              </a:rPr>
              <a:t> 3.1: </a:t>
            </a:r>
            <a:r>
              <a:rPr lang="ru-RU" sz="3700" b="1" err="1">
                <a:solidFill>
                  <a:srgbClr val="FFFFFF"/>
                </a:solidFill>
                <a:latin typeface="Times New Roman"/>
                <a:cs typeface="Times New Roman"/>
              </a:rPr>
              <a:t>Birthday</a:t>
            </a:r>
            <a:r>
              <a:rPr lang="ru-RU" sz="37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700" b="1" err="1">
                <a:solidFill>
                  <a:srgbClr val="FFFFFF"/>
                </a:solidFill>
                <a:latin typeface="Times New Roman"/>
                <a:cs typeface="Times New Roman"/>
              </a:rPr>
              <a:t>Attack</a:t>
            </a:r>
            <a:r>
              <a:rPr lang="ru-RU" sz="37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700" b="1" err="1">
                <a:solidFill>
                  <a:srgbClr val="FFFFFF"/>
                </a:solidFill>
                <a:latin typeface="Times New Roman"/>
                <a:cs typeface="Times New Roman"/>
              </a:rPr>
              <a:t>Complexity</a:t>
            </a:r>
            <a:endParaRPr lang="ru-RU" sz="37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8B1B7BF-E860-B81E-6189-F49E7716C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943722"/>
              </p:ext>
            </p:extLst>
          </p:nvPr>
        </p:nvGraphicFramePr>
        <p:xfrm>
          <a:off x="1372059" y="2112579"/>
          <a:ext cx="9471823" cy="440226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76158">
                  <a:extLst>
                    <a:ext uri="{9D8B030D-6E8A-4147-A177-3AD203B41FA5}">
                      <a16:colId xmlns:a16="http://schemas.microsoft.com/office/drawing/2014/main" val="2415230129"/>
                    </a:ext>
                  </a:extLst>
                </a:gridCol>
                <a:gridCol w="1876158">
                  <a:extLst>
                    <a:ext uri="{9D8B030D-6E8A-4147-A177-3AD203B41FA5}">
                      <a16:colId xmlns:a16="http://schemas.microsoft.com/office/drawing/2014/main" val="3529031483"/>
                    </a:ext>
                  </a:extLst>
                </a:gridCol>
                <a:gridCol w="1876158">
                  <a:extLst>
                    <a:ext uri="{9D8B030D-6E8A-4147-A177-3AD203B41FA5}">
                      <a16:colId xmlns:a16="http://schemas.microsoft.com/office/drawing/2014/main" val="2507532203"/>
                    </a:ext>
                  </a:extLst>
                </a:gridCol>
                <a:gridCol w="1876158">
                  <a:extLst>
                    <a:ext uri="{9D8B030D-6E8A-4147-A177-3AD203B41FA5}">
                      <a16:colId xmlns:a16="http://schemas.microsoft.com/office/drawing/2014/main" val="1907402780"/>
                    </a:ext>
                  </a:extLst>
                </a:gridCol>
                <a:gridCol w="1967191">
                  <a:extLst>
                    <a:ext uri="{9D8B030D-6E8A-4147-A177-3AD203B41FA5}">
                      <a16:colId xmlns:a16="http://schemas.microsoft.com/office/drawing/2014/main" val="1336324183"/>
                    </a:ext>
                  </a:extLst>
                </a:gridCol>
              </a:tblGrid>
              <a:tr h="90273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Hash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Output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Size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Preimage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Resistance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(</a:t>
                      </a: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Theoretical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)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Birthday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</a:t>
                      </a: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Attack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(</a:t>
                      </a: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Collision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)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Security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Status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444233"/>
                  </a:ext>
                </a:extLst>
              </a:tr>
              <a:tr h="6580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MD5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128 </a:t>
                      </a:r>
                      <a:r>
                        <a:rPr lang="af-ZA" sz="1600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bit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$2^{128}$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$2^{64}$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BROKEN</a:t>
                      </a: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(</a:t>
                      </a: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Коллизии за секунды)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506470"/>
                  </a:ext>
                </a:extLst>
              </a:tr>
              <a:tr h="6580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SHA-1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160 </a:t>
                      </a:r>
                      <a:r>
                        <a:rPr lang="af-ZA" sz="1600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bit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$2^{160}$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$2^{80}$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DEPRECATED</a:t>
                      </a: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(</a:t>
                      </a: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Небезопасен)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047661"/>
                  </a:ext>
                </a:extLst>
              </a:tr>
              <a:tr h="6580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SHA-256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256 </a:t>
                      </a:r>
                      <a:r>
                        <a:rPr lang="af-ZA" sz="1600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bit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$2^{256}$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$2^{128}$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SECURE</a:t>
                      </a: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(</a:t>
                      </a: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Золотой стандарт)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935227"/>
                  </a:ext>
                </a:extLst>
              </a:tr>
              <a:tr h="6580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SHA-512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512 </a:t>
                      </a:r>
                      <a:r>
                        <a:rPr lang="af-ZA" sz="1600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bit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$2^{512}$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$2^{256}$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SECURE</a:t>
                      </a: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(</a:t>
                      </a: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Высокая стойкость)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375503"/>
                  </a:ext>
                </a:extLst>
              </a:tr>
              <a:tr h="6580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SHA-3-256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Times New Roman"/>
                      </a:endParaRP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256 </a:t>
                      </a:r>
                      <a:r>
                        <a:rPr lang="af-ZA" sz="1600" err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bit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$2^{256}$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$2^{128}$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SECURE</a:t>
                      </a: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 (</a:t>
                      </a: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Times New Roman"/>
                        </a:rPr>
                        <a:t>Устойчив к спец. атакам)</a:t>
                      </a:r>
                    </a:p>
                  </a:txBody>
                  <a:tcPr marL="101965" marR="101965" marT="67977" marB="679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986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192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4C731-BB9A-E03E-549C-09E5FE7E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3.3 Security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Implications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547534-96A2-A511-606B-5D70FC934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Critical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Principle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For b-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bit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against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need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2b-bit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output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 For 128-bit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use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256-bit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minimum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275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9ABDF-E851-2F5B-AF77-ADEED35C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611EA-9094-80BF-ABC2-2CF23A618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A90D75-86C3-D682-4E9C-D246D6756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E25736-DF5D-74EE-37F8-9B31140FA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9BA69B-6CCA-F42E-2EA2-D5D0EAB64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551698-0E12-8155-7EF3-295186D51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0033B1-BC12-D209-E5A1-670FB5250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049AE-E31A-EDAD-533F-3EAA1107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Arial"/>
              </a:rPr>
              <a:t>4. MD5: Design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Arial"/>
              </a:rPr>
              <a:t>and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Arial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Arial"/>
              </a:rPr>
              <a:t>Cryptanalysis</a:t>
            </a:r>
            <a:endParaRPr lang="ru-RU" sz="4000" b="1">
              <a:solidFill>
                <a:schemeClr val="bg1"/>
              </a:solidFill>
              <a:latin typeface="Times New Roman"/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EF7DB1-B731-0BD8-9F5F-BB02169E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4.1 MD5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Algorithm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Structure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4.2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Cryptanalytic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Progression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4.3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Why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Arial"/>
              </a:rPr>
              <a:t> MD5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Arial"/>
              </a:rPr>
              <a:t>Failed</a:t>
            </a:r>
            <a:endParaRPr lang="ru-RU" sz="2000" b="1">
              <a:highlight>
                <a:srgbClr val="FFFFFF"/>
              </a:highlight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805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568E1-0316-1F47-1619-1CD1215E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 MD5: Design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Cryptanalysis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9C294-D5F3-4B89-52ED-40FB9E441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af-ZA" sz="2000">
                <a:latin typeface="Times New Roman"/>
                <a:ea typeface="Arial"/>
                <a:cs typeface="Times New Roman"/>
              </a:rPr>
              <a:t>MD5 (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Message</a:t>
            </a:r>
            <a:r>
              <a:rPr lang="af-ZA" sz="2000">
                <a:latin typeface="Times New Roman"/>
                <a:ea typeface="Arial"/>
                <a:cs typeface="Times New Roman"/>
              </a:rPr>
              <a:t> 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Digest</a:t>
            </a:r>
            <a:r>
              <a:rPr lang="af-ZA" sz="2000">
                <a:latin typeface="Times New Roman"/>
                <a:ea typeface="Arial"/>
                <a:cs typeface="Times New Roman"/>
              </a:rPr>
              <a:t> 5), 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designed</a:t>
            </a:r>
            <a:r>
              <a:rPr lang="af-ZA" sz="2000">
                <a:latin typeface="Times New Roman"/>
                <a:ea typeface="Arial"/>
                <a:cs typeface="Times New Roman"/>
              </a:rPr>
              <a:t> by Ronald 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Rivest</a:t>
            </a:r>
            <a:r>
              <a:rPr lang="af-ZA" sz="2000">
                <a:latin typeface="Times New Roman"/>
                <a:ea typeface="Arial"/>
                <a:cs typeface="Times New Roman"/>
              </a:rPr>
              <a:t> in 1991, was 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widely</a:t>
            </a:r>
            <a:r>
              <a:rPr lang="af-ZA" sz="2000">
                <a:latin typeface="Times New Roman"/>
                <a:ea typeface="Arial"/>
                <a:cs typeface="Times New Roman"/>
              </a:rPr>
              <a:t> 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used</a:t>
            </a:r>
            <a:r>
              <a:rPr lang="af-ZA" sz="2000">
                <a:latin typeface="Times New Roman"/>
                <a:ea typeface="Arial"/>
                <a:cs typeface="Times New Roman"/>
              </a:rPr>
              <a:t> 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but</a:t>
            </a:r>
            <a:r>
              <a:rPr lang="af-ZA" sz="2000">
                <a:latin typeface="Times New Roman"/>
                <a:ea typeface="Arial"/>
                <a:cs typeface="Times New Roman"/>
              </a:rPr>
              <a:t> 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eventually</a:t>
            </a:r>
            <a:r>
              <a:rPr lang="af-ZA" sz="2000">
                <a:latin typeface="Times New Roman"/>
                <a:ea typeface="Arial"/>
                <a:cs typeface="Times New Roman"/>
              </a:rPr>
              <a:t> 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failed</a:t>
            </a:r>
            <a:r>
              <a:rPr lang="af-ZA" sz="2000">
                <a:latin typeface="Times New Roman"/>
                <a:ea typeface="Arial"/>
                <a:cs typeface="Times New Roman"/>
              </a:rPr>
              <a:t> </a:t>
            </a:r>
            <a:r>
              <a:rPr lang="af-ZA" sz="2000" err="1">
                <a:latin typeface="Times New Roman"/>
                <a:ea typeface="Arial"/>
                <a:cs typeface="Times New Roman"/>
              </a:rPr>
              <a:t>cryptographically</a:t>
            </a:r>
            <a:r>
              <a:rPr lang="af-ZA" sz="2000">
                <a:latin typeface="Times New Roman"/>
                <a:ea typeface="Arial"/>
                <a:cs typeface="Times New Roman"/>
              </a:rPr>
              <a:t>. </a:t>
            </a: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7840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E5459-967B-9E55-699A-2A00868F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4.1 MD5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Structure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A59A7A-7D44-D3FB-7C24-8DCE8E29C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MD5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uses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Merkle-Damgård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construction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processing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512-bit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blocks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producing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128-bit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output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>
              <a:latin typeface="Times New Roman"/>
              <a:cs typeface="Times New Roman"/>
            </a:endParaRP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Padding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Append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make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length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≡ 448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mod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512,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add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64-bit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length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Initialization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Four 32-bit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words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(A, B, C, D)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fixed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constants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Processing: 64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rounds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using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four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nonlinear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functions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(F, G, H, I)</a:t>
            </a: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Output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Concatenate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final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(A, B, C, D) = 128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3290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55925-7732-5533-BF5D-4BA82A82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4.2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Cryptanalytic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Progression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B6FF12-DB88-2D80-8897-ECF20A94C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1996: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Dobbertin found compression function collisions—structural weaknesses.</a:t>
            </a: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2004: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Wang et al. demonstrated practical collisions using differential cryptanalysis. Found in hours on PC.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2008: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Researchers created rogue CA certificate exploiting MD5 collisions.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2012: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Flame malware used MD5 collisions to forge Microsoft certificates.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4569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5E3BE-55AF-9544-7CAF-50224227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Example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Arial"/>
              </a:rPr>
              <a:t> 4.1: MD5 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Collision</a:t>
            </a:r>
            <a:endParaRPr lang="ru-RU" sz="4000" b="1">
              <a:solidFill>
                <a:srgbClr val="FFFFFF"/>
              </a:solidFill>
              <a:latin typeface="Times New Roman"/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A103DA-6E71-24AF-B1CB-C7A131AAF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Courier New"/>
              </a:rPr>
              <a:t>Two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Courier New"/>
              </a:rPr>
              <a:t>different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Courier New"/>
              </a:rPr>
              <a:t>messages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Courier New"/>
              </a:rPr>
              <a:t>with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Courier New"/>
              </a:rPr>
              <a:t>identical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Courier New"/>
              </a:rPr>
              <a:t> MD5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Courier New"/>
              </a:rPr>
              <a:t>hashes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Courier New"/>
              </a:rPr>
              <a:t>:</a:t>
            </a:r>
            <a:endParaRPr lang="ru-RU">
              <a:latin typeface="Times New Roman"/>
              <a:cs typeface="Courier New"/>
            </a:endParaRPr>
          </a:p>
          <a:p>
            <a:pPr marL="0" indent="0">
              <a:buNone/>
            </a:pPr>
            <a:endParaRPr lang="ru-RU" sz="2000">
              <a:highlight>
                <a:srgbClr val="FFFFFF"/>
              </a:highlight>
              <a:latin typeface="Times New Roman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Message 1 (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hex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): d131dd02c5e6eec4693d9a0698aff95c...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Message 2 (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hex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): d131dd02c5e6eec4... (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differs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in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specific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bytes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)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MD5(M1) = MD5(M2) = 79054025255fb1a26e4bc422aef54eb4</a:t>
            </a:r>
          </a:p>
          <a:p>
            <a:pPr marL="0" indent="0">
              <a:buNone/>
            </a:pPr>
            <a:endParaRPr lang="ru-RU" sz="200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Generated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in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seconds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with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public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tools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—MD5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completely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broken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624002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A083A4-4DC9-01D4-D0E2-459832E3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Arial"/>
                <a:cs typeface="Arial"/>
              </a:rPr>
              <a:t>4.3 </a:t>
            </a:r>
            <a:r>
              <a:rPr lang="ru-RU" sz="4000" b="1" err="1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lang="ru-RU" sz="4000" b="1">
                <a:solidFill>
                  <a:srgbClr val="FFFFFF"/>
                </a:solidFill>
                <a:latin typeface="Arial"/>
                <a:cs typeface="Arial"/>
              </a:rPr>
              <a:t> MD5 </a:t>
            </a:r>
            <a:r>
              <a:rPr lang="ru-RU" sz="4000" b="1" err="1">
                <a:solidFill>
                  <a:srgbClr val="FFFFFF"/>
                </a:solidFill>
                <a:latin typeface="Arial"/>
                <a:cs typeface="Arial"/>
              </a:rPr>
              <a:t>Failed</a:t>
            </a:r>
            <a:endParaRPr lang="ru-RU" sz="40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407715-FB49-C8E0-4354-2ACDB7AA4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Insufficient Output: 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128-bit output = only 64-bit collision resistance (birthday bound).</a:t>
            </a:r>
            <a:endParaRPr lang="ru-RU" sz="20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ru-RU" sz="2000" b="1">
                <a:highlight>
                  <a:srgbClr val="FFFFFF"/>
                </a:highlight>
                <a:latin typeface="Arial"/>
                <a:cs typeface="Arial"/>
              </a:rPr>
              <a:t>Weak Differential Properties: </a:t>
            </a:r>
            <a:r>
              <a:rPr lang="ru-RU" sz="2000">
                <a:highlight>
                  <a:srgbClr val="FFFFFF"/>
                </a:highlight>
                <a:latin typeface="Arial"/>
                <a:cs typeface="Arial"/>
              </a:rPr>
              <a:t>Nonlinear functions enable differential attacks.</a:t>
            </a:r>
          </a:p>
          <a:p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Insufficient Rounds: 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64 rounds inadequate for diffusion.</a:t>
            </a:r>
            <a:endParaRPr lang="ru-RU" sz="20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Status: 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MD5 cryptographically broken. Must not be used for security applications.</a:t>
            </a:r>
            <a:endParaRPr lang="ru-RU" sz="2000">
              <a:highlight>
                <a:srgbClr val="FFFFFF"/>
              </a:highlight>
              <a:latin typeface="Arial"/>
              <a:cs typeface="Arial"/>
            </a:endParaRP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807490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6E98F-660F-E471-6458-0A040BA6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BE218-65C5-F58E-8A17-35B7D28B0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6C186A-F250-AB68-9271-890507DAA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9940D2-A750-1AF2-4D98-5F5A33335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015C14-2ED3-C5E0-90DA-B972AF53D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BE0E1A-FE3B-A9AB-CDEE-81172289B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980717-784B-9E98-BD07-F46447483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A41CA-210F-D1F2-CA3E-F215E6B0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5. SHA-1: Security Evolution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and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Deprecation</a:t>
            </a:r>
            <a:endParaRPr lang="ru-RU" sz="40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FD4B5C-5231-DC93-3C7C-D1D13E6B9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5.1 SHA-1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Structure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5.2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Theoretical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Attacks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(2005-2015)</a:t>
            </a: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5.3 </a:t>
            </a:r>
            <a:r>
              <a:rPr lang="en-US" sz="2000" b="1" err="1">
                <a:highlight>
                  <a:srgbClr val="FFFFFF"/>
                </a:highlight>
                <a:latin typeface="Times New Roman"/>
                <a:cs typeface="Times New Roman"/>
              </a:rPr>
              <a:t>SHAttered</a:t>
            </a:r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: Practical Collision (2017)</a:t>
            </a: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5.4 Real-World Impact</a:t>
            </a:r>
          </a:p>
        </p:txBody>
      </p:sp>
    </p:spTree>
    <p:extLst>
      <p:ext uri="{BB962C8B-B14F-4D97-AF65-F5344CB8AC3E}">
        <p14:creationId xmlns:p14="http://schemas.microsoft.com/office/powerpoint/2010/main" val="730690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63888-C07D-FB97-84A3-63D9FCA14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5. SHA-1: Security Evolution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Deprecation</a:t>
            </a:r>
            <a:endParaRPr lang="ru-RU" sz="34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248194-9E9C-D2E5-8F9A-C45C8AE7A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SHA-1,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designed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NSA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published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NIST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1995,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dominated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two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decades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before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gradual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deprecation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452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B59D7-0067-FB61-76FA-8EE1CBAFF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5.1 SHA-1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Structure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F0B796-C26F-63F5-CE49-0FE0BAE4F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590" y="2379346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SHA-1 uses Merkle-Damgård, 512-bit blocks, 160-bit output. Improvements over MD5: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Longer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output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160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vs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128 (80-bit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vs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64-bit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More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rounds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80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vs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64</a:t>
            </a: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Five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state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variables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(A, B, C, D, E)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vs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four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Complex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message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schedule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16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words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expanded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80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7207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FEFD1-55A9-C714-CDDB-74C5A61A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5.2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Theoretical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Attacks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(2005-2015)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F7694A-4E4D-45AD-F467-FCEF46796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2005: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Wang et al. published collision attack ~2⁶⁹ operations (vs 2⁸⁰ birthday bound)—theoretically broken.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2011: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NIST deprecated SHA-1 for digital signatures, recommended SHA-2.</a:t>
            </a: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2015: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Freestart collision in compression function—further erosion.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4612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3FCE9-7060-F1A4-3D9E-E58B2E82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/>
                <a:cs typeface="Times New Roman"/>
              </a:rPr>
              <a:t>5.3 </a:t>
            </a:r>
            <a:r>
              <a:rPr lang="en-US" sz="4000" b="1" err="1">
                <a:solidFill>
                  <a:srgbClr val="FFFFFF"/>
                </a:solidFill>
                <a:latin typeface="Times New Roman"/>
                <a:cs typeface="Times New Roman"/>
              </a:rPr>
              <a:t>SHAttered</a:t>
            </a:r>
            <a:r>
              <a:rPr lang="en-US" sz="4000" b="1">
                <a:solidFill>
                  <a:srgbClr val="FFFFFF"/>
                </a:solidFill>
                <a:latin typeface="Times New Roman"/>
                <a:cs typeface="Times New Roman"/>
              </a:rPr>
              <a:t>: Practical Collision (2017)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42A5AD-27DE-4C53-62CB-0202FE6C1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February 2017: Google and CWI Amsterdam announced </a:t>
            </a:r>
            <a:r>
              <a:rPr lang="en-US" sz="2000" err="1">
                <a:highlight>
                  <a:srgbClr val="FFFFFF"/>
                </a:highlight>
                <a:latin typeface="Times New Roman"/>
                <a:cs typeface="Times New Roman"/>
              </a:rPr>
              <a:t>SHAttered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—first practical full SHA-1 collision.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Attack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Details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Computational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6,500 CPU-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years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+ 100 GPU-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years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Cost: ~$110,000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cloud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computing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(2017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prices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Technique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Chosen-prefix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—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adversary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controls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prefixes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Demo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Two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different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PDFs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identical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SHA-1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hashes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214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9A37E-2998-BAB7-6171-79329CE5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/>
                <a:cs typeface="Arial"/>
              </a:rPr>
              <a:t>Example 5.1: </a:t>
            </a:r>
            <a:r>
              <a:rPr lang="en-US" sz="4000" b="1" err="1">
                <a:solidFill>
                  <a:srgbClr val="FFFFFF"/>
                </a:solidFill>
                <a:latin typeface="Times New Roman"/>
                <a:cs typeface="Arial"/>
              </a:rPr>
              <a:t>SHAttered</a:t>
            </a:r>
            <a:r>
              <a:rPr lang="en-US" sz="4000" b="1">
                <a:solidFill>
                  <a:srgbClr val="FFFFFF"/>
                </a:solidFill>
                <a:latin typeface="Times New Roman"/>
                <a:cs typeface="Arial"/>
              </a:rPr>
              <a:t> Collision</a:t>
            </a:r>
            <a:endParaRPr lang="ru-RU" sz="4000" b="1">
              <a:solidFill>
                <a:srgbClr val="FFFFFF"/>
              </a:solidFill>
              <a:latin typeface="Times New Roman"/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E008DF-C227-34E0-680E-6ED50A0E3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79" y="2318197"/>
            <a:ext cx="1076035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PDF 1: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Displays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blue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/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red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pattern</a:t>
            </a:r>
            <a:endParaRPr lang="ru-RU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PDF 2: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Displays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different</a:t>
            </a: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Courier New"/>
                <a:cs typeface="Courier New"/>
              </a:rPr>
              <a:t>pattern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SHA-1(PDF1) = SHA-1(PDF2) = 38762cf7f55934b34d179ae6a4c80cadccbb7f0a</a:t>
            </a:r>
          </a:p>
          <a:p>
            <a:pPr marL="0" indent="0">
              <a:buNone/>
            </a:pPr>
            <a:endParaRPr lang="ru-RU" sz="200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Demonstrated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SHA-1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collisions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practical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for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well-resourced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adversaries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  <a:endParaRPr lang="ru-RU"/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761400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B3DA3-8493-91B7-F562-695254B2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5.4 Real-World Impact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43587C-64AF-46E5-6BE5-95D6B561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900" b="1">
                <a:highlight>
                  <a:srgbClr val="FFFFFF"/>
                </a:highlight>
                <a:latin typeface="Times New Roman"/>
                <a:cs typeface="Times New Roman"/>
              </a:rPr>
              <a:t>Git/SVN: </a:t>
            </a:r>
            <a:r>
              <a:rPr lang="en-US" sz="1900">
                <a:highlight>
                  <a:srgbClr val="FFFFFF"/>
                </a:highlight>
                <a:latin typeface="Times New Roman"/>
                <a:cs typeface="Times New Roman"/>
              </a:rPr>
              <a:t>Used SHA-1 for commit IDs. Transitioning to SHA-256.</a:t>
            </a:r>
            <a:endParaRPr lang="ru-RU" sz="19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900" b="1" err="1">
                <a:highlight>
                  <a:srgbClr val="FFFFFF"/>
                </a:highlight>
                <a:latin typeface="Times New Roman"/>
                <a:cs typeface="Times New Roman"/>
              </a:rPr>
              <a:t>Certificates</a:t>
            </a:r>
            <a:r>
              <a:rPr lang="ru-RU" sz="1900" b="1">
                <a:highlight>
                  <a:srgbClr val="FFFFFF"/>
                </a:highlight>
                <a:latin typeface="Times New Roman"/>
                <a:cs typeface="Times New Roman"/>
              </a:rPr>
              <a:t>: 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CAs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stopped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issuing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SHA-1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certificates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Browsers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deprecated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by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2017.</a:t>
            </a:r>
          </a:p>
          <a:p>
            <a:pPr marL="0" indent="0">
              <a:buNone/>
            </a:pPr>
            <a:r>
              <a:rPr lang="ru-RU" sz="1900" b="1">
                <a:highlight>
                  <a:srgbClr val="FFFFFF"/>
                </a:highlight>
                <a:latin typeface="Times New Roman"/>
                <a:cs typeface="Times New Roman"/>
              </a:rPr>
              <a:t>Document </a:t>
            </a:r>
            <a:r>
              <a:rPr lang="ru-RU" sz="1900" b="1" err="1">
                <a:highlight>
                  <a:srgbClr val="FFFFFF"/>
                </a:highlight>
                <a:latin typeface="Times New Roman"/>
                <a:cs typeface="Times New Roman"/>
              </a:rPr>
              <a:t>Signing</a:t>
            </a:r>
            <a:r>
              <a:rPr lang="ru-RU" sz="1900" b="1">
                <a:highlight>
                  <a:srgbClr val="FFFFFF"/>
                </a:highlight>
                <a:latin typeface="Times New Roman"/>
                <a:cs typeface="Times New Roman"/>
              </a:rPr>
              <a:t>: 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PDF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signatures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code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signing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migrated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SHA-256.</a:t>
            </a:r>
          </a:p>
          <a:p>
            <a:pPr marL="0" indent="0">
              <a:buNone/>
            </a:pP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Deprecation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Timeline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</a:p>
          <a:p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2011: NIST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deprecates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digital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signatures</a:t>
            </a:r>
          </a:p>
          <a:p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2014: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Chrome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announces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deprecation</a:t>
            </a:r>
          </a:p>
          <a:p>
            <a:r>
              <a:rPr lang="en-US" sz="1900">
                <a:highlight>
                  <a:srgbClr val="FFFFFF"/>
                </a:highlight>
                <a:latin typeface="Times New Roman"/>
                <a:cs typeface="Times New Roman"/>
              </a:rPr>
              <a:t>2017: </a:t>
            </a:r>
            <a:r>
              <a:rPr lang="en-US" sz="1900" err="1">
                <a:highlight>
                  <a:srgbClr val="FFFFFF"/>
                </a:highlight>
                <a:latin typeface="Times New Roman"/>
                <a:cs typeface="Times New Roman"/>
              </a:rPr>
              <a:t>SHAttered</a:t>
            </a:r>
            <a:r>
              <a:rPr lang="en-US" sz="1900">
                <a:highlight>
                  <a:srgbClr val="FFFFFF"/>
                </a:highlight>
                <a:latin typeface="Times New Roman"/>
                <a:cs typeface="Times New Roman"/>
              </a:rPr>
              <a:t> demonstrates practical collisions</a:t>
            </a:r>
            <a:endParaRPr lang="ru-RU" sz="19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2020: All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major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browsers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block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SHA-1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certificates</a:t>
            </a:r>
          </a:p>
          <a:p>
            <a:pPr marL="0" indent="0">
              <a:buNone/>
            </a:pPr>
            <a:r>
              <a:rPr lang="ru-RU" sz="1900" b="1" err="1">
                <a:highlight>
                  <a:srgbClr val="FFFFFF"/>
                </a:highlight>
                <a:latin typeface="Times New Roman"/>
                <a:cs typeface="Times New Roman"/>
              </a:rPr>
              <a:t>Status</a:t>
            </a:r>
            <a:r>
              <a:rPr lang="ru-RU" sz="1900" b="1">
                <a:highlight>
                  <a:srgbClr val="FFFFFF"/>
                </a:highlight>
                <a:latin typeface="Times New Roman"/>
                <a:cs typeface="Times New Roman"/>
              </a:rPr>
              <a:t>: 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SHA-1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deprecated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cryptographic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applications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Use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SHA-256 </a:t>
            </a:r>
            <a:r>
              <a:rPr lang="ru-RU" sz="1900" err="1">
                <a:highlight>
                  <a:srgbClr val="FFFFFF"/>
                </a:highlight>
                <a:latin typeface="Times New Roman"/>
                <a:cs typeface="Times New Roman"/>
              </a:rPr>
              <a:t>or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 SHA-3.</a:t>
            </a:r>
          </a:p>
          <a:p>
            <a:endParaRPr lang="ru-RU" sz="19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5649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01540D-C3EE-48C3-6D73-34ED8E37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7341BB-AD65-8E7B-C853-8E9E79E20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914D5F-B0A9-4A4E-2445-777600D6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8B6A79-148F-5D60-E884-5092A8DEF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727117-8105-A042-9A56-3EBE20EB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946627-DF94-882F-FAC5-75AB1C9C8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D514C5-0E07-CEE7-74D8-35AC3FCE3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118AF-FDD8-0EA3-459A-D21B00AE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6.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Practical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Implications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and</a:t>
            </a:r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Migration</a:t>
            </a:r>
            <a:endParaRPr lang="ru-RU" sz="40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12DBD2-7807-2320-FF2A-1BEEA8F31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6.1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Migration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Strategy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6.2 Current 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Recommendations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6.3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Lessons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Learned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29687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042E5-BCF7-D2F2-EA7E-BA299CA7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6.1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Migration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Strategy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6A45C2-CB11-485D-062A-B35B117B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Inventory: Identify all systems using MD5/SHA-1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Prioritize: Address security-critical systems first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Update: Replace with SHA-256 (recommended) or SHA-3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Test: Verify compatibility across systems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Document: Update policies and procedures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1333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E8A922-C98A-3E08-93AB-EADC1025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6.2 Current 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Recommendations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0D424-02FD-69E8-4252-4A40877F6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General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Purpose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First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Choice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SHA-256 (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widely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supported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efficient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Alternative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SHA-3-256 (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newer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design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diversification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High Security: SHA-512 (256-bit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Password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Hashing</a:t>
            </a: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DO NOT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use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SHA-256/SHA-3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directly</a:t>
            </a: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Use: Argon2, </a:t>
            </a:r>
            <a:r>
              <a:rPr lang="en-US" sz="2000" err="1">
                <a:highlight>
                  <a:srgbClr val="FFFFFF"/>
                </a:highlight>
                <a:latin typeface="Times New Roman"/>
                <a:cs typeface="Times New Roman"/>
              </a:rPr>
              <a:t>bcrypt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, or </a:t>
            </a:r>
            <a:r>
              <a:rPr lang="en-US" sz="2000" err="1">
                <a:highlight>
                  <a:srgbClr val="FFFFFF"/>
                </a:highlight>
                <a:latin typeface="Times New Roman"/>
                <a:cs typeface="Times New Roman"/>
              </a:rPr>
              <a:t>scrypt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 (covered Week 7)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83134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050B7F-9F84-FC60-C224-E82F4D34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6.3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Lessons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Learned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7A25F-2E38-F5F9-F8C4-2C56E963A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Security margins erode—plan for algorithm obsolescence</a:t>
            </a: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Conservative design matters—SHA-256 remains secure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Cryptographic agility—design for algorithm replacement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Theoretical breaks predict practical breaks</a:t>
            </a: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Proactive migration—don't wait for practical attacks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8256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58EE1-A208-5290-AA17-B49B4B31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7.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031BC7-3572-BCDE-48E5-6C0ADC460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This lecture established fundamental hash function concepts and security properties. Key insights: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functions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map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arbitrary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input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fixed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output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three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properties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preimage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second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preimage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</a:p>
          <a:p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Birthday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paradox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limits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2^(n/2),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requiring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256-bit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output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128-bit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MD5 (128-bit)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completely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broken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practical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seconds</a:t>
            </a: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SHA-1 (160-bit) deprecated after </a:t>
            </a:r>
            <a:r>
              <a:rPr lang="en-US" sz="2000" err="1">
                <a:highlight>
                  <a:srgbClr val="FFFFFF"/>
                </a:highlight>
                <a:latin typeface="Times New Roman"/>
                <a:cs typeface="Times New Roman"/>
              </a:rPr>
              <a:t>SHAttered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 attack (2017)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Modern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systems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should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use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SHA-256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minimum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SHA-512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maximum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9119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3668C-A0B3-AA1F-3019-73EA8BB8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7.1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Looking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160FAE-F86A-4B75-233E-7AD654DBD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Next Lecture (Week 6):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Modern Hash Functions. We will study SHA-2 family (SHA-256, SHA-512) in detail, including Merkle-Damgård construction and length extension attacks. Then examine SHA-3 (Keccak) with sponge construction. Finally cover BLAKE2/BLAKE3 for high performance.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70375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7B8C1-4A26-6B02-AA48-81B41062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7.2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Preparation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76414F-A3E4-1313-6C3D-803F1E363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Read Ferguson et al., Chapter 5: Hash Functions (SHA-256 sections)</a:t>
            </a: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Read Aumasson, Chapter 6: Hash Functions (SHA-2, SHA-3, BLAKE2)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Review: Merkle-Damgård construction, sponge construction basics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Lab: Implement birthday attack simulation, generate MD5 collisions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7652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464D-2E1A-D460-4D8E-7827715E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092045-E9D4-A03A-AB21-BD4C01DC3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>
                <a:highlight>
                  <a:srgbClr val="FFFFFF"/>
                </a:highlight>
                <a:latin typeface="Times New Roman"/>
                <a:cs typeface="Times New Roman"/>
              </a:rPr>
              <a:t>Aumasson, J.-P. (2018). </a:t>
            </a:r>
            <a:r>
              <a:rPr lang="en-US" sz="1900" i="1">
                <a:highlight>
                  <a:srgbClr val="FFFFFF"/>
                </a:highlight>
                <a:latin typeface="Times New Roman"/>
                <a:cs typeface="Times New Roman"/>
              </a:rPr>
              <a:t>Serious cryptography: A practical introduction to modern encryption</a:t>
            </a:r>
            <a:r>
              <a:rPr lang="en-US" sz="1900">
                <a:highlight>
                  <a:srgbClr val="FFFFFF"/>
                </a:highlight>
                <a:latin typeface="Times New Roman"/>
                <a:cs typeface="Times New Roman"/>
              </a:rPr>
              <a:t>. No Starch Press.</a:t>
            </a:r>
            <a:endParaRPr lang="ru-RU" sz="19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Ferguson, N., Schneier, B., &amp; Kohno, T. (2010). </a:t>
            </a:r>
            <a:r>
              <a:rPr lang="ru-RU" sz="1900" i="1">
                <a:highlight>
                  <a:srgbClr val="FFFFFF"/>
                </a:highlight>
                <a:latin typeface="Times New Roman"/>
                <a:cs typeface="Times New Roman"/>
              </a:rPr>
              <a:t>Cryptography engineering: Design principles and practical applications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. Wiley Publishing, Inc.</a:t>
            </a:r>
          </a:p>
          <a:p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National Institute of Standards and Technology. (2015). </a:t>
            </a:r>
            <a:r>
              <a:rPr lang="ru-RU" sz="1900" i="1">
                <a:highlight>
                  <a:srgbClr val="FFFFFF"/>
                </a:highlight>
                <a:latin typeface="Times New Roman"/>
                <a:cs typeface="Times New Roman"/>
              </a:rPr>
              <a:t>Secure Hash Standard (SHS)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 (FIPS PUB 180-4).</a:t>
            </a:r>
          </a:p>
          <a:p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Rivest, R. (1992). </a:t>
            </a:r>
            <a:r>
              <a:rPr lang="ru-RU" sz="1900" i="1">
                <a:highlight>
                  <a:srgbClr val="FFFFFF"/>
                </a:highlight>
                <a:latin typeface="Times New Roman"/>
                <a:cs typeface="Times New Roman"/>
              </a:rPr>
              <a:t>The MD5 message-digest algorithm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 (RFC 1321).</a:t>
            </a:r>
          </a:p>
          <a:p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Stevens, M., et al. (2017). The first collision for full SHA-1. In </a:t>
            </a:r>
            <a:r>
              <a:rPr lang="ru-RU" sz="1900" i="1">
                <a:highlight>
                  <a:srgbClr val="FFFFFF"/>
                </a:highlight>
                <a:latin typeface="Times New Roman"/>
                <a:cs typeface="Times New Roman"/>
              </a:rPr>
              <a:t>Advances in Cryptology—CRYPTO 2017</a:t>
            </a:r>
            <a:r>
              <a:rPr lang="ru-RU" sz="1900">
                <a:highlight>
                  <a:srgbClr val="FFFFFF"/>
                </a:highlight>
                <a:latin typeface="Times New Roman"/>
                <a:cs typeface="Times New Roman"/>
              </a:rPr>
              <a:t> (pp. 570-596). Springer.</a:t>
            </a:r>
          </a:p>
          <a:p>
            <a:r>
              <a:rPr lang="en-US" sz="1900">
                <a:highlight>
                  <a:srgbClr val="FFFFFF"/>
                </a:highlight>
                <a:latin typeface="Times New Roman"/>
                <a:cs typeface="Times New Roman"/>
              </a:rPr>
              <a:t>Wang, X., &amp; Yu, H. (2005). How to break MD5 and other hash functions. In </a:t>
            </a:r>
            <a:r>
              <a:rPr lang="en-US" sz="1900" i="1">
                <a:highlight>
                  <a:srgbClr val="FFFFFF"/>
                </a:highlight>
                <a:latin typeface="Times New Roman"/>
                <a:cs typeface="Times New Roman"/>
              </a:rPr>
              <a:t>Advances in Cryptology—EUROCRYPT 2005</a:t>
            </a:r>
            <a:r>
              <a:rPr lang="en-US" sz="1900">
                <a:highlight>
                  <a:srgbClr val="FFFFFF"/>
                </a:highlight>
                <a:latin typeface="Times New Roman"/>
                <a:cs typeface="Times New Roman"/>
              </a:rPr>
              <a:t> (pp. 19-35). Springer.</a:t>
            </a:r>
            <a:endParaRPr lang="ru-RU" sz="19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19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28563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63B39B-1FB8-46B7-9A78-1DB1BC4B98D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CC9F9AB-E727-4D30-8056-12E3B1C3F2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CA5089-13BC-4960-90DB-EF9730205D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039dda-64f8-41f1-b3d6-f92ff14c10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2190</Words>
  <Application>Microsoft Office PowerPoint</Application>
  <PresentationFormat>Широкоэкранный</PresentationFormat>
  <Paragraphs>224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7" baseType="lpstr">
      <vt:lpstr>Aptos</vt:lpstr>
      <vt:lpstr>Aptos Display</vt:lpstr>
      <vt:lpstr>Arial</vt:lpstr>
      <vt:lpstr>Courier New</vt:lpstr>
      <vt:lpstr>Times New Roman</vt:lpstr>
      <vt:lpstr>Тема Office</vt:lpstr>
      <vt:lpstr>Lecture 5. Hash Function Fundamentals</vt:lpstr>
      <vt:lpstr>Agenda</vt:lpstr>
      <vt:lpstr>1. Introduction to Cryptographic Hash Functions</vt:lpstr>
      <vt:lpstr>1.1 Definition and Characteristics</vt:lpstr>
      <vt:lpstr>1.1 Definition and Characteristics</vt:lpstr>
      <vt:lpstr>Example 1.1: Hash Function Behavior</vt:lpstr>
      <vt:lpstr>1.2 Applications</vt:lpstr>
      <vt:lpstr>2. Security Properties of Hash Functions</vt:lpstr>
      <vt:lpstr>2. Security Properties of Hash Functions</vt:lpstr>
      <vt:lpstr>2.1 Preimage Resistance</vt:lpstr>
      <vt:lpstr>2.2 Second Preimage Resistance</vt:lpstr>
      <vt:lpstr>Example 2.1: Second Preimage Attack Impact</vt:lpstr>
      <vt:lpstr>2.3 Collision Resistance</vt:lpstr>
      <vt:lpstr>2.4 Relationship Between Properties</vt:lpstr>
      <vt:lpstr>3. The Birthday Paradox and Collision Attacks</vt:lpstr>
      <vt:lpstr>3. The Birthday Paradox and Collision Attacks</vt:lpstr>
      <vt:lpstr>3.1 The Classic Birthday Problem</vt:lpstr>
      <vt:lpstr>3.2 Birthday Attack on Hash Functions</vt:lpstr>
      <vt:lpstr>Example 3.1: Birthday Attack Complexity</vt:lpstr>
      <vt:lpstr>3.3 Security Implications</vt:lpstr>
      <vt:lpstr>4. MD5: Design and Cryptanalysis</vt:lpstr>
      <vt:lpstr>4. MD5: Design and Cryptanalysis</vt:lpstr>
      <vt:lpstr>4.1 MD5 Algorithm Structure</vt:lpstr>
      <vt:lpstr>4.2 Cryptanalytic Progression</vt:lpstr>
      <vt:lpstr>Example 4.1: MD5 Collision</vt:lpstr>
      <vt:lpstr>4.3 Why MD5 Failed</vt:lpstr>
      <vt:lpstr>5. SHA-1: Security Evolution and Deprecation</vt:lpstr>
      <vt:lpstr>5. SHA-1: Security Evolution and Deprecation</vt:lpstr>
      <vt:lpstr>5.1 SHA-1 Structure</vt:lpstr>
      <vt:lpstr>5.2 Theoretical Attacks (2005-2015)</vt:lpstr>
      <vt:lpstr>5.3 SHAttered: Practical Collision (2017)</vt:lpstr>
      <vt:lpstr>Example 5.1: SHAttered Collision</vt:lpstr>
      <vt:lpstr>5.4 Real-World Impact</vt:lpstr>
      <vt:lpstr>6. Practical Implications and Migration</vt:lpstr>
      <vt:lpstr>6.1 Migration Strategy</vt:lpstr>
      <vt:lpstr>6.2 Current Recommendations</vt:lpstr>
      <vt:lpstr>6.3 Lessons Learned</vt:lpstr>
      <vt:lpstr>7. Conclusion</vt:lpstr>
      <vt:lpstr>7.1 Looking Forward</vt:lpstr>
      <vt:lpstr>7.2 Preparation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Nikolay Ishutin</cp:lastModifiedBy>
  <cp:revision>2</cp:revision>
  <dcterms:created xsi:type="dcterms:W3CDTF">2026-02-11T14:35:18Z</dcterms:created>
  <dcterms:modified xsi:type="dcterms:W3CDTF">2026-02-16T18:29:01Z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