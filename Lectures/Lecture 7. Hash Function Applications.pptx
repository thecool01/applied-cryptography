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5"/>
    <p:sldId id="260" r:id="rId6"/>
    <p:sldId id="262" r:id="rId7"/>
    <p:sldId id="261" r:id="rId8"/>
    <p:sldId id="263" r:id="rId9"/>
    <p:sldId id="264" r:id="rId10"/>
    <p:sldId id="265" r:id="rId11"/>
    <p:sldId id="266" r:id="rId12"/>
    <p:sldId id="268" r:id="rId13"/>
    <p:sldId id="269" r:id="rId14"/>
    <p:sldId id="270" r:id="rId15"/>
    <p:sldId id="271" r:id="rId16"/>
    <p:sldId id="272" r:id="rId17"/>
    <p:sldId id="273" r:id="rId18"/>
    <p:sldId id="275" r:id="rId19"/>
    <p:sldId id="321" r:id="rId20"/>
    <p:sldId id="274" r:id="rId21"/>
    <p:sldId id="276" r:id="rId22"/>
    <p:sldId id="277" r:id="rId23"/>
    <p:sldId id="278" r:id="rId24"/>
    <p:sldId id="279" r:id="rId25"/>
    <p:sldId id="280" r:id="rId26"/>
    <p:sldId id="282" r:id="rId27"/>
    <p:sldId id="283" r:id="rId28"/>
    <p:sldId id="284" r:id="rId29"/>
    <p:sldId id="285" r:id="rId30"/>
    <p:sldId id="287" r:id="rId31"/>
    <p:sldId id="288" r:id="rId32"/>
    <p:sldId id="289" r:id="rId33"/>
    <p:sldId id="290" r:id="rId34"/>
    <p:sldId id="291" r:id="rId35"/>
    <p:sldId id="292" r:id="rId36"/>
    <p:sldId id="293" r:id="rId37"/>
    <p:sldId id="294" r:id="rId38"/>
    <p:sldId id="295" r:id="rId39"/>
    <p:sldId id="296" r:id="rId40"/>
    <p:sldId id="297" r:id="rId41"/>
    <p:sldId id="322" r:id="rId42"/>
    <p:sldId id="299" r:id="rId43"/>
    <p:sldId id="298" r:id="rId44"/>
    <p:sldId id="300" r:id="rId45"/>
    <p:sldId id="301" r:id="rId46"/>
    <p:sldId id="302" r:id="rId47"/>
    <p:sldId id="304" r:id="rId48"/>
    <p:sldId id="303" r:id="rId49"/>
    <p:sldId id="305" r:id="rId50"/>
    <p:sldId id="306" r:id="rId51"/>
    <p:sldId id="307" r:id="rId52"/>
    <p:sldId id="308" r:id="rId53"/>
    <p:sldId id="310" r:id="rId54"/>
    <p:sldId id="309" r:id="rId55"/>
    <p:sldId id="311" r:id="rId56"/>
    <p:sldId id="312" r:id="rId57"/>
    <p:sldId id="313" r:id="rId58"/>
    <p:sldId id="314" r:id="rId59"/>
    <p:sldId id="315" r:id="rId60"/>
    <p:sldId id="316" r:id="rId61"/>
    <p:sldId id="317" r:id="rId62"/>
    <p:sldId id="318" r:id="rId63"/>
    <p:sldId id="319" r:id="rId64"/>
    <p:sldId id="320" r:id="rId65"/>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255F8B2-546F-81B8-24EF-A6BAC2E313E4}" v="656" dt="2026-03-01T13:30:50.890"/>
  </p1510:revLst>
</p1510:revInfo>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2" autoAdjust="0"/>
    <p:restoredTop sz="94660"/>
  </p:normalViewPr>
  <p:slideViewPr>
    <p:cSldViewPr snapToGrid="0">
      <p:cViewPr varScale="1">
        <p:scale>
          <a:sx n="74" d="100"/>
          <a:sy n="74" d="100"/>
        </p:scale>
        <p:origin x="9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theme" Target="theme/theme1.xml"/><Relationship Id="rId7" Type="http://schemas.openxmlformats.org/officeDocument/2006/relationships/slide" Target="slides/slide3.xml"/><Relationship Id="rId71"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presProps" Target="presProps.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viewProps" Target="viewProp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emirlan Zhaxalykov" userId="S::t.zhaxalykov@kbtu.kz::037320a9-8ef1-4acb-bb74-1ab60141db9d" providerId="AD" clId="Web-{1255F8B2-546F-81B8-24EF-A6BAC2E313E4}"/>
    <pc:docChg chg="addSld delSld modSld">
      <pc:chgData name="Temirlan Zhaxalykov" userId="S::t.zhaxalykov@kbtu.kz::037320a9-8ef1-4acb-bb74-1ab60141db9d" providerId="AD" clId="Web-{1255F8B2-546F-81B8-24EF-A6BAC2E313E4}" dt="2026-03-01T13:30:50.890" v="698" actId="14100"/>
      <pc:docMkLst>
        <pc:docMk/>
      </pc:docMkLst>
      <pc:sldChg chg="addSp modSp add del">
        <pc:chgData name="Temirlan Zhaxalykov" userId="S::t.zhaxalykov@kbtu.kz::037320a9-8ef1-4acb-bb74-1ab60141db9d" providerId="AD" clId="Web-{1255F8B2-546F-81B8-24EF-A6BAC2E313E4}" dt="2026-03-01T12:06:54.706" v="20" actId="20577"/>
        <pc:sldMkLst>
          <pc:docMk/>
          <pc:sldMk cId="1351651579" sldId="256"/>
        </pc:sldMkLst>
        <pc:spChg chg="mod">
          <ac:chgData name="Temirlan Zhaxalykov" userId="S::t.zhaxalykov@kbtu.kz::037320a9-8ef1-4acb-bb74-1ab60141db9d" providerId="AD" clId="Web-{1255F8B2-546F-81B8-24EF-A6BAC2E313E4}" dt="2026-03-01T12:06:54.706" v="20" actId="20577"/>
          <ac:spMkLst>
            <pc:docMk/>
            <pc:sldMk cId="1351651579" sldId="256"/>
            <ac:spMk id="2" creationId="{00000000-0000-0000-0000-000000000000}"/>
          </ac:spMkLst>
        </pc:spChg>
        <pc:spChg chg="add">
          <ac:chgData name="Temirlan Zhaxalykov" userId="S::t.zhaxalykov@kbtu.kz::037320a9-8ef1-4acb-bb74-1ab60141db9d" providerId="AD" clId="Web-{1255F8B2-546F-81B8-24EF-A6BAC2E313E4}" dt="2026-03-01T12:06:26.612" v="3"/>
          <ac:spMkLst>
            <pc:docMk/>
            <pc:sldMk cId="1351651579" sldId="256"/>
            <ac:spMk id="8" creationId="{6F5A5072-7B47-4D32-B52A-4EBBF590B8A5}"/>
          </ac:spMkLst>
        </pc:spChg>
        <pc:spChg chg="add">
          <ac:chgData name="Temirlan Zhaxalykov" userId="S::t.zhaxalykov@kbtu.kz::037320a9-8ef1-4acb-bb74-1ab60141db9d" providerId="AD" clId="Web-{1255F8B2-546F-81B8-24EF-A6BAC2E313E4}" dt="2026-03-01T12:06:26.612" v="3"/>
          <ac:spMkLst>
            <pc:docMk/>
            <pc:sldMk cId="1351651579" sldId="256"/>
            <ac:spMk id="10" creationId="{9715DAF0-AE1B-46C9-8A6B-DB2AA05AB91D}"/>
          </ac:spMkLst>
        </pc:spChg>
        <pc:spChg chg="add">
          <ac:chgData name="Temirlan Zhaxalykov" userId="S::t.zhaxalykov@kbtu.kz::037320a9-8ef1-4acb-bb74-1ab60141db9d" providerId="AD" clId="Web-{1255F8B2-546F-81B8-24EF-A6BAC2E313E4}" dt="2026-03-01T12:06:26.612" v="3"/>
          <ac:spMkLst>
            <pc:docMk/>
            <pc:sldMk cId="1351651579" sldId="256"/>
            <ac:spMk id="12" creationId="{6016219D-510E-4184-9090-6D5578A87BD1}"/>
          </ac:spMkLst>
        </pc:spChg>
        <pc:spChg chg="add">
          <ac:chgData name="Temirlan Zhaxalykov" userId="S::t.zhaxalykov@kbtu.kz::037320a9-8ef1-4acb-bb74-1ab60141db9d" providerId="AD" clId="Web-{1255F8B2-546F-81B8-24EF-A6BAC2E313E4}" dt="2026-03-01T12:06:26.612" v="3"/>
          <ac:spMkLst>
            <pc:docMk/>
            <pc:sldMk cId="1351651579" sldId="256"/>
            <ac:spMk id="14" creationId="{AFF4A713-7B75-4B21-90D7-5AB19547C728}"/>
          </ac:spMkLst>
        </pc:spChg>
        <pc:spChg chg="add">
          <ac:chgData name="Temirlan Zhaxalykov" userId="S::t.zhaxalykov@kbtu.kz::037320a9-8ef1-4acb-bb74-1ab60141db9d" providerId="AD" clId="Web-{1255F8B2-546F-81B8-24EF-A6BAC2E313E4}" dt="2026-03-01T12:06:26.612" v="3"/>
          <ac:spMkLst>
            <pc:docMk/>
            <pc:sldMk cId="1351651579" sldId="256"/>
            <ac:spMk id="16" creationId="{DC631C0B-6DA6-4E57-8231-CE32B3434A7E}"/>
          </ac:spMkLst>
        </pc:spChg>
        <pc:spChg chg="add">
          <ac:chgData name="Temirlan Zhaxalykov" userId="S::t.zhaxalykov@kbtu.kz::037320a9-8ef1-4acb-bb74-1ab60141db9d" providerId="AD" clId="Web-{1255F8B2-546F-81B8-24EF-A6BAC2E313E4}" dt="2026-03-01T12:06:26.612" v="3"/>
          <ac:spMkLst>
            <pc:docMk/>
            <pc:sldMk cId="1351651579" sldId="256"/>
            <ac:spMk id="18" creationId="{C29501E6-A978-4A61-9689-9085AF97A53A}"/>
          </ac:spMkLst>
        </pc:spChg>
      </pc:sldChg>
      <pc:sldChg chg="new del">
        <pc:chgData name="Temirlan Zhaxalykov" userId="S::t.zhaxalykov@kbtu.kz::037320a9-8ef1-4acb-bb74-1ab60141db9d" providerId="AD" clId="Web-{1255F8B2-546F-81B8-24EF-A6BAC2E313E4}" dt="2026-03-01T12:07:25.894" v="26"/>
        <pc:sldMkLst>
          <pc:docMk/>
          <pc:sldMk cId="1596839193" sldId="257"/>
        </pc:sldMkLst>
      </pc:sldChg>
      <pc:sldChg chg="add del">
        <pc:chgData name="Temirlan Zhaxalykov" userId="S::t.zhaxalykov@kbtu.kz::037320a9-8ef1-4acb-bb74-1ab60141db9d" providerId="AD" clId="Web-{1255F8B2-546F-81B8-24EF-A6BAC2E313E4}" dt="2026-03-01T12:06:29.112" v="4"/>
        <pc:sldMkLst>
          <pc:docMk/>
          <pc:sldMk cId="2272552662" sldId="257"/>
        </pc:sldMkLst>
      </pc:sldChg>
      <pc:sldChg chg="addSp delSp modSp add">
        <pc:chgData name="Temirlan Zhaxalykov" userId="S::t.zhaxalykov@kbtu.kz::037320a9-8ef1-4acb-bb74-1ab60141db9d" providerId="AD" clId="Web-{1255F8B2-546F-81B8-24EF-A6BAC2E313E4}" dt="2026-03-01T12:08:06.347" v="43" actId="20577"/>
        <pc:sldMkLst>
          <pc:docMk/>
          <pc:sldMk cId="3763757625" sldId="260"/>
        </pc:sldMkLst>
        <pc:spChg chg="mod">
          <ac:chgData name="Temirlan Zhaxalykov" userId="S::t.zhaxalykov@kbtu.kz::037320a9-8ef1-4acb-bb74-1ab60141db9d" providerId="AD" clId="Web-{1255F8B2-546F-81B8-24EF-A6BAC2E313E4}" dt="2026-03-01T12:07:22.144" v="24"/>
          <ac:spMkLst>
            <pc:docMk/>
            <pc:sldMk cId="3763757625" sldId="260"/>
            <ac:spMk id="2" creationId="{60CF879C-F49F-C221-47C2-B400A0A48F1A}"/>
          </ac:spMkLst>
        </pc:spChg>
        <pc:spChg chg="mod">
          <ac:chgData name="Temirlan Zhaxalykov" userId="S::t.zhaxalykov@kbtu.kz::037320a9-8ef1-4acb-bb74-1ab60141db9d" providerId="AD" clId="Web-{1255F8B2-546F-81B8-24EF-A6BAC2E313E4}" dt="2026-03-01T12:08:06.347" v="43" actId="20577"/>
          <ac:spMkLst>
            <pc:docMk/>
            <pc:sldMk cId="3763757625" sldId="260"/>
            <ac:spMk id="3" creationId="{BD685C0E-B3AE-4024-E3E2-A44731C15FBD}"/>
          </ac:spMkLst>
        </pc:spChg>
        <pc:spChg chg="add del">
          <ac:chgData name="Temirlan Zhaxalykov" userId="S::t.zhaxalykov@kbtu.kz::037320a9-8ef1-4acb-bb74-1ab60141db9d" providerId="AD" clId="Web-{1255F8B2-546F-81B8-24EF-A6BAC2E313E4}" dt="2026-03-01T12:07:22.144" v="24"/>
          <ac:spMkLst>
            <pc:docMk/>
            <pc:sldMk cId="3763757625" sldId="260"/>
            <ac:spMk id="8" creationId="{09588DA8-065E-4F6F-8EFD-43104AB2E0CF}"/>
          </ac:spMkLst>
        </pc:spChg>
        <pc:spChg chg="add del">
          <ac:chgData name="Temirlan Zhaxalykov" userId="S::t.zhaxalykov@kbtu.kz::037320a9-8ef1-4acb-bb74-1ab60141db9d" providerId="AD" clId="Web-{1255F8B2-546F-81B8-24EF-A6BAC2E313E4}" dt="2026-03-01T12:07:22.144" v="24"/>
          <ac:spMkLst>
            <pc:docMk/>
            <pc:sldMk cId="3763757625" sldId="260"/>
            <ac:spMk id="10" creationId="{C4285719-470E-454C-AF62-8323075F1F5B}"/>
          </ac:spMkLst>
        </pc:spChg>
        <pc:spChg chg="add del">
          <ac:chgData name="Temirlan Zhaxalykov" userId="S::t.zhaxalykov@kbtu.kz::037320a9-8ef1-4acb-bb74-1ab60141db9d" providerId="AD" clId="Web-{1255F8B2-546F-81B8-24EF-A6BAC2E313E4}" dt="2026-03-01T12:07:22.144" v="24"/>
          <ac:spMkLst>
            <pc:docMk/>
            <pc:sldMk cId="3763757625" sldId="260"/>
            <ac:spMk id="12" creationId="{CD9FE4EF-C4D8-49A0-B2FF-81D8DB7D8A24}"/>
          </ac:spMkLst>
        </pc:spChg>
        <pc:spChg chg="add del">
          <ac:chgData name="Temirlan Zhaxalykov" userId="S::t.zhaxalykov@kbtu.kz::037320a9-8ef1-4acb-bb74-1ab60141db9d" providerId="AD" clId="Web-{1255F8B2-546F-81B8-24EF-A6BAC2E313E4}" dt="2026-03-01T12:07:22.144" v="24"/>
          <ac:spMkLst>
            <pc:docMk/>
            <pc:sldMk cId="3763757625" sldId="260"/>
            <ac:spMk id="14" creationId="{4300840D-0A0B-4512-BACA-B439D5B9C57C}"/>
          </ac:spMkLst>
        </pc:spChg>
        <pc:spChg chg="add del">
          <ac:chgData name="Temirlan Zhaxalykov" userId="S::t.zhaxalykov@kbtu.kz::037320a9-8ef1-4acb-bb74-1ab60141db9d" providerId="AD" clId="Web-{1255F8B2-546F-81B8-24EF-A6BAC2E313E4}" dt="2026-03-01T12:07:22.144" v="24"/>
          <ac:spMkLst>
            <pc:docMk/>
            <pc:sldMk cId="3763757625" sldId="260"/>
            <ac:spMk id="16" creationId="{D2B78728-A580-49A7-84F9-6EF6F583ADE0}"/>
          </ac:spMkLst>
        </pc:spChg>
        <pc:spChg chg="add del">
          <ac:chgData name="Temirlan Zhaxalykov" userId="S::t.zhaxalykov@kbtu.kz::037320a9-8ef1-4acb-bb74-1ab60141db9d" providerId="AD" clId="Web-{1255F8B2-546F-81B8-24EF-A6BAC2E313E4}" dt="2026-03-01T12:07:22.144" v="24"/>
          <ac:spMkLst>
            <pc:docMk/>
            <pc:sldMk cId="3763757625" sldId="260"/>
            <ac:spMk id="18" creationId="{38FAA1A1-D861-433F-88FA-1E9D6FD31D11}"/>
          </ac:spMkLst>
        </pc:spChg>
        <pc:spChg chg="add del">
          <ac:chgData name="Temirlan Zhaxalykov" userId="S::t.zhaxalykov@kbtu.kz::037320a9-8ef1-4acb-bb74-1ab60141db9d" providerId="AD" clId="Web-{1255F8B2-546F-81B8-24EF-A6BAC2E313E4}" dt="2026-03-01T12:07:22.144" v="24"/>
          <ac:spMkLst>
            <pc:docMk/>
            <pc:sldMk cId="3763757625" sldId="260"/>
            <ac:spMk id="20" creationId="{8D71EDA1-87BF-4D5D-AB79-F346FD19278A}"/>
          </ac:spMkLst>
        </pc:spChg>
        <pc:spChg chg="add">
          <ac:chgData name="Temirlan Zhaxalykov" userId="S::t.zhaxalykov@kbtu.kz::037320a9-8ef1-4acb-bb74-1ab60141db9d" providerId="AD" clId="Web-{1255F8B2-546F-81B8-24EF-A6BAC2E313E4}" dt="2026-03-01T12:07:22.159" v="25"/>
          <ac:spMkLst>
            <pc:docMk/>
            <pc:sldMk cId="3763757625" sldId="260"/>
            <ac:spMk id="22" creationId="{DEE2AD96-B495-4E06-9291-B71706F728CB}"/>
          </ac:spMkLst>
        </pc:spChg>
        <pc:spChg chg="add">
          <ac:chgData name="Temirlan Zhaxalykov" userId="S::t.zhaxalykov@kbtu.kz::037320a9-8ef1-4acb-bb74-1ab60141db9d" providerId="AD" clId="Web-{1255F8B2-546F-81B8-24EF-A6BAC2E313E4}" dt="2026-03-01T12:07:22.159" v="25"/>
          <ac:spMkLst>
            <pc:docMk/>
            <pc:sldMk cId="3763757625" sldId="260"/>
            <ac:spMk id="23" creationId="{53CF6D67-C5A8-4ADD-9E8E-1E38CA1D3166}"/>
          </ac:spMkLst>
        </pc:spChg>
        <pc:spChg chg="add">
          <ac:chgData name="Temirlan Zhaxalykov" userId="S::t.zhaxalykov@kbtu.kz::037320a9-8ef1-4acb-bb74-1ab60141db9d" providerId="AD" clId="Web-{1255F8B2-546F-81B8-24EF-A6BAC2E313E4}" dt="2026-03-01T12:07:22.159" v="25"/>
          <ac:spMkLst>
            <pc:docMk/>
            <pc:sldMk cId="3763757625" sldId="260"/>
            <ac:spMk id="24" creationId="{86909FA0-B515-4681-B7A8-FA281D133B94}"/>
          </ac:spMkLst>
        </pc:spChg>
        <pc:spChg chg="add">
          <ac:chgData name="Temirlan Zhaxalykov" userId="S::t.zhaxalykov@kbtu.kz::037320a9-8ef1-4acb-bb74-1ab60141db9d" providerId="AD" clId="Web-{1255F8B2-546F-81B8-24EF-A6BAC2E313E4}" dt="2026-03-01T12:07:22.159" v="25"/>
          <ac:spMkLst>
            <pc:docMk/>
            <pc:sldMk cId="3763757625" sldId="260"/>
            <ac:spMk id="25" creationId="{21C9FE86-FCC3-4A31-AA1C-C882262B7FE7}"/>
          </ac:spMkLst>
        </pc:spChg>
        <pc:spChg chg="add">
          <ac:chgData name="Temirlan Zhaxalykov" userId="S::t.zhaxalykov@kbtu.kz::037320a9-8ef1-4acb-bb74-1ab60141db9d" providerId="AD" clId="Web-{1255F8B2-546F-81B8-24EF-A6BAC2E313E4}" dt="2026-03-01T12:07:22.159" v="25"/>
          <ac:spMkLst>
            <pc:docMk/>
            <pc:sldMk cId="3763757625" sldId="260"/>
            <ac:spMk id="26" creationId="{7D96243B-ECED-4B71-8E06-AE9A285EAD20}"/>
          </ac:spMkLst>
        </pc:spChg>
        <pc:spChg chg="add">
          <ac:chgData name="Temirlan Zhaxalykov" userId="S::t.zhaxalykov@kbtu.kz::037320a9-8ef1-4acb-bb74-1ab60141db9d" providerId="AD" clId="Web-{1255F8B2-546F-81B8-24EF-A6BAC2E313E4}" dt="2026-03-01T12:07:22.159" v="25"/>
          <ac:spMkLst>
            <pc:docMk/>
            <pc:sldMk cId="3763757625" sldId="260"/>
            <ac:spMk id="27" creationId="{A09989E4-EFDC-4A90-A633-E0525FB4139E}"/>
          </ac:spMkLst>
        </pc:spChg>
      </pc:sldChg>
      <pc:sldChg chg="addSp modSp new mod setBg">
        <pc:chgData name="Temirlan Zhaxalykov" userId="S::t.zhaxalykov@kbtu.kz::037320a9-8ef1-4acb-bb74-1ab60141db9d" providerId="AD" clId="Web-{1255F8B2-546F-81B8-24EF-A6BAC2E313E4}" dt="2026-03-01T12:17:39.733" v="64" actId="20577"/>
        <pc:sldMkLst>
          <pc:docMk/>
          <pc:sldMk cId="2490171265" sldId="261"/>
        </pc:sldMkLst>
        <pc:spChg chg="mod">
          <ac:chgData name="Temirlan Zhaxalykov" userId="S::t.zhaxalykov@kbtu.kz::037320a9-8ef1-4acb-bb74-1ab60141db9d" providerId="AD" clId="Web-{1255F8B2-546F-81B8-24EF-A6BAC2E313E4}" dt="2026-03-01T12:17:37.389" v="62"/>
          <ac:spMkLst>
            <pc:docMk/>
            <pc:sldMk cId="2490171265" sldId="261"/>
            <ac:spMk id="2" creationId="{07FC6EAD-D93D-1C51-4AFC-99BF75059AD8}"/>
          </ac:spMkLst>
        </pc:spChg>
        <pc:spChg chg="mod">
          <ac:chgData name="Temirlan Zhaxalykov" userId="S::t.zhaxalykov@kbtu.kz::037320a9-8ef1-4acb-bb74-1ab60141db9d" providerId="AD" clId="Web-{1255F8B2-546F-81B8-24EF-A6BAC2E313E4}" dt="2026-03-01T12:17:39.733" v="64" actId="20577"/>
          <ac:spMkLst>
            <pc:docMk/>
            <pc:sldMk cId="2490171265" sldId="261"/>
            <ac:spMk id="3" creationId="{83B081BC-21E2-8847-301B-9E30F9DDFF99}"/>
          </ac:spMkLst>
        </pc:spChg>
        <pc:spChg chg="add">
          <ac:chgData name="Temirlan Zhaxalykov" userId="S::t.zhaxalykov@kbtu.kz::037320a9-8ef1-4acb-bb74-1ab60141db9d" providerId="AD" clId="Web-{1255F8B2-546F-81B8-24EF-A6BAC2E313E4}" dt="2026-03-01T12:17:12.795" v="60"/>
          <ac:spMkLst>
            <pc:docMk/>
            <pc:sldMk cId="2490171265" sldId="261"/>
            <ac:spMk id="8" creationId="{1B15ED52-F352-441B-82BF-E0EA34836D08}"/>
          </ac:spMkLst>
        </pc:spChg>
        <pc:spChg chg="add">
          <ac:chgData name="Temirlan Zhaxalykov" userId="S::t.zhaxalykov@kbtu.kz::037320a9-8ef1-4acb-bb74-1ab60141db9d" providerId="AD" clId="Web-{1255F8B2-546F-81B8-24EF-A6BAC2E313E4}" dt="2026-03-01T12:17:12.795" v="60"/>
          <ac:spMkLst>
            <pc:docMk/>
            <pc:sldMk cId="2490171265" sldId="261"/>
            <ac:spMk id="10" creationId="{3B2E3793-BFE6-45A2-9B7B-E18844431C99}"/>
          </ac:spMkLst>
        </pc:spChg>
        <pc:spChg chg="add">
          <ac:chgData name="Temirlan Zhaxalykov" userId="S::t.zhaxalykov@kbtu.kz::037320a9-8ef1-4acb-bb74-1ab60141db9d" providerId="AD" clId="Web-{1255F8B2-546F-81B8-24EF-A6BAC2E313E4}" dt="2026-03-01T12:17:12.795" v="60"/>
          <ac:spMkLst>
            <pc:docMk/>
            <pc:sldMk cId="2490171265" sldId="261"/>
            <ac:spMk id="12" creationId="{BC4C4868-CB8F-4AF9-9CDB-8108F2C19B67}"/>
          </ac:spMkLst>
        </pc:spChg>
        <pc:spChg chg="add">
          <ac:chgData name="Temirlan Zhaxalykov" userId="S::t.zhaxalykov@kbtu.kz::037320a9-8ef1-4acb-bb74-1ab60141db9d" providerId="AD" clId="Web-{1255F8B2-546F-81B8-24EF-A6BAC2E313E4}" dt="2026-03-01T12:17:12.795" v="60"/>
          <ac:spMkLst>
            <pc:docMk/>
            <pc:sldMk cId="2490171265" sldId="261"/>
            <ac:spMk id="14" creationId="{375E0459-6403-40CD-989D-56A4407CA12E}"/>
          </ac:spMkLst>
        </pc:spChg>
        <pc:spChg chg="add">
          <ac:chgData name="Temirlan Zhaxalykov" userId="S::t.zhaxalykov@kbtu.kz::037320a9-8ef1-4acb-bb74-1ab60141db9d" providerId="AD" clId="Web-{1255F8B2-546F-81B8-24EF-A6BAC2E313E4}" dt="2026-03-01T12:17:12.795" v="60"/>
          <ac:spMkLst>
            <pc:docMk/>
            <pc:sldMk cId="2490171265" sldId="261"/>
            <ac:spMk id="16" creationId="{53E5B1A8-3AC9-4BD1-9BBC-78CA94F2D1BA}"/>
          </ac:spMkLst>
        </pc:spChg>
      </pc:sldChg>
      <pc:sldChg chg="modSp add replId">
        <pc:chgData name="Temirlan Zhaxalykov" userId="S::t.zhaxalykov@kbtu.kz::037320a9-8ef1-4acb-bb74-1ab60141db9d" providerId="AD" clId="Web-{1255F8B2-546F-81B8-24EF-A6BAC2E313E4}" dt="2026-03-01T12:09:19.224" v="57"/>
        <pc:sldMkLst>
          <pc:docMk/>
          <pc:sldMk cId="1361623766" sldId="262"/>
        </pc:sldMkLst>
        <pc:spChg chg="mod">
          <ac:chgData name="Temirlan Zhaxalykov" userId="S::t.zhaxalykov@kbtu.kz::037320a9-8ef1-4acb-bb74-1ab60141db9d" providerId="AD" clId="Web-{1255F8B2-546F-81B8-24EF-A6BAC2E313E4}" dt="2026-03-01T12:09:19.224" v="56"/>
          <ac:spMkLst>
            <pc:docMk/>
            <pc:sldMk cId="1361623766" sldId="262"/>
            <ac:spMk id="2" creationId="{AF22ECAA-E243-56B1-330E-8F10608EBC17}"/>
          </ac:spMkLst>
        </pc:spChg>
        <pc:spChg chg="mod">
          <ac:chgData name="Temirlan Zhaxalykov" userId="S::t.zhaxalykov@kbtu.kz::037320a9-8ef1-4acb-bb74-1ab60141db9d" providerId="AD" clId="Web-{1255F8B2-546F-81B8-24EF-A6BAC2E313E4}" dt="2026-03-01T12:09:19.224" v="57"/>
          <ac:spMkLst>
            <pc:docMk/>
            <pc:sldMk cId="1361623766" sldId="262"/>
            <ac:spMk id="3" creationId="{8A80D73F-E43F-DE02-651D-A8A4115C7F79}"/>
          </ac:spMkLst>
        </pc:spChg>
      </pc:sldChg>
      <pc:sldChg chg="addSp modSp new mod setBg">
        <pc:chgData name="Temirlan Zhaxalykov" userId="S::t.zhaxalykov@kbtu.kz::037320a9-8ef1-4acb-bb74-1ab60141db9d" providerId="AD" clId="Web-{1255F8B2-546F-81B8-24EF-A6BAC2E313E4}" dt="2026-03-01T12:21:20.999" v="79"/>
        <pc:sldMkLst>
          <pc:docMk/>
          <pc:sldMk cId="2027607596" sldId="263"/>
        </pc:sldMkLst>
        <pc:spChg chg="mod">
          <ac:chgData name="Temirlan Zhaxalykov" userId="S::t.zhaxalykov@kbtu.kz::037320a9-8ef1-4acb-bb74-1ab60141db9d" providerId="AD" clId="Web-{1255F8B2-546F-81B8-24EF-A6BAC2E313E4}" dt="2026-03-01T12:21:20.968" v="78"/>
          <ac:spMkLst>
            <pc:docMk/>
            <pc:sldMk cId="2027607596" sldId="263"/>
            <ac:spMk id="2" creationId="{EC6E31D3-FE1E-9AFC-A799-3F12407F5A5B}"/>
          </ac:spMkLst>
        </pc:spChg>
        <pc:spChg chg="mod">
          <ac:chgData name="Temirlan Zhaxalykov" userId="S::t.zhaxalykov@kbtu.kz::037320a9-8ef1-4acb-bb74-1ab60141db9d" providerId="AD" clId="Web-{1255F8B2-546F-81B8-24EF-A6BAC2E313E4}" dt="2026-03-01T12:21:20.999" v="79"/>
          <ac:spMkLst>
            <pc:docMk/>
            <pc:sldMk cId="2027607596" sldId="263"/>
            <ac:spMk id="3" creationId="{AC27693D-134B-D745-C6D8-15016147227A}"/>
          </ac:spMkLst>
        </pc:spChg>
        <pc:spChg chg="add">
          <ac:chgData name="Temirlan Zhaxalykov" userId="S::t.zhaxalykov@kbtu.kz::037320a9-8ef1-4acb-bb74-1ab60141db9d" providerId="AD" clId="Web-{1255F8B2-546F-81B8-24EF-A6BAC2E313E4}" dt="2026-03-01T12:20:49.530" v="69"/>
          <ac:spMkLst>
            <pc:docMk/>
            <pc:sldMk cId="2027607596" sldId="263"/>
            <ac:spMk id="8" creationId="{1B15ED52-F352-441B-82BF-E0EA34836D08}"/>
          </ac:spMkLst>
        </pc:spChg>
        <pc:spChg chg="add">
          <ac:chgData name="Temirlan Zhaxalykov" userId="S::t.zhaxalykov@kbtu.kz::037320a9-8ef1-4acb-bb74-1ab60141db9d" providerId="AD" clId="Web-{1255F8B2-546F-81B8-24EF-A6BAC2E313E4}" dt="2026-03-01T12:20:49.530" v="69"/>
          <ac:spMkLst>
            <pc:docMk/>
            <pc:sldMk cId="2027607596" sldId="263"/>
            <ac:spMk id="10" creationId="{3B2E3793-BFE6-45A2-9B7B-E18844431C99}"/>
          </ac:spMkLst>
        </pc:spChg>
        <pc:spChg chg="add">
          <ac:chgData name="Temirlan Zhaxalykov" userId="S::t.zhaxalykov@kbtu.kz::037320a9-8ef1-4acb-bb74-1ab60141db9d" providerId="AD" clId="Web-{1255F8B2-546F-81B8-24EF-A6BAC2E313E4}" dt="2026-03-01T12:20:49.530" v="69"/>
          <ac:spMkLst>
            <pc:docMk/>
            <pc:sldMk cId="2027607596" sldId="263"/>
            <ac:spMk id="12" creationId="{BC4C4868-CB8F-4AF9-9CDB-8108F2C19B67}"/>
          </ac:spMkLst>
        </pc:spChg>
        <pc:spChg chg="add">
          <ac:chgData name="Temirlan Zhaxalykov" userId="S::t.zhaxalykov@kbtu.kz::037320a9-8ef1-4acb-bb74-1ab60141db9d" providerId="AD" clId="Web-{1255F8B2-546F-81B8-24EF-A6BAC2E313E4}" dt="2026-03-01T12:20:49.530" v="69"/>
          <ac:spMkLst>
            <pc:docMk/>
            <pc:sldMk cId="2027607596" sldId="263"/>
            <ac:spMk id="14" creationId="{375E0459-6403-40CD-989D-56A4407CA12E}"/>
          </ac:spMkLst>
        </pc:spChg>
        <pc:spChg chg="add">
          <ac:chgData name="Temirlan Zhaxalykov" userId="S::t.zhaxalykov@kbtu.kz::037320a9-8ef1-4acb-bb74-1ab60141db9d" providerId="AD" clId="Web-{1255F8B2-546F-81B8-24EF-A6BAC2E313E4}" dt="2026-03-01T12:20:49.530" v="69"/>
          <ac:spMkLst>
            <pc:docMk/>
            <pc:sldMk cId="2027607596" sldId="263"/>
            <ac:spMk id="16" creationId="{53E5B1A8-3AC9-4BD1-9BBC-78CA94F2D1BA}"/>
          </ac:spMkLst>
        </pc:spChg>
      </pc:sldChg>
      <pc:sldChg chg="addSp modSp new mod setBg">
        <pc:chgData name="Temirlan Zhaxalykov" userId="S::t.zhaxalykov@kbtu.kz::037320a9-8ef1-4acb-bb74-1ab60141db9d" providerId="AD" clId="Web-{1255F8B2-546F-81B8-24EF-A6BAC2E313E4}" dt="2026-03-01T12:21:52.421" v="89" actId="20577"/>
        <pc:sldMkLst>
          <pc:docMk/>
          <pc:sldMk cId="3770454227" sldId="264"/>
        </pc:sldMkLst>
        <pc:spChg chg="mod">
          <ac:chgData name="Temirlan Zhaxalykov" userId="S::t.zhaxalykov@kbtu.kz::037320a9-8ef1-4acb-bb74-1ab60141db9d" providerId="AD" clId="Web-{1255F8B2-546F-81B8-24EF-A6BAC2E313E4}" dt="2026-03-01T12:21:47.358" v="87"/>
          <ac:spMkLst>
            <pc:docMk/>
            <pc:sldMk cId="3770454227" sldId="264"/>
            <ac:spMk id="2" creationId="{4F5547FF-9A12-3241-7A24-E8650786864E}"/>
          </ac:spMkLst>
        </pc:spChg>
        <pc:spChg chg="mod">
          <ac:chgData name="Temirlan Zhaxalykov" userId="S::t.zhaxalykov@kbtu.kz::037320a9-8ef1-4acb-bb74-1ab60141db9d" providerId="AD" clId="Web-{1255F8B2-546F-81B8-24EF-A6BAC2E313E4}" dt="2026-03-01T12:21:52.421" v="89" actId="20577"/>
          <ac:spMkLst>
            <pc:docMk/>
            <pc:sldMk cId="3770454227" sldId="264"/>
            <ac:spMk id="3" creationId="{D8525211-A1E3-A1A9-709F-F11F30748E0C}"/>
          </ac:spMkLst>
        </pc:spChg>
        <pc:spChg chg="add">
          <ac:chgData name="Temirlan Zhaxalykov" userId="S::t.zhaxalykov@kbtu.kz::037320a9-8ef1-4acb-bb74-1ab60141db9d" providerId="AD" clId="Web-{1255F8B2-546F-81B8-24EF-A6BAC2E313E4}" dt="2026-03-01T12:21:39.905" v="84"/>
          <ac:spMkLst>
            <pc:docMk/>
            <pc:sldMk cId="3770454227" sldId="264"/>
            <ac:spMk id="8" creationId="{1B15ED52-F352-441B-82BF-E0EA34836D08}"/>
          </ac:spMkLst>
        </pc:spChg>
        <pc:spChg chg="add">
          <ac:chgData name="Temirlan Zhaxalykov" userId="S::t.zhaxalykov@kbtu.kz::037320a9-8ef1-4acb-bb74-1ab60141db9d" providerId="AD" clId="Web-{1255F8B2-546F-81B8-24EF-A6BAC2E313E4}" dt="2026-03-01T12:21:39.905" v="84"/>
          <ac:spMkLst>
            <pc:docMk/>
            <pc:sldMk cId="3770454227" sldId="264"/>
            <ac:spMk id="10" creationId="{3B2E3793-BFE6-45A2-9B7B-E18844431C99}"/>
          </ac:spMkLst>
        </pc:spChg>
        <pc:spChg chg="add">
          <ac:chgData name="Temirlan Zhaxalykov" userId="S::t.zhaxalykov@kbtu.kz::037320a9-8ef1-4acb-bb74-1ab60141db9d" providerId="AD" clId="Web-{1255F8B2-546F-81B8-24EF-A6BAC2E313E4}" dt="2026-03-01T12:21:39.905" v="84"/>
          <ac:spMkLst>
            <pc:docMk/>
            <pc:sldMk cId="3770454227" sldId="264"/>
            <ac:spMk id="12" creationId="{BC4C4868-CB8F-4AF9-9CDB-8108F2C19B67}"/>
          </ac:spMkLst>
        </pc:spChg>
        <pc:spChg chg="add">
          <ac:chgData name="Temirlan Zhaxalykov" userId="S::t.zhaxalykov@kbtu.kz::037320a9-8ef1-4acb-bb74-1ab60141db9d" providerId="AD" clId="Web-{1255F8B2-546F-81B8-24EF-A6BAC2E313E4}" dt="2026-03-01T12:21:39.905" v="84"/>
          <ac:spMkLst>
            <pc:docMk/>
            <pc:sldMk cId="3770454227" sldId="264"/>
            <ac:spMk id="14" creationId="{375E0459-6403-40CD-989D-56A4407CA12E}"/>
          </ac:spMkLst>
        </pc:spChg>
        <pc:spChg chg="add">
          <ac:chgData name="Temirlan Zhaxalykov" userId="S::t.zhaxalykov@kbtu.kz::037320a9-8ef1-4acb-bb74-1ab60141db9d" providerId="AD" clId="Web-{1255F8B2-546F-81B8-24EF-A6BAC2E313E4}" dt="2026-03-01T12:21:39.905" v="84"/>
          <ac:spMkLst>
            <pc:docMk/>
            <pc:sldMk cId="3770454227" sldId="264"/>
            <ac:spMk id="16" creationId="{53E5B1A8-3AC9-4BD1-9BBC-78CA94F2D1BA}"/>
          </ac:spMkLst>
        </pc:spChg>
      </pc:sldChg>
      <pc:sldChg chg="addSp modSp new mod setBg">
        <pc:chgData name="Temirlan Zhaxalykov" userId="S::t.zhaxalykov@kbtu.kz::037320a9-8ef1-4acb-bb74-1ab60141db9d" providerId="AD" clId="Web-{1255F8B2-546F-81B8-24EF-A6BAC2E313E4}" dt="2026-03-01T12:28:35.216" v="106" actId="20577"/>
        <pc:sldMkLst>
          <pc:docMk/>
          <pc:sldMk cId="4029456709" sldId="265"/>
        </pc:sldMkLst>
        <pc:spChg chg="mod">
          <ac:chgData name="Temirlan Zhaxalykov" userId="S::t.zhaxalykov@kbtu.kz::037320a9-8ef1-4acb-bb74-1ab60141db9d" providerId="AD" clId="Web-{1255F8B2-546F-81B8-24EF-A6BAC2E313E4}" dt="2026-03-01T12:28:35.216" v="106" actId="20577"/>
          <ac:spMkLst>
            <pc:docMk/>
            <pc:sldMk cId="4029456709" sldId="265"/>
            <ac:spMk id="2" creationId="{B52AED53-C3FD-6F1F-D762-757CCFB7C0AA}"/>
          </ac:spMkLst>
        </pc:spChg>
        <pc:spChg chg="mod">
          <ac:chgData name="Temirlan Zhaxalykov" userId="S::t.zhaxalykov@kbtu.kz::037320a9-8ef1-4acb-bb74-1ab60141db9d" providerId="AD" clId="Web-{1255F8B2-546F-81B8-24EF-A6BAC2E313E4}" dt="2026-03-01T12:28:08.028" v="98" actId="20577"/>
          <ac:spMkLst>
            <pc:docMk/>
            <pc:sldMk cId="4029456709" sldId="265"/>
            <ac:spMk id="3" creationId="{D8EA28E8-D0C2-2A9B-7065-33B72691203D}"/>
          </ac:spMkLst>
        </pc:spChg>
        <pc:spChg chg="add">
          <ac:chgData name="Temirlan Zhaxalykov" userId="S::t.zhaxalykov@kbtu.kz::037320a9-8ef1-4acb-bb74-1ab60141db9d" providerId="AD" clId="Web-{1255F8B2-546F-81B8-24EF-A6BAC2E313E4}" dt="2026-03-01T12:27:53.762" v="93"/>
          <ac:spMkLst>
            <pc:docMk/>
            <pc:sldMk cId="4029456709" sldId="265"/>
            <ac:spMk id="8" creationId="{1B15ED52-F352-441B-82BF-E0EA34836D08}"/>
          </ac:spMkLst>
        </pc:spChg>
        <pc:spChg chg="add">
          <ac:chgData name="Temirlan Zhaxalykov" userId="S::t.zhaxalykov@kbtu.kz::037320a9-8ef1-4acb-bb74-1ab60141db9d" providerId="AD" clId="Web-{1255F8B2-546F-81B8-24EF-A6BAC2E313E4}" dt="2026-03-01T12:27:53.762" v="93"/>
          <ac:spMkLst>
            <pc:docMk/>
            <pc:sldMk cId="4029456709" sldId="265"/>
            <ac:spMk id="10" creationId="{3B2E3793-BFE6-45A2-9B7B-E18844431C99}"/>
          </ac:spMkLst>
        </pc:spChg>
        <pc:spChg chg="add">
          <ac:chgData name="Temirlan Zhaxalykov" userId="S::t.zhaxalykov@kbtu.kz::037320a9-8ef1-4acb-bb74-1ab60141db9d" providerId="AD" clId="Web-{1255F8B2-546F-81B8-24EF-A6BAC2E313E4}" dt="2026-03-01T12:27:53.762" v="93"/>
          <ac:spMkLst>
            <pc:docMk/>
            <pc:sldMk cId="4029456709" sldId="265"/>
            <ac:spMk id="12" creationId="{BC4C4868-CB8F-4AF9-9CDB-8108F2C19B67}"/>
          </ac:spMkLst>
        </pc:spChg>
        <pc:spChg chg="add">
          <ac:chgData name="Temirlan Zhaxalykov" userId="S::t.zhaxalykov@kbtu.kz::037320a9-8ef1-4acb-bb74-1ab60141db9d" providerId="AD" clId="Web-{1255F8B2-546F-81B8-24EF-A6BAC2E313E4}" dt="2026-03-01T12:27:53.762" v="93"/>
          <ac:spMkLst>
            <pc:docMk/>
            <pc:sldMk cId="4029456709" sldId="265"/>
            <ac:spMk id="14" creationId="{375E0459-6403-40CD-989D-56A4407CA12E}"/>
          </ac:spMkLst>
        </pc:spChg>
        <pc:spChg chg="add">
          <ac:chgData name="Temirlan Zhaxalykov" userId="S::t.zhaxalykov@kbtu.kz::037320a9-8ef1-4acb-bb74-1ab60141db9d" providerId="AD" clId="Web-{1255F8B2-546F-81B8-24EF-A6BAC2E313E4}" dt="2026-03-01T12:27:53.762" v="93"/>
          <ac:spMkLst>
            <pc:docMk/>
            <pc:sldMk cId="4029456709" sldId="265"/>
            <ac:spMk id="16" creationId="{53E5B1A8-3AC9-4BD1-9BBC-78CA94F2D1BA}"/>
          </ac:spMkLst>
        </pc:spChg>
      </pc:sldChg>
      <pc:sldChg chg="addSp modSp new mod setBg">
        <pc:chgData name="Temirlan Zhaxalykov" userId="S::t.zhaxalykov@kbtu.kz::037320a9-8ef1-4acb-bb74-1ab60141db9d" providerId="AD" clId="Web-{1255F8B2-546F-81B8-24EF-A6BAC2E313E4}" dt="2026-03-01T12:29:36.373" v="117"/>
        <pc:sldMkLst>
          <pc:docMk/>
          <pc:sldMk cId="4120196522" sldId="266"/>
        </pc:sldMkLst>
        <pc:spChg chg="mod">
          <ac:chgData name="Temirlan Zhaxalykov" userId="S::t.zhaxalykov@kbtu.kz::037320a9-8ef1-4acb-bb74-1ab60141db9d" providerId="AD" clId="Web-{1255F8B2-546F-81B8-24EF-A6BAC2E313E4}" dt="2026-03-01T12:29:36.357" v="116"/>
          <ac:spMkLst>
            <pc:docMk/>
            <pc:sldMk cId="4120196522" sldId="266"/>
            <ac:spMk id="2" creationId="{A0FD1860-0532-71A7-EF61-472592D8F294}"/>
          </ac:spMkLst>
        </pc:spChg>
        <pc:spChg chg="mod">
          <ac:chgData name="Temirlan Zhaxalykov" userId="S::t.zhaxalykov@kbtu.kz::037320a9-8ef1-4acb-bb74-1ab60141db9d" providerId="AD" clId="Web-{1255F8B2-546F-81B8-24EF-A6BAC2E313E4}" dt="2026-03-01T12:29:36.373" v="117"/>
          <ac:spMkLst>
            <pc:docMk/>
            <pc:sldMk cId="4120196522" sldId="266"/>
            <ac:spMk id="3" creationId="{A7ABA331-B512-6FDF-DF50-AD9F474BA953}"/>
          </ac:spMkLst>
        </pc:spChg>
        <pc:spChg chg="add">
          <ac:chgData name="Temirlan Zhaxalykov" userId="S::t.zhaxalykov@kbtu.kz::037320a9-8ef1-4acb-bb74-1ab60141db9d" providerId="AD" clId="Web-{1255F8B2-546F-81B8-24EF-A6BAC2E313E4}" dt="2026-03-01T12:29:28.998" v="114"/>
          <ac:spMkLst>
            <pc:docMk/>
            <pc:sldMk cId="4120196522" sldId="266"/>
            <ac:spMk id="8" creationId="{1B15ED52-F352-441B-82BF-E0EA34836D08}"/>
          </ac:spMkLst>
        </pc:spChg>
        <pc:spChg chg="add">
          <ac:chgData name="Temirlan Zhaxalykov" userId="S::t.zhaxalykov@kbtu.kz::037320a9-8ef1-4acb-bb74-1ab60141db9d" providerId="AD" clId="Web-{1255F8B2-546F-81B8-24EF-A6BAC2E313E4}" dt="2026-03-01T12:29:28.998" v="114"/>
          <ac:spMkLst>
            <pc:docMk/>
            <pc:sldMk cId="4120196522" sldId="266"/>
            <ac:spMk id="10" creationId="{3B2E3793-BFE6-45A2-9B7B-E18844431C99}"/>
          </ac:spMkLst>
        </pc:spChg>
        <pc:spChg chg="add">
          <ac:chgData name="Temirlan Zhaxalykov" userId="S::t.zhaxalykov@kbtu.kz::037320a9-8ef1-4acb-bb74-1ab60141db9d" providerId="AD" clId="Web-{1255F8B2-546F-81B8-24EF-A6BAC2E313E4}" dt="2026-03-01T12:29:28.998" v="114"/>
          <ac:spMkLst>
            <pc:docMk/>
            <pc:sldMk cId="4120196522" sldId="266"/>
            <ac:spMk id="12" creationId="{BC4C4868-CB8F-4AF9-9CDB-8108F2C19B67}"/>
          </ac:spMkLst>
        </pc:spChg>
        <pc:spChg chg="add">
          <ac:chgData name="Temirlan Zhaxalykov" userId="S::t.zhaxalykov@kbtu.kz::037320a9-8ef1-4acb-bb74-1ab60141db9d" providerId="AD" clId="Web-{1255F8B2-546F-81B8-24EF-A6BAC2E313E4}" dt="2026-03-01T12:29:28.998" v="114"/>
          <ac:spMkLst>
            <pc:docMk/>
            <pc:sldMk cId="4120196522" sldId="266"/>
            <ac:spMk id="14" creationId="{375E0459-6403-40CD-989D-56A4407CA12E}"/>
          </ac:spMkLst>
        </pc:spChg>
        <pc:spChg chg="add">
          <ac:chgData name="Temirlan Zhaxalykov" userId="S::t.zhaxalykov@kbtu.kz::037320a9-8ef1-4acb-bb74-1ab60141db9d" providerId="AD" clId="Web-{1255F8B2-546F-81B8-24EF-A6BAC2E313E4}" dt="2026-03-01T12:29:28.998" v="114"/>
          <ac:spMkLst>
            <pc:docMk/>
            <pc:sldMk cId="4120196522" sldId="266"/>
            <ac:spMk id="16" creationId="{53E5B1A8-3AC9-4BD1-9BBC-78CA94F2D1BA}"/>
          </ac:spMkLst>
        </pc:spChg>
      </pc:sldChg>
      <pc:sldChg chg="new del">
        <pc:chgData name="Temirlan Zhaxalykov" userId="S::t.zhaxalykov@kbtu.kz::037320a9-8ef1-4acb-bb74-1ab60141db9d" providerId="AD" clId="Web-{1255F8B2-546F-81B8-24EF-A6BAC2E313E4}" dt="2026-03-01T12:29:59.029" v="120"/>
        <pc:sldMkLst>
          <pc:docMk/>
          <pc:sldMk cId="1787523510" sldId="267"/>
        </pc:sldMkLst>
      </pc:sldChg>
      <pc:sldChg chg="modSp add replId">
        <pc:chgData name="Temirlan Zhaxalykov" userId="S::t.zhaxalykov@kbtu.kz::037320a9-8ef1-4acb-bb74-1ab60141db9d" providerId="AD" clId="Web-{1255F8B2-546F-81B8-24EF-A6BAC2E313E4}" dt="2026-03-01T12:31:43.894" v="139" actId="20577"/>
        <pc:sldMkLst>
          <pc:docMk/>
          <pc:sldMk cId="789003001" sldId="268"/>
        </pc:sldMkLst>
        <pc:spChg chg="mod">
          <ac:chgData name="Temirlan Zhaxalykov" userId="S::t.zhaxalykov@kbtu.kz::037320a9-8ef1-4acb-bb74-1ab60141db9d" providerId="AD" clId="Web-{1255F8B2-546F-81B8-24EF-A6BAC2E313E4}" dt="2026-03-01T12:31:40.003" v="138" actId="20577"/>
          <ac:spMkLst>
            <pc:docMk/>
            <pc:sldMk cId="789003001" sldId="268"/>
            <ac:spMk id="2" creationId="{DE06C608-F062-2D48-82D5-7D495FD209A8}"/>
          </ac:spMkLst>
        </pc:spChg>
        <pc:spChg chg="mod">
          <ac:chgData name="Temirlan Zhaxalykov" userId="S::t.zhaxalykov@kbtu.kz::037320a9-8ef1-4acb-bb74-1ab60141db9d" providerId="AD" clId="Web-{1255F8B2-546F-81B8-24EF-A6BAC2E313E4}" dt="2026-03-01T12:31:43.894" v="139" actId="20577"/>
          <ac:spMkLst>
            <pc:docMk/>
            <pc:sldMk cId="789003001" sldId="268"/>
            <ac:spMk id="3" creationId="{D0C80EBA-E44F-3C04-CA87-B5FD0BB7D0AE}"/>
          </ac:spMkLst>
        </pc:spChg>
      </pc:sldChg>
      <pc:sldChg chg="addSp modSp new mod setBg">
        <pc:chgData name="Temirlan Zhaxalykov" userId="S::t.zhaxalykov@kbtu.kz::037320a9-8ef1-4acb-bb74-1ab60141db9d" providerId="AD" clId="Web-{1255F8B2-546F-81B8-24EF-A6BAC2E313E4}" dt="2026-03-01T12:32:22.566" v="150" actId="20577"/>
        <pc:sldMkLst>
          <pc:docMk/>
          <pc:sldMk cId="4035513312" sldId="269"/>
        </pc:sldMkLst>
        <pc:spChg chg="mod">
          <ac:chgData name="Temirlan Zhaxalykov" userId="S::t.zhaxalykov@kbtu.kz::037320a9-8ef1-4acb-bb74-1ab60141db9d" providerId="AD" clId="Web-{1255F8B2-546F-81B8-24EF-A6BAC2E313E4}" dt="2026-03-01T12:32:18.956" v="148"/>
          <ac:spMkLst>
            <pc:docMk/>
            <pc:sldMk cId="4035513312" sldId="269"/>
            <ac:spMk id="2" creationId="{13139860-706A-1CB3-DE00-0917C84EE166}"/>
          </ac:spMkLst>
        </pc:spChg>
        <pc:spChg chg="mod">
          <ac:chgData name="Temirlan Zhaxalykov" userId="S::t.zhaxalykov@kbtu.kz::037320a9-8ef1-4acb-bb74-1ab60141db9d" providerId="AD" clId="Web-{1255F8B2-546F-81B8-24EF-A6BAC2E313E4}" dt="2026-03-01T12:32:22.566" v="150" actId="20577"/>
          <ac:spMkLst>
            <pc:docMk/>
            <pc:sldMk cId="4035513312" sldId="269"/>
            <ac:spMk id="3" creationId="{5EF1E773-9649-C737-F548-12D8FFB2699A}"/>
          </ac:spMkLst>
        </pc:spChg>
        <pc:spChg chg="add">
          <ac:chgData name="Temirlan Zhaxalykov" userId="S::t.zhaxalykov@kbtu.kz::037320a9-8ef1-4acb-bb74-1ab60141db9d" providerId="AD" clId="Web-{1255F8B2-546F-81B8-24EF-A6BAC2E313E4}" dt="2026-03-01T12:32:10.972" v="145"/>
          <ac:spMkLst>
            <pc:docMk/>
            <pc:sldMk cId="4035513312" sldId="269"/>
            <ac:spMk id="8" creationId="{1B15ED52-F352-441B-82BF-E0EA34836D08}"/>
          </ac:spMkLst>
        </pc:spChg>
        <pc:spChg chg="add">
          <ac:chgData name="Temirlan Zhaxalykov" userId="S::t.zhaxalykov@kbtu.kz::037320a9-8ef1-4acb-bb74-1ab60141db9d" providerId="AD" clId="Web-{1255F8B2-546F-81B8-24EF-A6BAC2E313E4}" dt="2026-03-01T12:32:10.972" v="145"/>
          <ac:spMkLst>
            <pc:docMk/>
            <pc:sldMk cId="4035513312" sldId="269"/>
            <ac:spMk id="10" creationId="{3B2E3793-BFE6-45A2-9B7B-E18844431C99}"/>
          </ac:spMkLst>
        </pc:spChg>
        <pc:spChg chg="add">
          <ac:chgData name="Temirlan Zhaxalykov" userId="S::t.zhaxalykov@kbtu.kz::037320a9-8ef1-4acb-bb74-1ab60141db9d" providerId="AD" clId="Web-{1255F8B2-546F-81B8-24EF-A6BAC2E313E4}" dt="2026-03-01T12:32:10.972" v="145"/>
          <ac:spMkLst>
            <pc:docMk/>
            <pc:sldMk cId="4035513312" sldId="269"/>
            <ac:spMk id="12" creationId="{BC4C4868-CB8F-4AF9-9CDB-8108F2C19B67}"/>
          </ac:spMkLst>
        </pc:spChg>
        <pc:spChg chg="add">
          <ac:chgData name="Temirlan Zhaxalykov" userId="S::t.zhaxalykov@kbtu.kz::037320a9-8ef1-4acb-bb74-1ab60141db9d" providerId="AD" clId="Web-{1255F8B2-546F-81B8-24EF-A6BAC2E313E4}" dt="2026-03-01T12:32:10.972" v="145"/>
          <ac:spMkLst>
            <pc:docMk/>
            <pc:sldMk cId="4035513312" sldId="269"/>
            <ac:spMk id="14" creationId="{375E0459-6403-40CD-989D-56A4407CA12E}"/>
          </ac:spMkLst>
        </pc:spChg>
        <pc:spChg chg="add">
          <ac:chgData name="Temirlan Zhaxalykov" userId="S::t.zhaxalykov@kbtu.kz::037320a9-8ef1-4acb-bb74-1ab60141db9d" providerId="AD" clId="Web-{1255F8B2-546F-81B8-24EF-A6BAC2E313E4}" dt="2026-03-01T12:32:10.972" v="145"/>
          <ac:spMkLst>
            <pc:docMk/>
            <pc:sldMk cId="4035513312" sldId="269"/>
            <ac:spMk id="16" creationId="{53E5B1A8-3AC9-4BD1-9BBC-78CA94F2D1BA}"/>
          </ac:spMkLst>
        </pc:spChg>
      </pc:sldChg>
      <pc:sldChg chg="addSp modSp new mod setBg">
        <pc:chgData name="Temirlan Zhaxalykov" userId="S::t.zhaxalykov@kbtu.kz::037320a9-8ef1-4acb-bb74-1ab60141db9d" providerId="AD" clId="Web-{1255F8B2-546F-81B8-24EF-A6BAC2E313E4}" dt="2026-03-01T12:33:05.708" v="160" actId="20577"/>
        <pc:sldMkLst>
          <pc:docMk/>
          <pc:sldMk cId="2226888486" sldId="270"/>
        </pc:sldMkLst>
        <pc:spChg chg="mod">
          <ac:chgData name="Temirlan Zhaxalykov" userId="S::t.zhaxalykov@kbtu.kz::037320a9-8ef1-4acb-bb74-1ab60141db9d" providerId="AD" clId="Web-{1255F8B2-546F-81B8-24EF-A6BAC2E313E4}" dt="2026-03-01T12:33:00.083" v="157"/>
          <ac:spMkLst>
            <pc:docMk/>
            <pc:sldMk cId="2226888486" sldId="270"/>
            <ac:spMk id="2" creationId="{690D9FCB-A959-4142-682A-19F3D9F5D8A1}"/>
          </ac:spMkLst>
        </pc:spChg>
        <pc:spChg chg="mod">
          <ac:chgData name="Temirlan Zhaxalykov" userId="S::t.zhaxalykov@kbtu.kz::037320a9-8ef1-4acb-bb74-1ab60141db9d" providerId="AD" clId="Web-{1255F8B2-546F-81B8-24EF-A6BAC2E313E4}" dt="2026-03-01T12:33:05.708" v="160" actId="20577"/>
          <ac:spMkLst>
            <pc:docMk/>
            <pc:sldMk cId="2226888486" sldId="270"/>
            <ac:spMk id="3" creationId="{9F98DF65-4A4D-7F75-0C6E-4B1503A02B49}"/>
          </ac:spMkLst>
        </pc:spChg>
        <pc:spChg chg="add">
          <ac:chgData name="Temirlan Zhaxalykov" userId="S::t.zhaxalykov@kbtu.kz::037320a9-8ef1-4acb-bb74-1ab60141db9d" providerId="AD" clId="Web-{1255F8B2-546F-81B8-24EF-A6BAC2E313E4}" dt="2026-03-01T12:32:53.630" v="155"/>
          <ac:spMkLst>
            <pc:docMk/>
            <pc:sldMk cId="2226888486" sldId="270"/>
            <ac:spMk id="8" creationId="{1B15ED52-F352-441B-82BF-E0EA34836D08}"/>
          </ac:spMkLst>
        </pc:spChg>
        <pc:spChg chg="add">
          <ac:chgData name="Temirlan Zhaxalykov" userId="S::t.zhaxalykov@kbtu.kz::037320a9-8ef1-4acb-bb74-1ab60141db9d" providerId="AD" clId="Web-{1255F8B2-546F-81B8-24EF-A6BAC2E313E4}" dt="2026-03-01T12:32:53.630" v="155"/>
          <ac:spMkLst>
            <pc:docMk/>
            <pc:sldMk cId="2226888486" sldId="270"/>
            <ac:spMk id="10" creationId="{3B2E3793-BFE6-45A2-9B7B-E18844431C99}"/>
          </ac:spMkLst>
        </pc:spChg>
        <pc:spChg chg="add">
          <ac:chgData name="Temirlan Zhaxalykov" userId="S::t.zhaxalykov@kbtu.kz::037320a9-8ef1-4acb-bb74-1ab60141db9d" providerId="AD" clId="Web-{1255F8B2-546F-81B8-24EF-A6BAC2E313E4}" dt="2026-03-01T12:32:53.630" v="155"/>
          <ac:spMkLst>
            <pc:docMk/>
            <pc:sldMk cId="2226888486" sldId="270"/>
            <ac:spMk id="12" creationId="{BC4C4868-CB8F-4AF9-9CDB-8108F2C19B67}"/>
          </ac:spMkLst>
        </pc:spChg>
        <pc:spChg chg="add">
          <ac:chgData name="Temirlan Zhaxalykov" userId="S::t.zhaxalykov@kbtu.kz::037320a9-8ef1-4acb-bb74-1ab60141db9d" providerId="AD" clId="Web-{1255F8B2-546F-81B8-24EF-A6BAC2E313E4}" dt="2026-03-01T12:32:53.630" v="155"/>
          <ac:spMkLst>
            <pc:docMk/>
            <pc:sldMk cId="2226888486" sldId="270"/>
            <ac:spMk id="14" creationId="{375E0459-6403-40CD-989D-56A4407CA12E}"/>
          </ac:spMkLst>
        </pc:spChg>
        <pc:spChg chg="add">
          <ac:chgData name="Temirlan Zhaxalykov" userId="S::t.zhaxalykov@kbtu.kz::037320a9-8ef1-4acb-bb74-1ab60141db9d" providerId="AD" clId="Web-{1255F8B2-546F-81B8-24EF-A6BAC2E313E4}" dt="2026-03-01T12:32:53.630" v="155"/>
          <ac:spMkLst>
            <pc:docMk/>
            <pc:sldMk cId="2226888486" sldId="270"/>
            <ac:spMk id="16" creationId="{53E5B1A8-3AC9-4BD1-9BBC-78CA94F2D1BA}"/>
          </ac:spMkLst>
        </pc:spChg>
      </pc:sldChg>
      <pc:sldChg chg="addSp modSp new mod setBg">
        <pc:chgData name="Temirlan Zhaxalykov" userId="S::t.zhaxalykov@kbtu.kz::037320a9-8ef1-4acb-bb74-1ab60141db9d" providerId="AD" clId="Web-{1255F8B2-546F-81B8-24EF-A6BAC2E313E4}" dt="2026-03-01T12:34:03.146" v="172" actId="20577"/>
        <pc:sldMkLst>
          <pc:docMk/>
          <pc:sldMk cId="1690733337" sldId="271"/>
        </pc:sldMkLst>
        <pc:spChg chg="mod">
          <ac:chgData name="Temirlan Zhaxalykov" userId="S::t.zhaxalykov@kbtu.kz::037320a9-8ef1-4acb-bb74-1ab60141db9d" providerId="AD" clId="Web-{1255F8B2-546F-81B8-24EF-A6BAC2E313E4}" dt="2026-03-01T12:34:03.146" v="172" actId="20577"/>
          <ac:spMkLst>
            <pc:docMk/>
            <pc:sldMk cId="1690733337" sldId="271"/>
            <ac:spMk id="2" creationId="{7906AF6E-6026-A1A2-7F76-AD613EDB3C72}"/>
          </ac:spMkLst>
        </pc:spChg>
        <pc:spChg chg="mod">
          <ac:chgData name="Temirlan Zhaxalykov" userId="S::t.zhaxalykov@kbtu.kz::037320a9-8ef1-4acb-bb74-1ab60141db9d" providerId="AD" clId="Web-{1255F8B2-546F-81B8-24EF-A6BAC2E313E4}" dt="2026-03-01T12:33:59.208" v="171" actId="20577"/>
          <ac:spMkLst>
            <pc:docMk/>
            <pc:sldMk cId="1690733337" sldId="271"/>
            <ac:spMk id="3" creationId="{A19AEBB5-3119-14F9-2FA9-B7DCB4D3F3F8}"/>
          </ac:spMkLst>
        </pc:spChg>
        <pc:spChg chg="add">
          <ac:chgData name="Temirlan Zhaxalykov" userId="S::t.zhaxalykov@kbtu.kz::037320a9-8ef1-4acb-bb74-1ab60141db9d" providerId="AD" clId="Web-{1255F8B2-546F-81B8-24EF-A6BAC2E313E4}" dt="2026-03-01T12:33:37.114" v="165"/>
          <ac:spMkLst>
            <pc:docMk/>
            <pc:sldMk cId="1690733337" sldId="271"/>
            <ac:spMk id="8" creationId="{1B15ED52-F352-441B-82BF-E0EA34836D08}"/>
          </ac:spMkLst>
        </pc:spChg>
        <pc:spChg chg="add">
          <ac:chgData name="Temirlan Zhaxalykov" userId="S::t.zhaxalykov@kbtu.kz::037320a9-8ef1-4acb-bb74-1ab60141db9d" providerId="AD" clId="Web-{1255F8B2-546F-81B8-24EF-A6BAC2E313E4}" dt="2026-03-01T12:33:37.114" v="165"/>
          <ac:spMkLst>
            <pc:docMk/>
            <pc:sldMk cId="1690733337" sldId="271"/>
            <ac:spMk id="10" creationId="{3B2E3793-BFE6-45A2-9B7B-E18844431C99}"/>
          </ac:spMkLst>
        </pc:spChg>
        <pc:spChg chg="add">
          <ac:chgData name="Temirlan Zhaxalykov" userId="S::t.zhaxalykov@kbtu.kz::037320a9-8ef1-4acb-bb74-1ab60141db9d" providerId="AD" clId="Web-{1255F8B2-546F-81B8-24EF-A6BAC2E313E4}" dt="2026-03-01T12:33:37.114" v="165"/>
          <ac:spMkLst>
            <pc:docMk/>
            <pc:sldMk cId="1690733337" sldId="271"/>
            <ac:spMk id="12" creationId="{BC4C4868-CB8F-4AF9-9CDB-8108F2C19B67}"/>
          </ac:spMkLst>
        </pc:spChg>
        <pc:spChg chg="add">
          <ac:chgData name="Temirlan Zhaxalykov" userId="S::t.zhaxalykov@kbtu.kz::037320a9-8ef1-4acb-bb74-1ab60141db9d" providerId="AD" clId="Web-{1255F8B2-546F-81B8-24EF-A6BAC2E313E4}" dt="2026-03-01T12:33:37.114" v="165"/>
          <ac:spMkLst>
            <pc:docMk/>
            <pc:sldMk cId="1690733337" sldId="271"/>
            <ac:spMk id="14" creationId="{375E0459-6403-40CD-989D-56A4407CA12E}"/>
          </ac:spMkLst>
        </pc:spChg>
        <pc:spChg chg="add">
          <ac:chgData name="Temirlan Zhaxalykov" userId="S::t.zhaxalykov@kbtu.kz::037320a9-8ef1-4acb-bb74-1ab60141db9d" providerId="AD" clId="Web-{1255F8B2-546F-81B8-24EF-A6BAC2E313E4}" dt="2026-03-01T12:33:37.114" v="165"/>
          <ac:spMkLst>
            <pc:docMk/>
            <pc:sldMk cId="1690733337" sldId="271"/>
            <ac:spMk id="16" creationId="{53E5B1A8-3AC9-4BD1-9BBC-78CA94F2D1BA}"/>
          </ac:spMkLst>
        </pc:spChg>
      </pc:sldChg>
      <pc:sldChg chg="addSp modSp new mod setBg">
        <pc:chgData name="Temirlan Zhaxalykov" userId="S::t.zhaxalykov@kbtu.kz::037320a9-8ef1-4acb-bb74-1ab60141db9d" providerId="AD" clId="Web-{1255F8B2-546F-81B8-24EF-A6BAC2E313E4}" dt="2026-03-01T12:34:44.193" v="178" actId="20577"/>
        <pc:sldMkLst>
          <pc:docMk/>
          <pc:sldMk cId="2713953080" sldId="272"/>
        </pc:sldMkLst>
        <pc:spChg chg="mod">
          <ac:chgData name="Temirlan Zhaxalykov" userId="S::t.zhaxalykov@kbtu.kz::037320a9-8ef1-4acb-bb74-1ab60141db9d" providerId="AD" clId="Web-{1255F8B2-546F-81B8-24EF-A6BAC2E313E4}" dt="2026-03-01T12:34:44.193" v="178" actId="20577"/>
          <ac:spMkLst>
            <pc:docMk/>
            <pc:sldMk cId="2713953080" sldId="272"/>
            <ac:spMk id="2" creationId="{7516F7D6-1F8B-496F-6706-8BFD6C79EE73}"/>
          </ac:spMkLst>
        </pc:spChg>
        <pc:spChg chg="mod">
          <ac:chgData name="Temirlan Zhaxalykov" userId="S::t.zhaxalykov@kbtu.kz::037320a9-8ef1-4acb-bb74-1ab60141db9d" providerId="AD" clId="Web-{1255F8B2-546F-81B8-24EF-A6BAC2E313E4}" dt="2026-03-01T12:34:35.865" v="176"/>
          <ac:spMkLst>
            <pc:docMk/>
            <pc:sldMk cId="2713953080" sldId="272"/>
            <ac:spMk id="3" creationId="{9AE209DB-E90D-0F83-E80A-09C39E59B43F}"/>
          </ac:spMkLst>
        </pc:spChg>
        <pc:spChg chg="add">
          <ac:chgData name="Temirlan Zhaxalykov" userId="S::t.zhaxalykov@kbtu.kz::037320a9-8ef1-4acb-bb74-1ab60141db9d" providerId="AD" clId="Web-{1255F8B2-546F-81B8-24EF-A6BAC2E313E4}" dt="2026-03-01T12:34:35.865" v="176"/>
          <ac:spMkLst>
            <pc:docMk/>
            <pc:sldMk cId="2713953080" sldId="272"/>
            <ac:spMk id="8" creationId="{1B15ED52-F352-441B-82BF-E0EA34836D08}"/>
          </ac:spMkLst>
        </pc:spChg>
        <pc:spChg chg="add">
          <ac:chgData name="Temirlan Zhaxalykov" userId="S::t.zhaxalykov@kbtu.kz::037320a9-8ef1-4acb-bb74-1ab60141db9d" providerId="AD" clId="Web-{1255F8B2-546F-81B8-24EF-A6BAC2E313E4}" dt="2026-03-01T12:34:35.865" v="176"/>
          <ac:spMkLst>
            <pc:docMk/>
            <pc:sldMk cId="2713953080" sldId="272"/>
            <ac:spMk id="10" creationId="{3B2E3793-BFE6-45A2-9B7B-E18844431C99}"/>
          </ac:spMkLst>
        </pc:spChg>
        <pc:spChg chg="add">
          <ac:chgData name="Temirlan Zhaxalykov" userId="S::t.zhaxalykov@kbtu.kz::037320a9-8ef1-4acb-bb74-1ab60141db9d" providerId="AD" clId="Web-{1255F8B2-546F-81B8-24EF-A6BAC2E313E4}" dt="2026-03-01T12:34:35.865" v="176"/>
          <ac:spMkLst>
            <pc:docMk/>
            <pc:sldMk cId="2713953080" sldId="272"/>
            <ac:spMk id="12" creationId="{BC4C4868-CB8F-4AF9-9CDB-8108F2C19B67}"/>
          </ac:spMkLst>
        </pc:spChg>
        <pc:spChg chg="add">
          <ac:chgData name="Temirlan Zhaxalykov" userId="S::t.zhaxalykov@kbtu.kz::037320a9-8ef1-4acb-bb74-1ab60141db9d" providerId="AD" clId="Web-{1255F8B2-546F-81B8-24EF-A6BAC2E313E4}" dt="2026-03-01T12:34:35.865" v="176"/>
          <ac:spMkLst>
            <pc:docMk/>
            <pc:sldMk cId="2713953080" sldId="272"/>
            <ac:spMk id="14" creationId="{375E0459-6403-40CD-989D-56A4407CA12E}"/>
          </ac:spMkLst>
        </pc:spChg>
        <pc:spChg chg="add">
          <ac:chgData name="Temirlan Zhaxalykov" userId="S::t.zhaxalykov@kbtu.kz::037320a9-8ef1-4acb-bb74-1ab60141db9d" providerId="AD" clId="Web-{1255F8B2-546F-81B8-24EF-A6BAC2E313E4}" dt="2026-03-01T12:34:35.865" v="176"/>
          <ac:spMkLst>
            <pc:docMk/>
            <pc:sldMk cId="2713953080" sldId="272"/>
            <ac:spMk id="16" creationId="{53E5B1A8-3AC9-4BD1-9BBC-78CA94F2D1BA}"/>
          </ac:spMkLst>
        </pc:spChg>
      </pc:sldChg>
      <pc:sldChg chg="addSp modSp new mod setBg">
        <pc:chgData name="Temirlan Zhaxalykov" userId="S::t.zhaxalykov@kbtu.kz::037320a9-8ef1-4acb-bb74-1ab60141db9d" providerId="AD" clId="Web-{1255F8B2-546F-81B8-24EF-A6BAC2E313E4}" dt="2026-03-01T12:35:52.006" v="193" actId="20577"/>
        <pc:sldMkLst>
          <pc:docMk/>
          <pc:sldMk cId="2343361522" sldId="273"/>
        </pc:sldMkLst>
        <pc:spChg chg="mod">
          <ac:chgData name="Temirlan Zhaxalykov" userId="S::t.zhaxalykov@kbtu.kz::037320a9-8ef1-4acb-bb74-1ab60141db9d" providerId="AD" clId="Web-{1255F8B2-546F-81B8-24EF-A6BAC2E313E4}" dt="2026-03-01T12:35:17.584" v="186" actId="20577"/>
          <ac:spMkLst>
            <pc:docMk/>
            <pc:sldMk cId="2343361522" sldId="273"/>
            <ac:spMk id="2" creationId="{2E454488-9E55-6DA6-B1B8-A84B2160A404}"/>
          </ac:spMkLst>
        </pc:spChg>
        <pc:spChg chg="mod">
          <ac:chgData name="Temirlan Zhaxalykov" userId="S::t.zhaxalykov@kbtu.kz::037320a9-8ef1-4acb-bb74-1ab60141db9d" providerId="AD" clId="Web-{1255F8B2-546F-81B8-24EF-A6BAC2E313E4}" dt="2026-03-01T12:35:52.006" v="193" actId="20577"/>
          <ac:spMkLst>
            <pc:docMk/>
            <pc:sldMk cId="2343361522" sldId="273"/>
            <ac:spMk id="3" creationId="{6CC647BB-0984-BF66-590A-62F9850124F8}"/>
          </ac:spMkLst>
        </pc:spChg>
        <pc:spChg chg="add">
          <ac:chgData name="Temirlan Zhaxalykov" userId="S::t.zhaxalykov@kbtu.kz::037320a9-8ef1-4acb-bb74-1ab60141db9d" providerId="AD" clId="Web-{1255F8B2-546F-81B8-24EF-A6BAC2E313E4}" dt="2026-03-01T12:35:11.052" v="184"/>
          <ac:spMkLst>
            <pc:docMk/>
            <pc:sldMk cId="2343361522" sldId="273"/>
            <ac:spMk id="8" creationId="{1B15ED52-F352-441B-82BF-E0EA34836D08}"/>
          </ac:spMkLst>
        </pc:spChg>
        <pc:spChg chg="add">
          <ac:chgData name="Temirlan Zhaxalykov" userId="S::t.zhaxalykov@kbtu.kz::037320a9-8ef1-4acb-bb74-1ab60141db9d" providerId="AD" clId="Web-{1255F8B2-546F-81B8-24EF-A6BAC2E313E4}" dt="2026-03-01T12:35:11.052" v="184"/>
          <ac:spMkLst>
            <pc:docMk/>
            <pc:sldMk cId="2343361522" sldId="273"/>
            <ac:spMk id="10" creationId="{3B2E3793-BFE6-45A2-9B7B-E18844431C99}"/>
          </ac:spMkLst>
        </pc:spChg>
        <pc:spChg chg="add">
          <ac:chgData name="Temirlan Zhaxalykov" userId="S::t.zhaxalykov@kbtu.kz::037320a9-8ef1-4acb-bb74-1ab60141db9d" providerId="AD" clId="Web-{1255F8B2-546F-81B8-24EF-A6BAC2E313E4}" dt="2026-03-01T12:35:11.052" v="184"/>
          <ac:spMkLst>
            <pc:docMk/>
            <pc:sldMk cId="2343361522" sldId="273"/>
            <ac:spMk id="12" creationId="{BC4C4868-CB8F-4AF9-9CDB-8108F2C19B67}"/>
          </ac:spMkLst>
        </pc:spChg>
        <pc:spChg chg="add">
          <ac:chgData name="Temirlan Zhaxalykov" userId="S::t.zhaxalykov@kbtu.kz::037320a9-8ef1-4acb-bb74-1ab60141db9d" providerId="AD" clId="Web-{1255F8B2-546F-81B8-24EF-A6BAC2E313E4}" dt="2026-03-01T12:35:11.052" v="184"/>
          <ac:spMkLst>
            <pc:docMk/>
            <pc:sldMk cId="2343361522" sldId="273"/>
            <ac:spMk id="14" creationId="{375E0459-6403-40CD-989D-56A4407CA12E}"/>
          </ac:spMkLst>
        </pc:spChg>
        <pc:spChg chg="add">
          <ac:chgData name="Temirlan Zhaxalykov" userId="S::t.zhaxalykov@kbtu.kz::037320a9-8ef1-4acb-bb74-1ab60141db9d" providerId="AD" clId="Web-{1255F8B2-546F-81B8-24EF-A6BAC2E313E4}" dt="2026-03-01T12:35:11.052" v="184"/>
          <ac:spMkLst>
            <pc:docMk/>
            <pc:sldMk cId="2343361522" sldId="273"/>
            <ac:spMk id="16" creationId="{53E5B1A8-3AC9-4BD1-9BBC-78CA94F2D1BA}"/>
          </ac:spMkLst>
        </pc:spChg>
      </pc:sldChg>
      <pc:sldChg chg="addSp modSp new mod setBg">
        <pc:chgData name="Temirlan Zhaxalykov" userId="S::t.zhaxalykov@kbtu.kz::037320a9-8ef1-4acb-bb74-1ab60141db9d" providerId="AD" clId="Web-{1255F8B2-546F-81B8-24EF-A6BAC2E313E4}" dt="2026-03-01T12:37:12.978" v="221"/>
        <pc:sldMkLst>
          <pc:docMk/>
          <pc:sldMk cId="3294933185" sldId="274"/>
        </pc:sldMkLst>
        <pc:spChg chg="mod">
          <ac:chgData name="Temirlan Zhaxalykov" userId="S::t.zhaxalykov@kbtu.kz::037320a9-8ef1-4acb-bb74-1ab60141db9d" providerId="AD" clId="Web-{1255F8B2-546F-81B8-24EF-A6BAC2E313E4}" dt="2026-03-01T12:37:12.962" v="220"/>
          <ac:spMkLst>
            <pc:docMk/>
            <pc:sldMk cId="3294933185" sldId="274"/>
            <ac:spMk id="2" creationId="{0D849F54-EA22-7CD3-F580-AA12E2367D23}"/>
          </ac:spMkLst>
        </pc:spChg>
        <pc:spChg chg="mod">
          <ac:chgData name="Temirlan Zhaxalykov" userId="S::t.zhaxalykov@kbtu.kz::037320a9-8ef1-4acb-bb74-1ab60141db9d" providerId="AD" clId="Web-{1255F8B2-546F-81B8-24EF-A6BAC2E313E4}" dt="2026-03-01T12:37:12.978" v="221"/>
          <ac:spMkLst>
            <pc:docMk/>
            <pc:sldMk cId="3294933185" sldId="274"/>
            <ac:spMk id="3" creationId="{01194474-5DE7-40E0-778C-3937DBEE6DB0}"/>
          </ac:spMkLst>
        </pc:spChg>
        <pc:spChg chg="add">
          <ac:chgData name="Temirlan Zhaxalykov" userId="S::t.zhaxalykov@kbtu.kz::037320a9-8ef1-4acb-bb74-1ab60141db9d" providerId="AD" clId="Web-{1255F8B2-546F-81B8-24EF-A6BAC2E313E4}" dt="2026-03-01T12:37:06.009" v="218"/>
          <ac:spMkLst>
            <pc:docMk/>
            <pc:sldMk cId="3294933185" sldId="274"/>
            <ac:spMk id="8" creationId="{1B15ED52-F352-441B-82BF-E0EA34836D08}"/>
          </ac:spMkLst>
        </pc:spChg>
        <pc:spChg chg="add">
          <ac:chgData name="Temirlan Zhaxalykov" userId="S::t.zhaxalykov@kbtu.kz::037320a9-8ef1-4acb-bb74-1ab60141db9d" providerId="AD" clId="Web-{1255F8B2-546F-81B8-24EF-A6BAC2E313E4}" dt="2026-03-01T12:37:06.009" v="218"/>
          <ac:spMkLst>
            <pc:docMk/>
            <pc:sldMk cId="3294933185" sldId="274"/>
            <ac:spMk id="10" creationId="{3B2E3793-BFE6-45A2-9B7B-E18844431C99}"/>
          </ac:spMkLst>
        </pc:spChg>
        <pc:spChg chg="add">
          <ac:chgData name="Temirlan Zhaxalykov" userId="S::t.zhaxalykov@kbtu.kz::037320a9-8ef1-4acb-bb74-1ab60141db9d" providerId="AD" clId="Web-{1255F8B2-546F-81B8-24EF-A6BAC2E313E4}" dt="2026-03-01T12:37:06.009" v="218"/>
          <ac:spMkLst>
            <pc:docMk/>
            <pc:sldMk cId="3294933185" sldId="274"/>
            <ac:spMk id="12" creationId="{BC4C4868-CB8F-4AF9-9CDB-8108F2C19B67}"/>
          </ac:spMkLst>
        </pc:spChg>
        <pc:spChg chg="add">
          <ac:chgData name="Temirlan Zhaxalykov" userId="S::t.zhaxalykov@kbtu.kz::037320a9-8ef1-4acb-bb74-1ab60141db9d" providerId="AD" clId="Web-{1255F8B2-546F-81B8-24EF-A6BAC2E313E4}" dt="2026-03-01T12:37:06.009" v="218"/>
          <ac:spMkLst>
            <pc:docMk/>
            <pc:sldMk cId="3294933185" sldId="274"/>
            <ac:spMk id="14" creationId="{375E0459-6403-40CD-989D-56A4407CA12E}"/>
          </ac:spMkLst>
        </pc:spChg>
        <pc:spChg chg="add">
          <ac:chgData name="Temirlan Zhaxalykov" userId="S::t.zhaxalykov@kbtu.kz::037320a9-8ef1-4acb-bb74-1ab60141db9d" providerId="AD" clId="Web-{1255F8B2-546F-81B8-24EF-A6BAC2E313E4}" dt="2026-03-01T12:37:06.009" v="218"/>
          <ac:spMkLst>
            <pc:docMk/>
            <pc:sldMk cId="3294933185" sldId="274"/>
            <ac:spMk id="16" creationId="{53E5B1A8-3AC9-4BD1-9BBC-78CA94F2D1BA}"/>
          </ac:spMkLst>
        </pc:spChg>
      </pc:sldChg>
      <pc:sldChg chg="addSp modSp new mod setBg">
        <pc:chgData name="Temirlan Zhaxalykov" userId="S::t.zhaxalykov@kbtu.kz::037320a9-8ef1-4acb-bb74-1ab60141db9d" providerId="AD" clId="Web-{1255F8B2-546F-81B8-24EF-A6BAC2E313E4}" dt="2026-03-01T12:36:32.556" v="213" actId="20577"/>
        <pc:sldMkLst>
          <pc:docMk/>
          <pc:sldMk cId="4179364837" sldId="275"/>
        </pc:sldMkLst>
        <pc:spChg chg="mod">
          <ac:chgData name="Temirlan Zhaxalykov" userId="S::t.zhaxalykov@kbtu.kz::037320a9-8ef1-4acb-bb74-1ab60141db9d" providerId="AD" clId="Web-{1255F8B2-546F-81B8-24EF-A6BAC2E313E4}" dt="2026-03-01T12:36:32.556" v="213" actId="20577"/>
          <ac:spMkLst>
            <pc:docMk/>
            <pc:sldMk cId="4179364837" sldId="275"/>
            <ac:spMk id="2" creationId="{530C3D5D-1F35-66C2-C3B4-52CB0B9538A3}"/>
          </ac:spMkLst>
        </pc:spChg>
        <pc:spChg chg="mod">
          <ac:chgData name="Temirlan Zhaxalykov" userId="S::t.zhaxalykov@kbtu.kz::037320a9-8ef1-4acb-bb74-1ab60141db9d" providerId="AD" clId="Web-{1255F8B2-546F-81B8-24EF-A6BAC2E313E4}" dt="2026-03-01T12:36:29.556" v="212"/>
          <ac:spMkLst>
            <pc:docMk/>
            <pc:sldMk cId="4179364837" sldId="275"/>
            <ac:spMk id="3" creationId="{6DB10346-5D39-CD98-A4F7-052F4182E240}"/>
          </ac:spMkLst>
        </pc:spChg>
        <pc:spChg chg="add">
          <ac:chgData name="Temirlan Zhaxalykov" userId="S::t.zhaxalykov@kbtu.kz::037320a9-8ef1-4acb-bb74-1ab60141db9d" providerId="AD" clId="Web-{1255F8B2-546F-81B8-24EF-A6BAC2E313E4}" dt="2026-03-01T12:36:17.352" v="208"/>
          <ac:spMkLst>
            <pc:docMk/>
            <pc:sldMk cId="4179364837" sldId="275"/>
            <ac:spMk id="8" creationId="{1B15ED52-F352-441B-82BF-E0EA34836D08}"/>
          </ac:spMkLst>
        </pc:spChg>
        <pc:spChg chg="add">
          <ac:chgData name="Temirlan Zhaxalykov" userId="S::t.zhaxalykov@kbtu.kz::037320a9-8ef1-4acb-bb74-1ab60141db9d" providerId="AD" clId="Web-{1255F8B2-546F-81B8-24EF-A6BAC2E313E4}" dt="2026-03-01T12:36:17.352" v="208"/>
          <ac:spMkLst>
            <pc:docMk/>
            <pc:sldMk cId="4179364837" sldId="275"/>
            <ac:spMk id="10" creationId="{3B2E3793-BFE6-45A2-9B7B-E18844431C99}"/>
          </ac:spMkLst>
        </pc:spChg>
        <pc:spChg chg="add">
          <ac:chgData name="Temirlan Zhaxalykov" userId="S::t.zhaxalykov@kbtu.kz::037320a9-8ef1-4acb-bb74-1ab60141db9d" providerId="AD" clId="Web-{1255F8B2-546F-81B8-24EF-A6BAC2E313E4}" dt="2026-03-01T12:36:17.352" v="208"/>
          <ac:spMkLst>
            <pc:docMk/>
            <pc:sldMk cId="4179364837" sldId="275"/>
            <ac:spMk id="12" creationId="{BC4C4868-CB8F-4AF9-9CDB-8108F2C19B67}"/>
          </ac:spMkLst>
        </pc:spChg>
        <pc:spChg chg="add">
          <ac:chgData name="Temirlan Zhaxalykov" userId="S::t.zhaxalykov@kbtu.kz::037320a9-8ef1-4acb-bb74-1ab60141db9d" providerId="AD" clId="Web-{1255F8B2-546F-81B8-24EF-A6BAC2E313E4}" dt="2026-03-01T12:36:17.352" v="208"/>
          <ac:spMkLst>
            <pc:docMk/>
            <pc:sldMk cId="4179364837" sldId="275"/>
            <ac:spMk id="14" creationId="{375E0459-6403-40CD-989D-56A4407CA12E}"/>
          </ac:spMkLst>
        </pc:spChg>
        <pc:spChg chg="add">
          <ac:chgData name="Temirlan Zhaxalykov" userId="S::t.zhaxalykov@kbtu.kz::037320a9-8ef1-4acb-bb74-1ab60141db9d" providerId="AD" clId="Web-{1255F8B2-546F-81B8-24EF-A6BAC2E313E4}" dt="2026-03-01T12:36:17.352" v="208"/>
          <ac:spMkLst>
            <pc:docMk/>
            <pc:sldMk cId="4179364837" sldId="275"/>
            <ac:spMk id="16" creationId="{53E5B1A8-3AC9-4BD1-9BBC-78CA94F2D1BA}"/>
          </ac:spMkLst>
        </pc:spChg>
      </pc:sldChg>
      <pc:sldChg chg="addSp delSp modSp new mod setBg">
        <pc:chgData name="Temirlan Zhaxalykov" userId="S::t.zhaxalykov@kbtu.kz::037320a9-8ef1-4acb-bb74-1ab60141db9d" providerId="AD" clId="Web-{1255F8B2-546F-81B8-24EF-A6BAC2E313E4}" dt="2026-03-01T12:37:52.650" v="237"/>
        <pc:sldMkLst>
          <pc:docMk/>
          <pc:sldMk cId="1595684207" sldId="276"/>
        </pc:sldMkLst>
        <pc:spChg chg="mod">
          <ac:chgData name="Temirlan Zhaxalykov" userId="S::t.zhaxalykov@kbtu.kz::037320a9-8ef1-4acb-bb74-1ab60141db9d" providerId="AD" clId="Web-{1255F8B2-546F-81B8-24EF-A6BAC2E313E4}" dt="2026-03-01T12:37:43.431" v="233"/>
          <ac:spMkLst>
            <pc:docMk/>
            <pc:sldMk cId="1595684207" sldId="276"/>
            <ac:spMk id="2" creationId="{D911F4CD-E8F0-B67E-88A8-5539EEA4400B}"/>
          </ac:spMkLst>
        </pc:spChg>
        <pc:spChg chg="mod">
          <ac:chgData name="Temirlan Zhaxalykov" userId="S::t.zhaxalykov@kbtu.kz::037320a9-8ef1-4acb-bb74-1ab60141db9d" providerId="AD" clId="Web-{1255F8B2-546F-81B8-24EF-A6BAC2E313E4}" dt="2026-03-01T12:37:52.650" v="237"/>
          <ac:spMkLst>
            <pc:docMk/>
            <pc:sldMk cId="1595684207" sldId="276"/>
            <ac:spMk id="3" creationId="{A75B7BC1-B17C-93B7-61FA-626276A651A8}"/>
          </ac:spMkLst>
        </pc:spChg>
        <pc:spChg chg="add del mod">
          <ac:chgData name="Temirlan Zhaxalykov" userId="S::t.zhaxalykov@kbtu.kz::037320a9-8ef1-4acb-bb74-1ab60141db9d" providerId="AD" clId="Web-{1255F8B2-546F-81B8-24EF-A6BAC2E313E4}" dt="2026-03-01T12:37:32.306" v="227"/>
          <ac:spMkLst>
            <pc:docMk/>
            <pc:sldMk cId="1595684207" sldId="276"/>
            <ac:spMk id="4" creationId="{BA726323-BB61-DA5C-B33E-530B61955EA5}"/>
          </ac:spMkLst>
        </pc:spChg>
        <pc:spChg chg="add">
          <ac:chgData name="Temirlan Zhaxalykov" userId="S::t.zhaxalykov@kbtu.kz::037320a9-8ef1-4acb-bb74-1ab60141db9d" providerId="AD" clId="Web-{1255F8B2-546F-81B8-24EF-A6BAC2E313E4}" dt="2026-03-01T12:37:43.431" v="233"/>
          <ac:spMkLst>
            <pc:docMk/>
            <pc:sldMk cId="1595684207" sldId="276"/>
            <ac:spMk id="8" creationId="{1B15ED52-F352-441B-82BF-E0EA34836D08}"/>
          </ac:spMkLst>
        </pc:spChg>
        <pc:spChg chg="add">
          <ac:chgData name="Temirlan Zhaxalykov" userId="S::t.zhaxalykov@kbtu.kz::037320a9-8ef1-4acb-bb74-1ab60141db9d" providerId="AD" clId="Web-{1255F8B2-546F-81B8-24EF-A6BAC2E313E4}" dt="2026-03-01T12:37:43.431" v="233"/>
          <ac:spMkLst>
            <pc:docMk/>
            <pc:sldMk cId="1595684207" sldId="276"/>
            <ac:spMk id="10" creationId="{3B2E3793-BFE6-45A2-9B7B-E18844431C99}"/>
          </ac:spMkLst>
        </pc:spChg>
        <pc:spChg chg="add">
          <ac:chgData name="Temirlan Zhaxalykov" userId="S::t.zhaxalykov@kbtu.kz::037320a9-8ef1-4acb-bb74-1ab60141db9d" providerId="AD" clId="Web-{1255F8B2-546F-81B8-24EF-A6BAC2E313E4}" dt="2026-03-01T12:37:43.431" v="233"/>
          <ac:spMkLst>
            <pc:docMk/>
            <pc:sldMk cId="1595684207" sldId="276"/>
            <ac:spMk id="12" creationId="{BC4C4868-CB8F-4AF9-9CDB-8108F2C19B67}"/>
          </ac:spMkLst>
        </pc:spChg>
        <pc:spChg chg="add">
          <ac:chgData name="Temirlan Zhaxalykov" userId="S::t.zhaxalykov@kbtu.kz::037320a9-8ef1-4acb-bb74-1ab60141db9d" providerId="AD" clId="Web-{1255F8B2-546F-81B8-24EF-A6BAC2E313E4}" dt="2026-03-01T12:37:43.431" v="233"/>
          <ac:spMkLst>
            <pc:docMk/>
            <pc:sldMk cId="1595684207" sldId="276"/>
            <ac:spMk id="14" creationId="{375E0459-6403-40CD-989D-56A4407CA12E}"/>
          </ac:spMkLst>
        </pc:spChg>
        <pc:spChg chg="add">
          <ac:chgData name="Temirlan Zhaxalykov" userId="S::t.zhaxalykov@kbtu.kz::037320a9-8ef1-4acb-bb74-1ab60141db9d" providerId="AD" clId="Web-{1255F8B2-546F-81B8-24EF-A6BAC2E313E4}" dt="2026-03-01T12:37:43.431" v="233"/>
          <ac:spMkLst>
            <pc:docMk/>
            <pc:sldMk cId="1595684207" sldId="276"/>
            <ac:spMk id="16" creationId="{53E5B1A8-3AC9-4BD1-9BBC-78CA94F2D1BA}"/>
          </ac:spMkLst>
        </pc:spChg>
      </pc:sldChg>
      <pc:sldChg chg="addSp modSp new mod setBg">
        <pc:chgData name="Temirlan Zhaxalykov" userId="S::t.zhaxalykov@kbtu.kz::037320a9-8ef1-4acb-bb74-1ab60141db9d" providerId="AD" clId="Web-{1255F8B2-546F-81B8-24EF-A6BAC2E313E4}" dt="2026-03-01T12:38:28.837" v="243" actId="20577"/>
        <pc:sldMkLst>
          <pc:docMk/>
          <pc:sldMk cId="4209294493" sldId="277"/>
        </pc:sldMkLst>
        <pc:spChg chg="mod">
          <ac:chgData name="Temirlan Zhaxalykov" userId="S::t.zhaxalykov@kbtu.kz::037320a9-8ef1-4acb-bb74-1ab60141db9d" providerId="AD" clId="Web-{1255F8B2-546F-81B8-24EF-A6BAC2E313E4}" dt="2026-03-01T12:38:28.837" v="243" actId="20577"/>
          <ac:spMkLst>
            <pc:docMk/>
            <pc:sldMk cId="4209294493" sldId="277"/>
            <ac:spMk id="2" creationId="{0481722B-17EF-50C7-FE07-B79D37B5AFA7}"/>
          </ac:spMkLst>
        </pc:spChg>
        <pc:spChg chg="mod">
          <ac:chgData name="Temirlan Zhaxalykov" userId="S::t.zhaxalykov@kbtu.kz::037320a9-8ef1-4acb-bb74-1ab60141db9d" providerId="AD" clId="Web-{1255F8B2-546F-81B8-24EF-A6BAC2E313E4}" dt="2026-03-01T12:38:20.728" v="241"/>
          <ac:spMkLst>
            <pc:docMk/>
            <pc:sldMk cId="4209294493" sldId="277"/>
            <ac:spMk id="3" creationId="{452DA44E-A936-7AE2-2541-B4FDD62B3F8A}"/>
          </ac:spMkLst>
        </pc:spChg>
        <pc:spChg chg="add">
          <ac:chgData name="Temirlan Zhaxalykov" userId="S::t.zhaxalykov@kbtu.kz::037320a9-8ef1-4acb-bb74-1ab60141db9d" providerId="AD" clId="Web-{1255F8B2-546F-81B8-24EF-A6BAC2E313E4}" dt="2026-03-01T12:38:20.728" v="241"/>
          <ac:spMkLst>
            <pc:docMk/>
            <pc:sldMk cId="4209294493" sldId="277"/>
            <ac:spMk id="8" creationId="{1B15ED52-F352-441B-82BF-E0EA34836D08}"/>
          </ac:spMkLst>
        </pc:spChg>
        <pc:spChg chg="add">
          <ac:chgData name="Temirlan Zhaxalykov" userId="S::t.zhaxalykov@kbtu.kz::037320a9-8ef1-4acb-bb74-1ab60141db9d" providerId="AD" clId="Web-{1255F8B2-546F-81B8-24EF-A6BAC2E313E4}" dt="2026-03-01T12:38:20.728" v="241"/>
          <ac:spMkLst>
            <pc:docMk/>
            <pc:sldMk cId="4209294493" sldId="277"/>
            <ac:spMk id="10" creationId="{3B2E3793-BFE6-45A2-9B7B-E18844431C99}"/>
          </ac:spMkLst>
        </pc:spChg>
        <pc:spChg chg="add">
          <ac:chgData name="Temirlan Zhaxalykov" userId="S::t.zhaxalykov@kbtu.kz::037320a9-8ef1-4acb-bb74-1ab60141db9d" providerId="AD" clId="Web-{1255F8B2-546F-81B8-24EF-A6BAC2E313E4}" dt="2026-03-01T12:38:20.728" v="241"/>
          <ac:spMkLst>
            <pc:docMk/>
            <pc:sldMk cId="4209294493" sldId="277"/>
            <ac:spMk id="12" creationId="{BC4C4868-CB8F-4AF9-9CDB-8108F2C19B67}"/>
          </ac:spMkLst>
        </pc:spChg>
        <pc:spChg chg="add">
          <ac:chgData name="Temirlan Zhaxalykov" userId="S::t.zhaxalykov@kbtu.kz::037320a9-8ef1-4acb-bb74-1ab60141db9d" providerId="AD" clId="Web-{1255F8B2-546F-81B8-24EF-A6BAC2E313E4}" dt="2026-03-01T12:38:20.728" v="241"/>
          <ac:spMkLst>
            <pc:docMk/>
            <pc:sldMk cId="4209294493" sldId="277"/>
            <ac:spMk id="14" creationId="{375E0459-6403-40CD-989D-56A4407CA12E}"/>
          </ac:spMkLst>
        </pc:spChg>
        <pc:spChg chg="add">
          <ac:chgData name="Temirlan Zhaxalykov" userId="S::t.zhaxalykov@kbtu.kz::037320a9-8ef1-4acb-bb74-1ab60141db9d" providerId="AD" clId="Web-{1255F8B2-546F-81B8-24EF-A6BAC2E313E4}" dt="2026-03-01T12:38:20.728" v="241"/>
          <ac:spMkLst>
            <pc:docMk/>
            <pc:sldMk cId="4209294493" sldId="277"/>
            <ac:spMk id="16" creationId="{53E5B1A8-3AC9-4BD1-9BBC-78CA94F2D1BA}"/>
          </ac:spMkLst>
        </pc:spChg>
      </pc:sldChg>
      <pc:sldChg chg="addSp modSp new mod setBg">
        <pc:chgData name="Temirlan Zhaxalykov" userId="S::t.zhaxalykov@kbtu.kz::037320a9-8ef1-4acb-bb74-1ab60141db9d" providerId="AD" clId="Web-{1255F8B2-546F-81B8-24EF-A6BAC2E313E4}" dt="2026-03-01T12:39:28.448" v="252"/>
        <pc:sldMkLst>
          <pc:docMk/>
          <pc:sldMk cId="2740361434" sldId="278"/>
        </pc:sldMkLst>
        <pc:spChg chg="mod">
          <ac:chgData name="Temirlan Zhaxalykov" userId="S::t.zhaxalykov@kbtu.kz::037320a9-8ef1-4acb-bb74-1ab60141db9d" providerId="AD" clId="Web-{1255F8B2-546F-81B8-24EF-A6BAC2E313E4}" dt="2026-03-01T12:39:21.964" v="251"/>
          <ac:spMkLst>
            <pc:docMk/>
            <pc:sldMk cId="2740361434" sldId="278"/>
            <ac:spMk id="2" creationId="{9D013248-EEC6-C5D4-5DEF-849743AD41B6}"/>
          </ac:spMkLst>
        </pc:spChg>
        <pc:spChg chg="mod">
          <ac:chgData name="Temirlan Zhaxalykov" userId="S::t.zhaxalykov@kbtu.kz::037320a9-8ef1-4acb-bb74-1ab60141db9d" providerId="AD" clId="Web-{1255F8B2-546F-81B8-24EF-A6BAC2E313E4}" dt="2026-03-01T12:39:28.448" v="252"/>
          <ac:spMkLst>
            <pc:docMk/>
            <pc:sldMk cId="2740361434" sldId="278"/>
            <ac:spMk id="3" creationId="{45045C3F-2FB1-6E88-F24C-E5F584B79A3E}"/>
          </ac:spMkLst>
        </pc:spChg>
        <pc:spChg chg="add">
          <ac:chgData name="Temirlan Zhaxalykov" userId="S::t.zhaxalykov@kbtu.kz::037320a9-8ef1-4acb-bb74-1ab60141db9d" providerId="AD" clId="Web-{1255F8B2-546F-81B8-24EF-A6BAC2E313E4}" dt="2026-03-01T12:39:21.964" v="251"/>
          <ac:spMkLst>
            <pc:docMk/>
            <pc:sldMk cId="2740361434" sldId="278"/>
            <ac:spMk id="8" creationId="{1B15ED52-F352-441B-82BF-E0EA34836D08}"/>
          </ac:spMkLst>
        </pc:spChg>
        <pc:spChg chg="add">
          <ac:chgData name="Temirlan Zhaxalykov" userId="S::t.zhaxalykov@kbtu.kz::037320a9-8ef1-4acb-bb74-1ab60141db9d" providerId="AD" clId="Web-{1255F8B2-546F-81B8-24EF-A6BAC2E313E4}" dt="2026-03-01T12:39:21.964" v="251"/>
          <ac:spMkLst>
            <pc:docMk/>
            <pc:sldMk cId="2740361434" sldId="278"/>
            <ac:spMk id="10" creationId="{3B2E3793-BFE6-45A2-9B7B-E18844431C99}"/>
          </ac:spMkLst>
        </pc:spChg>
        <pc:spChg chg="add">
          <ac:chgData name="Temirlan Zhaxalykov" userId="S::t.zhaxalykov@kbtu.kz::037320a9-8ef1-4acb-bb74-1ab60141db9d" providerId="AD" clId="Web-{1255F8B2-546F-81B8-24EF-A6BAC2E313E4}" dt="2026-03-01T12:39:21.964" v="251"/>
          <ac:spMkLst>
            <pc:docMk/>
            <pc:sldMk cId="2740361434" sldId="278"/>
            <ac:spMk id="12" creationId="{BC4C4868-CB8F-4AF9-9CDB-8108F2C19B67}"/>
          </ac:spMkLst>
        </pc:spChg>
        <pc:spChg chg="add">
          <ac:chgData name="Temirlan Zhaxalykov" userId="S::t.zhaxalykov@kbtu.kz::037320a9-8ef1-4acb-bb74-1ab60141db9d" providerId="AD" clId="Web-{1255F8B2-546F-81B8-24EF-A6BAC2E313E4}" dt="2026-03-01T12:39:21.964" v="251"/>
          <ac:spMkLst>
            <pc:docMk/>
            <pc:sldMk cId="2740361434" sldId="278"/>
            <ac:spMk id="14" creationId="{375E0459-6403-40CD-989D-56A4407CA12E}"/>
          </ac:spMkLst>
        </pc:spChg>
        <pc:spChg chg="add">
          <ac:chgData name="Temirlan Zhaxalykov" userId="S::t.zhaxalykov@kbtu.kz::037320a9-8ef1-4acb-bb74-1ab60141db9d" providerId="AD" clId="Web-{1255F8B2-546F-81B8-24EF-A6BAC2E313E4}" dt="2026-03-01T12:39:21.964" v="251"/>
          <ac:spMkLst>
            <pc:docMk/>
            <pc:sldMk cId="2740361434" sldId="278"/>
            <ac:spMk id="16" creationId="{53E5B1A8-3AC9-4BD1-9BBC-78CA94F2D1BA}"/>
          </ac:spMkLst>
        </pc:spChg>
      </pc:sldChg>
      <pc:sldChg chg="addSp modSp new mod setBg">
        <pc:chgData name="Temirlan Zhaxalykov" userId="S::t.zhaxalykov@kbtu.kz::037320a9-8ef1-4acb-bb74-1ab60141db9d" providerId="AD" clId="Web-{1255F8B2-546F-81B8-24EF-A6BAC2E313E4}" dt="2026-03-01T12:41:53.201" v="263" actId="20577"/>
        <pc:sldMkLst>
          <pc:docMk/>
          <pc:sldMk cId="3084733107" sldId="279"/>
        </pc:sldMkLst>
        <pc:spChg chg="mod">
          <ac:chgData name="Temirlan Zhaxalykov" userId="S::t.zhaxalykov@kbtu.kz::037320a9-8ef1-4acb-bb74-1ab60141db9d" providerId="AD" clId="Web-{1255F8B2-546F-81B8-24EF-A6BAC2E313E4}" dt="2026-03-01T12:41:46.936" v="259"/>
          <ac:spMkLst>
            <pc:docMk/>
            <pc:sldMk cId="3084733107" sldId="279"/>
            <ac:spMk id="2" creationId="{9DE2731F-2BC8-DD93-C2F8-0E1E3EF8E1A4}"/>
          </ac:spMkLst>
        </pc:spChg>
        <pc:spChg chg="mod">
          <ac:chgData name="Temirlan Zhaxalykov" userId="S::t.zhaxalykov@kbtu.kz::037320a9-8ef1-4acb-bb74-1ab60141db9d" providerId="AD" clId="Web-{1255F8B2-546F-81B8-24EF-A6BAC2E313E4}" dt="2026-03-01T12:41:53.201" v="263" actId="20577"/>
          <ac:spMkLst>
            <pc:docMk/>
            <pc:sldMk cId="3084733107" sldId="279"/>
            <ac:spMk id="3" creationId="{F4045540-8182-98F9-D9AD-29766B27C815}"/>
          </ac:spMkLst>
        </pc:spChg>
        <pc:spChg chg="add">
          <ac:chgData name="Temirlan Zhaxalykov" userId="S::t.zhaxalykov@kbtu.kz::037320a9-8ef1-4acb-bb74-1ab60141db9d" providerId="AD" clId="Web-{1255F8B2-546F-81B8-24EF-A6BAC2E313E4}" dt="2026-03-01T12:41:39.514" v="257"/>
          <ac:spMkLst>
            <pc:docMk/>
            <pc:sldMk cId="3084733107" sldId="279"/>
            <ac:spMk id="8" creationId="{1B15ED52-F352-441B-82BF-E0EA34836D08}"/>
          </ac:spMkLst>
        </pc:spChg>
        <pc:spChg chg="add">
          <ac:chgData name="Temirlan Zhaxalykov" userId="S::t.zhaxalykov@kbtu.kz::037320a9-8ef1-4acb-bb74-1ab60141db9d" providerId="AD" clId="Web-{1255F8B2-546F-81B8-24EF-A6BAC2E313E4}" dt="2026-03-01T12:41:39.514" v="257"/>
          <ac:spMkLst>
            <pc:docMk/>
            <pc:sldMk cId="3084733107" sldId="279"/>
            <ac:spMk id="10" creationId="{3B2E3793-BFE6-45A2-9B7B-E18844431C99}"/>
          </ac:spMkLst>
        </pc:spChg>
        <pc:spChg chg="add">
          <ac:chgData name="Temirlan Zhaxalykov" userId="S::t.zhaxalykov@kbtu.kz::037320a9-8ef1-4acb-bb74-1ab60141db9d" providerId="AD" clId="Web-{1255F8B2-546F-81B8-24EF-A6BAC2E313E4}" dt="2026-03-01T12:41:39.514" v="257"/>
          <ac:spMkLst>
            <pc:docMk/>
            <pc:sldMk cId="3084733107" sldId="279"/>
            <ac:spMk id="12" creationId="{BC4C4868-CB8F-4AF9-9CDB-8108F2C19B67}"/>
          </ac:spMkLst>
        </pc:spChg>
        <pc:spChg chg="add">
          <ac:chgData name="Temirlan Zhaxalykov" userId="S::t.zhaxalykov@kbtu.kz::037320a9-8ef1-4acb-bb74-1ab60141db9d" providerId="AD" clId="Web-{1255F8B2-546F-81B8-24EF-A6BAC2E313E4}" dt="2026-03-01T12:41:39.514" v="257"/>
          <ac:spMkLst>
            <pc:docMk/>
            <pc:sldMk cId="3084733107" sldId="279"/>
            <ac:spMk id="14" creationId="{375E0459-6403-40CD-989D-56A4407CA12E}"/>
          </ac:spMkLst>
        </pc:spChg>
        <pc:spChg chg="add">
          <ac:chgData name="Temirlan Zhaxalykov" userId="S::t.zhaxalykov@kbtu.kz::037320a9-8ef1-4acb-bb74-1ab60141db9d" providerId="AD" clId="Web-{1255F8B2-546F-81B8-24EF-A6BAC2E313E4}" dt="2026-03-01T12:41:39.514" v="257"/>
          <ac:spMkLst>
            <pc:docMk/>
            <pc:sldMk cId="3084733107" sldId="279"/>
            <ac:spMk id="16" creationId="{53E5B1A8-3AC9-4BD1-9BBC-78CA94F2D1BA}"/>
          </ac:spMkLst>
        </pc:spChg>
      </pc:sldChg>
      <pc:sldChg chg="addSp modSp new mod setBg">
        <pc:chgData name="Temirlan Zhaxalykov" userId="S::t.zhaxalykov@kbtu.kz::037320a9-8ef1-4acb-bb74-1ab60141db9d" providerId="AD" clId="Web-{1255F8B2-546F-81B8-24EF-A6BAC2E313E4}" dt="2026-03-01T12:42:32.998" v="272" actId="20577"/>
        <pc:sldMkLst>
          <pc:docMk/>
          <pc:sldMk cId="2037216221" sldId="280"/>
        </pc:sldMkLst>
        <pc:spChg chg="mod">
          <ac:chgData name="Temirlan Zhaxalykov" userId="S::t.zhaxalykov@kbtu.kz::037320a9-8ef1-4acb-bb74-1ab60141db9d" providerId="AD" clId="Web-{1255F8B2-546F-81B8-24EF-A6BAC2E313E4}" dt="2026-03-01T12:42:19.186" v="268"/>
          <ac:spMkLst>
            <pc:docMk/>
            <pc:sldMk cId="2037216221" sldId="280"/>
            <ac:spMk id="2" creationId="{19C81FBD-C1A0-E0D1-644C-1EEAD92E4287}"/>
          </ac:spMkLst>
        </pc:spChg>
        <pc:spChg chg="mod">
          <ac:chgData name="Temirlan Zhaxalykov" userId="S::t.zhaxalykov@kbtu.kz::037320a9-8ef1-4acb-bb74-1ab60141db9d" providerId="AD" clId="Web-{1255F8B2-546F-81B8-24EF-A6BAC2E313E4}" dt="2026-03-01T12:42:32.998" v="272" actId="20577"/>
          <ac:spMkLst>
            <pc:docMk/>
            <pc:sldMk cId="2037216221" sldId="280"/>
            <ac:spMk id="3" creationId="{96CD1EBD-C7A7-1045-F708-EE838D034CDC}"/>
          </ac:spMkLst>
        </pc:spChg>
        <pc:spChg chg="add">
          <ac:chgData name="Temirlan Zhaxalykov" userId="S::t.zhaxalykov@kbtu.kz::037320a9-8ef1-4acb-bb74-1ab60141db9d" providerId="AD" clId="Web-{1255F8B2-546F-81B8-24EF-A6BAC2E313E4}" dt="2026-03-01T12:42:19.186" v="268"/>
          <ac:spMkLst>
            <pc:docMk/>
            <pc:sldMk cId="2037216221" sldId="280"/>
            <ac:spMk id="8" creationId="{1B15ED52-F352-441B-82BF-E0EA34836D08}"/>
          </ac:spMkLst>
        </pc:spChg>
        <pc:spChg chg="add">
          <ac:chgData name="Temirlan Zhaxalykov" userId="S::t.zhaxalykov@kbtu.kz::037320a9-8ef1-4acb-bb74-1ab60141db9d" providerId="AD" clId="Web-{1255F8B2-546F-81B8-24EF-A6BAC2E313E4}" dt="2026-03-01T12:42:19.186" v="268"/>
          <ac:spMkLst>
            <pc:docMk/>
            <pc:sldMk cId="2037216221" sldId="280"/>
            <ac:spMk id="10" creationId="{3B2E3793-BFE6-45A2-9B7B-E18844431C99}"/>
          </ac:spMkLst>
        </pc:spChg>
        <pc:spChg chg="add">
          <ac:chgData name="Temirlan Zhaxalykov" userId="S::t.zhaxalykov@kbtu.kz::037320a9-8ef1-4acb-bb74-1ab60141db9d" providerId="AD" clId="Web-{1255F8B2-546F-81B8-24EF-A6BAC2E313E4}" dt="2026-03-01T12:42:19.186" v="268"/>
          <ac:spMkLst>
            <pc:docMk/>
            <pc:sldMk cId="2037216221" sldId="280"/>
            <ac:spMk id="12" creationId="{BC4C4868-CB8F-4AF9-9CDB-8108F2C19B67}"/>
          </ac:spMkLst>
        </pc:spChg>
        <pc:spChg chg="add">
          <ac:chgData name="Temirlan Zhaxalykov" userId="S::t.zhaxalykov@kbtu.kz::037320a9-8ef1-4acb-bb74-1ab60141db9d" providerId="AD" clId="Web-{1255F8B2-546F-81B8-24EF-A6BAC2E313E4}" dt="2026-03-01T12:42:19.186" v="268"/>
          <ac:spMkLst>
            <pc:docMk/>
            <pc:sldMk cId="2037216221" sldId="280"/>
            <ac:spMk id="14" creationId="{375E0459-6403-40CD-989D-56A4407CA12E}"/>
          </ac:spMkLst>
        </pc:spChg>
        <pc:spChg chg="add">
          <ac:chgData name="Temirlan Zhaxalykov" userId="S::t.zhaxalykov@kbtu.kz::037320a9-8ef1-4acb-bb74-1ab60141db9d" providerId="AD" clId="Web-{1255F8B2-546F-81B8-24EF-A6BAC2E313E4}" dt="2026-03-01T12:42:19.186" v="268"/>
          <ac:spMkLst>
            <pc:docMk/>
            <pc:sldMk cId="2037216221" sldId="280"/>
            <ac:spMk id="16" creationId="{53E5B1A8-3AC9-4BD1-9BBC-78CA94F2D1BA}"/>
          </ac:spMkLst>
        </pc:spChg>
      </pc:sldChg>
      <pc:sldChg chg="modSp new del">
        <pc:chgData name="Temirlan Zhaxalykov" userId="S::t.zhaxalykov@kbtu.kz::037320a9-8ef1-4acb-bb74-1ab60141db9d" providerId="AD" clId="Web-{1255F8B2-546F-81B8-24EF-A6BAC2E313E4}" dt="2026-03-01T12:46:57.674" v="284"/>
        <pc:sldMkLst>
          <pc:docMk/>
          <pc:sldMk cId="1200274126" sldId="281"/>
        </pc:sldMkLst>
        <pc:spChg chg="mod">
          <ac:chgData name="Temirlan Zhaxalykov" userId="S::t.zhaxalykov@kbtu.kz::037320a9-8ef1-4acb-bb74-1ab60141db9d" providerId="AD" clId="Web-{1255F8B2-546F-81B8-24EF-A6BAC2E313E4}" dt="2026-03-01T12:42:45.796" v="277" actId="20577"/>
          <ac:spMkLst>
            <pc:docMk/>
            <pc:sldMk cId="1200274126" sldId="281"/>
            <ac:spMk id="2" creationId="{13CBC8D5-67A5-17FD-4306-C9AAF5F2F054}"/>
          </ac:spMkLst>
        </pc:spChg>
        <pc:spChg chg="mod">
          <ac:chgData name="Temirlan Zhaxalykov" userId="S::t.zhaxalykov@kbtu.kz::037320a9-8ef1-4acb-bb74-1ab60141db9d" providerId="AD" clId="Web-{1255F8B2-546F-81B8-24EF-A6BAC2E313E4}" dt="2026-03-01T12:46:28.268" v="279" actId="20577"/>
          <ac:spMkLst>
            <pc:docMk/>
            <pc:sldMk cId="1200274126" sldId="281"/>
            <ac:spMk id="3" creationId="{3844A7A6-835F-43D1-3DB1-EC2A9795690C}"/>
          </ac:spMkLst>
        </pc:spChg>
      </pc:sldChg>
      <pc:sldChg chg="modSp add replId">
        <pc:chgData name="Temirlan Zhaxalykov" userId="S::t.zhaxalykov@kbtu.kz::037320a9-8ef1-4acb-bb74-1ab60141db9d" providerId="AD" clId="Web-{1255F8B2-546F-81B8-24EF-A6BAC2E313E4}" dt="2026-03-01T12:47:20.815" v="290" actId="20577"/>
        <pc:sldMkLst>
          <pc:docMk/>
          <pc:sldMk cId="2832218492" sldId="282"/>
        </pc:sldMkLst>
        <pc:spChg chg="mod">
          <ac:chgData name="Temirlan Zhaxalykov" userId="S::t.zhaxalykov@kbtu.kz::037320a9-8ef1-4acb-bb74-1ab60141db9d" providerId="AD" clId="Web-{1255F8B2-546F-81B8-24EF-A6BAC2E313E4}" dt="2026-03-01T12:47:16.096" v="289" actId="20577"/>
          <ac:spMkLst>
            <pc:docMk/>
            <pc:sldMk cId="2832218492" sldId="282"/>
            <ac:spMk id="2" creationId="{90F0EF83-7294-8B95-2C0B-9CC22735849C}"/>
          </ac:spMkLst>
        </pc:spChg>
        <pc:spChg chg="mod">
          <ac:chgData name="Temirlan Zhaxalykov" userId="S::t.zhaxalykov@kbtu.kz::037320a9-8ef1-4acb-bb74-1ab60141db9d" providerId="AD" clId="Web-{1255F8B2-546F-81B8-24EF-A6BAC2E313E4}" dt="2026-03-01T12:47:20.815" v="290" actId="20577"/>
          <ac:spMkLst>
            <pc:docMk/>
            <pc:sldMk cId="2832218492" sldId="282"/>
            <ac:spMk id="3" creationId="{D54E8613-053C-202D-42C3-E4715BB78B51}"/>
          </ac:spMkLst>
        </pc:spChg>
      </pc:sldChg>
      <pc:sldChg chg="addSp modSp new mod setBg">
        <pc:chgData name="Temirlan Zhaxalykov" userId="S::t.zhaxalykov@kbtu.kz::037320a9-8ef1-4acb-bb74-1ab60141db9d" providerId="AD" clId="Web-{1255F8B2-546F-81B8-24EF-A6BAC2E313E4}" dt="2026-03-01T12:48:06.425" v="299" actId="20577"/>
        <pc:sldMkLst>
          <pc:docMk/>
          <pc:sldMk cId="3350817193" sldId="283"/>
        </pc:sldMkLst>
        <pc:spChg chg="mod">
          <ac:chgData name="Temirlan Zhaxalykov" userId="S::t.zhaxalykov@kbtu.kz::037320a9-8ef1-4acb-bb74-1ab60141db9d" providerId="AD" clId="Web-{1255F8B2-546F-81B8-24EF-A6BAC2E313E4}" dt="2026-03-01T12:47:56.191" v="295"/>
          <ac:spMkLst>
            <pc:docMk/>
            <pc:sldMk cId="3350817193" sldId="283"/>
            <ac:spMk id="2" creationId="{C2E1D32A-9160-626D-9439-59C9A342EE99}"/>
          </ac:spMkLst>
        </pc:spChg>
        <pc:spChg chg="mod">
          <ac:chgData name="Temirlan Zhaxalykov" userId="S::t.zhaxalykov@kbtu.kz::037320a9-8ef1-4acb-bb74-1ab60141db9d" providerId="AD" clId="Web-{1255F8B2-546F-81B8-24EF-A6BAC2E313E4}" dt="2026-03-01T12:48:06.425" v="299" actId="20577"/>
          <ac:spMkLst>
            <pc:docMk/>
            <pc:sldMk cId="3350817193" sldId="283"/>
            <ac:spMk id="3" creationId="{5ADBF4D5-E1E2-501B-8965-21411DF51523}"/>
          </ac:spMkLst>
        </pc:spChg>
        <pc:spChg chg="add">
          <ac:chgData name="Temirlan Zhaxalykov" userId="S::t.zhaxalykov@kbtu.kz::037320a9-8ef1-4acb-bb74-1ab60141db9d" providerId="AD" clId="Web-{1255F8B2-546F-81B8-24EF-A6BAC2E313E4}" dt="2026-03-01T12:47:56.191" v="295"/>
          <ac:spMkLst>
            <pc:docMk/>
            <pc:sldMk cId="3350817193" sldId="283"/>
            <ac:spMk id="8" creationId="{1B15ED52-F352-441B-82BF-E0EA34836D08}"/>
          </ac:spMkLst>
        </pc:spChg>
        <pc:spChg chg="add">
          <ac:chgData name="Temirlan Zhaxalykov" userId="S::t.zhaxalykov@kbtu.kz::037320a9-8ef1-4acb-bb74-1ab60141db9d" providerId="AD" clId="Web-{1255F8B2-546F-81B8-24EF-A6BAC2E313E4}" dt="2026-03-01T12:47:56.191" v="295"/>
          <ac:spMkLst>
            <pc:docMk/>
            <pc:sldMk cId="3350817193" sldId="283"/>
            <ac:spMk id="10" creationId="{3B2E3793-BFE6-45A2-9B7B-E18844431C99}"/>
          </ac:spMkLst>
        </pc:spChg>
        <pc:spChg chg="add">
          <ac:chgData name="Temirlan Zhaxalykov" userId="S::t.zhaxalykov@kbtu.kz::037320a9-8ef1-4acb-bb74-1ab60141db9d" providerId="AD" clId="Web-{1255F8B2-546F-81B8-24EF-A6BAC2E313E4}" dt="2026-03-01T12:47:56.191" v="295"/>
          <ac:spMkLst>
            <pc:docMk/>
            <pc:sldMk cId="3350817193" sldId="283"/>
            <ac:spMk id="12" creationId="{BC4C4868-CB8F-4AF9-9CDB-8108F2C19B67}"/>
          </ac:spMkLst>
        </pc:spChg>
        <pc:spChg chg="add">
          <ac:chgData name="Temirlan Zhaxalykov" userId="S::t.zhaxalykov@kbtu.kz::037320a9-8ef1-4acb-bb74-1ab60141db9d" providerId="AD" clId="Web-{1255F8B2-546F-81B8-24EF-A6BAC2E313E4}" dt="2026-03-01T12:47:56.191" v="295"/>
          <ac:spMkLst>
            <pc:docMk/>
            <pc:sldMk cId="3350817193" sldId="283"/>
            <ac:spMk id="14" creationId="{375E0459-6403-40CD-989D-56A4407CA12E}"/>
          </ac:spMkLst>
        </pc:spChg>
        <pc:spChg chg="add">
          <ac:chgData name="Temirlan Zhaxalykov" userId="S::t.zhaxalykov@kbtu.kz::037320a9-8ef1-4acb-bb74-1ab60141db9d" providerId="AD" clId="Web-{1255F8B2-546F-81B8-24EF-A6BAC2E313E4}" dt="2026-03-01T12:47:56.191" v="295"/>
          <ac:spMkLst>
            <pc:docMk/>
            <pc:sldMk cId="3350817193" sldId="283"/>
            <ac:spMk id="16" creationId="{53E5B1A8-3AC9-4BD1-9BBC-78CA94F2D1BA}"/>
          </ac:spMkLst>
        </pc:spChg>
      </pc:sldChg>
      <pc:sldChg chg="addSp delSp modSp new mod setBg">
        <pc:chgData name="Temirlan Zhaxalykov" userId="S::t.zhaxalykov@kbtu.kz::037320a9-8ef1-4acb-bb74-1ab60141db9d" providerId="AD" clId="Web-{1255F8B2-546F-81B8-24EF-A6BAC2E313E4}" dt="2026-03-01T12:50:26.363" v="327"/>
        <pc:sldMkLst>
          <pc:docMk/>
          <pc:sldMk cId="2245218207" sldId="284"/>
        </pc:sldMkLst>
        <pc:spChg chg="mod">
          <ac:chgData name="Temirlan Zhaxalykov" userId="S::t.zhaxalykov@kbtu.kz::037320a9-8ef1-4acb-bb74-1ab60141db9d" providerId="AD" clId="Web-{1255F8B2-546F-81B8-24EF-A6BAC2E313E4}" dt="2026-03-01T12:50:26.363" v="327"/>
          <ac:spMkLst>
            <pc:docMk/>
            <pc:sldMk cId="2245218207" sldId="284"/>
            <ac:spMk id="2" creationId="{7FC558C3-56B0-B51C-6354-63BB9DF27C36}"/>
          </ac:spMkLst>
        </pc:spChg>
        <pc:spChg chg="del">
          <ac:chgData name="Temirlan Zhaxalykov" userId="S::t.zhaxalykov@kbtu.kz::037320a9-8ef1-4acb-bb74-1ab60141db9d" providerId="AD" clId="Web-{1255F8B2-546F-81B8-24EF-A6BAC2E313E4}" dt="2026-03-01T12:49:55.488" v="302"/>
          <ac:spMkLst>
            <pc:docMk/>
            <pc:sldMk cId="2245218207" sldId="284"/>
            <ac:spMk id="3" creationId="{809B2DE4-07AA-6DF3-3164-C5000AB156F8}"/>
          </ac:spMkLst>
        </pc:spChg>
        <pc:spChg chg="add">
          <ac:chgData name="Temirlan Zhaxalykov" userId="S::t.zhaxalykov@kbtu.kz::037320a9-8ef1-4acb-bb74-1ab60141db9d" providerId="AD" clId="Web-{1255F8B2-546F-81B8-24EF-A6BAC2E313E4}" dt="2026-03-01T12:49:59.004" v="303"/>
          <ac:spMkLst>
            <pc:docMk/>
            <pc:sldMk cId="2245218207" sldId="284"/>
            <ac:spMk id="10" creationId="{BACC6370-2D7E-4714-9D71-7542949D7D5D}"/>
          </ac:spMkLst>
        </pc:spChg>
        <pc:spChg chg="add">
          <ac:chgData name="Temirlan Zhaxalykov" userId="S::t.zhaxalykov@kbtu.kz::037320a9-8ef1-4acb-bb74-1ab60141db9d" providerId="AD" clId="Web-{1255F8B2-546F-81B8-24EF-A6BAC2E313E4}" dt="2026-03-01T12:49:59.004" v="303"/>
          <ac:spMkLst>
            <pc:docMk/>
            <pc:sldMk cId="2245218207" sldId="284"/>
            <ac:spMk id="12" creationId="{F68B3F68-107C-434F-AA38-110D5EA91B85}"/>
          </ac:spMkLst>
        </pc:spChg>
        <pc:spChg chg="add">
          <ac:chgData name="Temirlan Zhaxalykov" userId="S::t.zhaxalykov@kbtu.kz::037320a9-8ef1-4acb-bb74-1ab60141db9d" providerId="AD" clId="Web-{1255F8B2-546F-81B8-24EF-A6BAC2E313E4}" dt="2026-03-01T12:49:59.004" v="303"/>
          <ac:spMkLst>
            <pc:docMk/>
            <pc:sldMk cId="2245218207" sldId="284"/>
            <ac:spMk id="14" creationId="{AAD0DBB9-1A4B-4391-81D4-CB19F9AB918A}"/>
          </ac:spMkLst>
        </pc:spChg>
        <pc:spChg chg="add">
          <ac:chgData name="Temirlan Zhaxalykov" userId="S::t.zhaxalykov@kbtu.kz::037320a9-8ef1-4acb-bb74-1ab60141db9d" providerId="AD" clId="Web-{1255F8B2-546F-81B8-24EF-A6BAC2E313E4}" dt="2026-03-01T12:49:59.004" v="303"/>
          <ac:spMkLst>
            <pc:docMk/>
            <pc:sldMk cId="2245218207" sldId="284"/>
            <ac:spMk id="16" creationId="{063BBA22-50EA-4C4D-BE05-F1CE4E63AA56}"/>
          </ac:spMkLst>
        </pc:spChg>
        <pc:graphicFrameChg chg="add mod ord modGraphic">
          <ac:chgData name="Temirlan Zhaxalykov" userId="S::t.zhaxalykov@kbtu.kz::037320a9-8ef1-4acb-bb74-1ab60141db9d" providerId="AD" clId="Web-{1255F8B2-546F-81B8-24EF-A6BAC2E313E4}" dt="2026-03-01T12:50:17.020" v="326"/>
          <ac:graphicFrameMkLst>
            <pc:docMk/>
            <pc:sldMk cId="2245218207" sldId="284"/>
            <ac:graphicFrameMk id="5" creationId="{EE9BD9D6-0190-B506-FB84-1569378B080B}"/>
          </ac:graphicFrameMkLst>
        </pc:graphicFrameChg>
      </pc:sldChg>
      <pc:sldChg chg="addSp modSp new mod setBg">
        <pc:chgData name="Temirlan Zhaxalykov" userId="S::t.zhaxalykov@kbtu.kz::037320a9-8ef1-4acb-bb74-1ab60141db9d" providerId="AD" clId="Web-{1255F8B2-546F-81B8-24EF-A6BAC2E313E4}" dt="2026-03-01T12:51:19.364" v="335"/>
        <pc:sldMkLst>
          <pc:docMk/>
          <pc:sldMk cId="989886099" sldId="285"/>
        </pc:sldMkLst>
        <pc:spChg chg="mod">
          <ac:chgData name="Temirlan Zhaxalykov" userId="S::t.zhaxalykov@kbtu.kz::037320a9-8ef1-4acb-bb74-1ab60141db9d" providerId="AD" clId="Web-{1255F8B2-546F-81B8-24EF-A6BAC2E313E4}" dt="2026-03-01T12:51:14.098" v="334"/>
          <ac:spMkLst>
            <pc:docMk/>
            <pc:sldMk cId="989886099" sldId="285"/>
            <ac:spMk id="2" creationId="{9536AF9B-100E-8521-DEED-8929E68962F8}"/>
          </ac:spMkLst>
        </pc:spChg>
        <pc:spChg chg="mod">
          <ac:chgData name="Temirlan Zhaxalykov" userId="S::t.zhaxalykov@kbtu.kz::037320a9-8ef1-4acb-bb74-1ab60141db9d" providerId="AD" clId="Web-{1255F8B2-546F-81B8-24EF-A6BAC2E313E4}" dt="2026-03-01T12:51:19.364" v="335"/>
          <ac:spMkLst>
            <pc:docMk/>
            <pc:sldMk cId="989886099" sldId="285"/>
            <ac:spMk id="3" creationId="{00C97001-1733-EC0E-A254-4C980E1DBCA0}"/>
          </ac:spMkLst>
        </pc:spChg>
        <pc:spChg chg="add">
          <ac:chgData name="Temirlan Zhaxalykov" userId="S::t.zhaxalykov@kbtu.kz::037320a9-8ef1-4acb-bb74-1ab60141db9d" providerId="AD" clId="Web-{1255F8B2-546F-81B8-24EF-A6BAC2E313E4}" dt="2026-03-01T12:51:14.098" v="334"/>
          <ac:spMkLst>
            <pc:docMk/>
            <pc:sldMk cId="989886099" sldId="285"/>
            <ac:spMk id="8" creationId="{1B15ED52-F352-441B-82BF-E0EA34836D08}"/>
          </ac:spMkLst>
        </pc:spChg>
        <pc:spChg chg="add">
          <ac:chgData name="Temirlan Zhaxalykov" userId="S::t.zhaxalykov@kbtu.kz::037320a9-8ef1-4acb-bb74-1ab60141db9d" providerId="AD" clId="Web-{1255F8B2-546F-81B8-24EF-A6BAC2E313E4}" dt="2026-03-01T12:51:14.098" v="334"/>
          <ac:spMkLst>
            <pc:docMk/>
            <pc:sldMk cId="989886099" sldId="285"/>
            <ac:spMk id="10" creationId="{3B2E3793-BFE6-45A2-9B7B-E18844431C99}"/>
          </ac:spMkLst>
        </pc:spChg>
        <pc:spChg chg="add">
          <ac:chgData name="Temirlan Zhaxalykov" userId="S::t.zhaxalykov@kbtu.kz::037320a9-8ef1-4acb-bb74-1ab60141db9d" providerId="AD" clId="Web-{1255F8B2-546F-81B8-24EF-A6BAC2E313E4}" dt="2026-03-01T12:51:14.098" v="334"/>
          <ac:spMkLst>
            <pc:docMk/>
            <pc:sldMk cId="989886099" sldId="285"/>
            <ac:spMk id="12" creationId="{BC4C4868-CB8F-4AF9-9CDB-8108F2C19B67}"/>
          </ac:spMkLst>
        </pc:spChg>
        <pc:spChg chg="add">
          <ac:chgData name="Temirlan Zhaxalykov" userId="S::t.zhaxalykov@kbtu.kz::037320a9-8ef1-4acb-bb74-1ab60141db9d" providerId="AD" clId="Web-{1255F8B2-546F-81B8-24EF-A6BAC2E313E4}" dt="2026-03-01T12:51:14.098" v="334"/>
          <ac:spMkLst>
            <pc:docMk/>
            <pc:sldMk cId="989886099" sldId="285"/>
            <ac:spMk id="14" creationId="{375E0459-6403-40CD-989D-56A4407CA12E}"/>
          </ac:spMkLst>
        </pc:spChg>
        <pc:spChg chg="add">
          <ac:chgData name="Temirlan Zhaxalykov" userId="S::t.zhaxalykov@kbtu.kz::037320a9-8ef1-4acb-bb74-1ab60141db9d" providerId="AD" clId="Web-{1255F8B2-546F-81B8-24EF-A6BAC2E313E4}" dt="2026-03-01T12:51:14.098" v="334"/>
          <ac:spMkLst>
            <pc:docMk/>
            <pc:sldMk cId="989886099" sldId="285"/>
            <ac:spMk id="16" creationId="{53E5B1A8-3AC9-4BD1-9BBC-78CA94F2D1BA}"/>
          </ac:spMkLst>
        </pc:spChg>
      </pc:sldChg>
      <pc:sldChg chg="new del">
        <pc:chgData name="Temirlan Zhaxalykov" userId="S::t.zhaxalykov@kbtu.kz::037320a9-8ef1-4acb-bb74-1ab60141db9d" providerId="AD" clId="Web-{1255F8B2-546F-81B8-24EF-A6BAC2E313E4}" dt="2026-03-01T12:51:37.426" v="338"/>
        <pc:sldMkLst>
          <pc:docMk/>
          <pc:sldMk cId="2002872409" sldId="286"/>
        </pc:sldMkLst>
      </pc:sldChg>
      <pc:sldChg chg="modSp add replId">
        <pc:chgData name="Temirlan Zhaxalykov" userId="S::t.zhaxalykov@kbtu.kz::037320a9-8ef1-4acb-bb74-1ab60141db9d" providerId="AD" clId="Web-{1255F8B2-546F-81B8-24EF-A6BAC2E313E4}" dt="2026-03-01T12:52:25.833" v="351" actId="20577"/>
        <pc:sldMkLst>
          <pc:docMk/>
          <pc:sldMk cId="3668930666" sldId="287"/>
        </pc:sldMkLst>
        <pc:spChg chg="mod">
          <ac:chgData name="Temirlan Zhaxalykov" userId="S::t.zhaxalykov@kbtu.kz::037320a9-8ef1-4acb-bb74-1ab60141db9d" providerId="AD" clId="Web-{1255F8B2-546F-81B8-24EF-A6BAC2E313E4}" dt="2026-03-01T12:52:22.802" v="350" actId="20577"/>
          <ac:spMkLst>
            <pc:docMk/>
            <pc:sldMk cId="3668930666" sldId="287"/>
            <ac:spMk id="2" creationId="{DFAE1A75-AB09-D4F5-76BB-A4A67B78632B}"/>
          </ac:spMkLst>
        </pc:spChg>
        <pc:spChg chg="mod">
          <ac:chgData name="Temirlan Zhaxalykov" userId="S::t.zhaxalykov@kbtu.kz::037320a9-8ef1-4acb-bb74-1ab60141db9d" providerId="AD" clId="Web-{1255F8B2-546F-81B8-24EF-A6BAC2E313E4}" dt="2026-03-01T12:52:25.833" v="351" actId="20577"/>
          <ac:spMkLst>
            <pc:docMk/>
            <pc:sldMk cId="3668930666" sldId="287"/>
            <ac:spMk id="3" creationId="{A403C35A-B92D-4953-7D35-5EE222739C14}"/>
          </ac:spMkLst>
        </pc:spChg>
      </pc:sldChg>
      <pc:sldChg chg="addSp modSp new mod setBg">
        <pc:chgData name="Temirlan Zhaxalykov" userId="S::t.zhaxalykov@kbtu.kz::037320a9-8ef1-4acb-bb74-1ab60141db9d" providerId="AD" clId="Web-{1255F8B2-546F-81B8-24EF-A6BAC2E313E4}" dt="2026-03-01T12:52:51.786" v="360"/>
        <pc:sldMkLst>
          <pc:docMk/>
          <pc:sldMk cId="3024815540" sldId="288"/>
        </pc:sldMkLst>
        <pc:spChg chg="mod">
          <ac:chgData name="Temirlan Zhaxalykov" userId="S::t.zhaxalykov@kbtu.kz::037320a9-8ef1-4acb-bb74-1ab60141db9d" providerId="AD" clId="Web-{1255F8B2-546F-81B8-24EF-A6BAC2E313E4}" dt="2026-03-01T12:52:51.786" v="359"/>
          <ac:spMkLst>
            <pc:docMk/>
            <pc:sldMk cId="3024815540" sldId="288"/>
            <ac:spMk id="2" creationId="{3D7B0A0A-2BCE-91F6-A883-9EF49816F1AE}"/>
          </ac:spMkLst>
        </pc:spChg>
        <pc:spChg chg="mod">
          <ac:chgData name="Temirlan Zhaxalykov" userId="S::t.zhaxalykov@kbtu.kz::037320a9-8ef1-4acb-bb74-1ab60141db9d" providerId="AD" clId="Web-{1255F8B2-546F-81B8-24EF-A6BAC2E313E4}" dt="2026-03-01T12:52:51.786" v="360"/>
          <ac:spMkLst>
            <pc:docMk/>
            <pc:sldMk cId="3024815540" sldId="288"/>
            <ac:spMk id="3" creationId="{2DC4BEEE-43DB-AD8F-E1CF-5116961A9A05}"/>
          </ac:spMkLst>
        </pc:spChg>
        <pc:spChg chg="add">
          <ac:chgData name="Temirlan Zhaxalykov" userId="S::t.zhaxalykov@kbtu.kz::037320a9-8ef1-4acb-bb74-1ab60141db9d" providerId="AD" clId="Web-{1255F8B2-546F-81B8-24EF-A6BAC2E313E4}" dt="2026-03-01T12:52:41.880" v="355"/>
          <ac:spMkLst>
            <pc:docMk/>
            <pc:sldMk cId="3024815540" sldId="288"/>
            <ac:spMk id="8" creationId="{1B15ED52-F352-441B-82BF-E0EA34836D08}"/>
          </ac:spMkLst>
        </pc:spChg>
        <pc:spChg chg="add">
          <ac:chgData name="Temirlan Zhaxalykov" userId="S::t.zhaxalykov@kbtu.kz::037320a9-8ef1-4acb-bb74-1ab60141db9d" providerId="AD" clId="Web-{1255F8B2-546F-81B8-24EF-A6BAC2E313E4}" dt="2026-03-01T12:52:41.880" v="355"/>
          <ac:spMkLst>
            <pc:docMk/>
            <pc:sldMk cId="3024815540" sldId="288"/>
            <ac:spMk id="10" creationId="{3B2E3793-BFE6-45A2-9B7B-E18844431C99}"/>
          </ac:spMkLst>
        </pc:spChg>
        <pc:spChg chg="add">
          <ac:chgData name="Temirlan Zhaxalykov" userId="S::t.zhaxalykov@kbtu.kz::037320a9-8ef1-4acb-bb74-1ab60141db9d" providerId="AD" clId="Web-{1255F8B2-546F-81B8-24EF-A6BAC2E313E4}" dt="2026-03-01T12:52:41.880" v="355"/>
          <ac:spMkLst>
            <pc:docMk/>
            <pc:sldMk cId="3024815540" sldId="288"/>
            <ac:spMk id="12" creationId="{BC4C4868-CB8F-4AF9-9CDB-8108F2C19B67}"/>
          </ac:spMkLst>
        </pc:spChg>
        <pc:spChg chg="add">
          <ac:chgData name="Temirlan Zhaxalykov" userId="S::t.zhaxalykov@kbtu.kz::037320a9-8ef1-4acb-bb74-1ab60141db9d" providerId="AD" clId="Web-{1255F8B2-546F-81B8-24EF-A6BAC2E313E4}" dt="2026-03-01T12:52:41.880" v="355"/>
          <ac:spMkLst>
            <pc:docMk/>
            <pc:sldMk cId="3024815540" sldId="288"/>
            <ac:spMk id="14" creationId="{375E0459-6403-40CD-989D-56A4407CA12E}"/>
          </ac:spMkLst>
        </pc:spChg>
        <pc:spChg chg="add">
          <ac:chgData name="Temirlan Zhaxalykov" userId="S::t.zhaxalykov@kbtu.kz::037320a9-8ef1-4acb-bb74-1ab60141db9d" providerId="AD" clId="Web-{1255F8B2-546F-81B8-24EF-A6BAC2E313E4}" dt="2026-03-01T12:52:41.880" v="355"/>
          <ac:spMkLst>
            <pc:docMk/>
            <pc:sldMk cId="3024815540" sldId="288"/>
            <ac:spMk id="16" creationId="{53E5B1A8-3AC9-4BD1-9BBC-78CA94F2D1BA}"/>
          </ac:spMkLst>
        </pc:spChg>
      </pc:sldChg>
      <pc:sldChg chg="addSp modSp new mod setBg">
        <pc:chgData name="Temirlan Zhaxalykov" userId="S::t.zhaxalykov@kbtu.kz::037320a9-8ef1-4acb-bb74-1ab60141db9d" providerId="AD" clId="Web-{1255F8B2-546F-81B8-24EF-A6BAC2E313E4}" dt="2026-03-01T12:54:47.396" v="370"/>
        <pc:sldMkLst>
          <pc:docMk/>
          <pc:sldMk cId="2773045704" sldId="289"/>
        </pc:sldMkLst>
        <pc:spChg chg="mod">
          <ac:chgData name="Temirlan Zhaxalykov" userId="S::t.zhaxalykov@kbtu.kz::037320a9-8ef1-4acb-bb74-1ab60141db9d" providerId="AD" clId="Web-{1255F8B2-546F-81B8-24EF-A6BAC2E313E4}" dt="2026-03-01T12:54:47.380" v="369"/>
          <ac:spMkLst>
            <pc:docMk/>
            <pc:sldMk cId="2773045704" sldId="289"/>
            <ac:spMk id="2" creationId="{1F95F489-8B2F-EDA4-208C-5D1EE301BEA6}"/>
          </ac:spMkLst>
        </pc:spChg>
        <pc:spChg chg="mod">
          <ac:chgData name="Temirlan Zhaxalykov" userId="S::t.zhaxalykov@kbtu.kz::037320a9-8ef1-4acb-bb74-1ab60141db9d" providerId="AD" clId="Web-{1255F8B2-546F-81B8-24EF-A6BAC2E313E4}" dt="2026-03-01T12:54:47.396" v="370"/>
          <ac:spMkLst>
            <pc:docMk/>
            <pc:sldMk cId="2773045704" sldId="289"/>
            <ac:spMk id="3" creationId="{06637137-64F1-C165-0FF2-D7886B5D5D89}"/>
          </ac:spMkLst>
        </pc:spChg>
        <pc:spChg chg="add">
          <ac:chgData name="Temirlan Zhaxalykov" userId="S::t.zhaxalykov@kbtu.kz::037320a9-8ef1-4acb-bb74-1ab60141db9d" providerId="AD" clId="Web-{1255F8B2-546F-81B8-24EF-A6BAC2E313E4}" dt="2026-03-01T12:54:39.911" v="365"/>
          <ac:spMkLst>
            <pc:docMk/>
            <pc:sldMk cId="2773045704" sldId="289"/>
            <ac:spMk id="8" creationId="{1B15ED52-F352-441B-82BF-E0EA34836D08}"/>
          </ac:spMkLst>
        </pc:spChg>
        <pc:spChg chg="add">
          <ac:chgData name="Temirlan Zhaxalykov" userId="S::t.zhaxalykov@kbtu.kz::037320a9-8ef1-4acb-bb74-1ab60141db9d" providerId="AD" clId="Web-{1255F8B2-546F-81B8-24EF-A6BAC2E313E4}" dt="2026-03-01T12:54:39.911" v="365"/>
          <ac:spMkLst>
            <pc:docMk/>
            <pc:sldMk cId="2773045704" sldId="289"/>
            <ac:spMk id="10" creationId="{3B2E3793-BFE6-45A2-9B7B-E18844431C99}"/>
          </ac:spMkLst>
        </pc:spChg>
        <pc:spChg chg="add">
          <ac:chgData name="Temirlan Zhaxalykov" userId="S::t.zhaxalykov@kbtu.kz::037320a9-8ef1-4acb-bb74-1ab60141db9d" providerId="AD" clId="Web-{1255F8B2-546F-81B8-24EF-A6BAC2E313E4}" dt="2026-03-01T12:54:39.911" v="365"/>
          <ac:spMkLst>
            <pc:docMk/>
            <pc:sldMk cId="2773045704" sldId="289"/>
            <ac:spMk id="12" creationId="{BC4C4868-CB8F-4AF9-9CDB-8108F2C19B67}"/>
          </ac:spMkLst>
        </pc:spChg>
        <pc:spChg chg="add">
          <ac:chgData name="Temirlan Zhaxalykov" userId="S::t.zhaxalykov@kbtu.kz::037320a9-8ef1-4acb-bb74-1ab60141db9d" providerId="AD" clId="Web-{1255F8B2-546F-81B8-24EF-A6BAC2E313E4}" dt="2026-03-01T12:54:39.911" v="365"/>
          <ac:spMkLst>
            <pc:docMk/>
            <pc:sldMk cId="2773045704" sldId="289"/>
            <ac:spMk id="14" creationId="{375E0459-6403-40CD-989D-56A4407CA12E}"/>
          </ac:spMkLst>
        </pc:spChg>
        <pc:spChg chg="add">
          <ac:chgData name="Temirlan Zhaxalykov" userId="S::t.zhaxalykov@kbtu.kz::037320a9-8ef1-4acb-bb74-1ab60141db9d" providerId="AD" clId="Web-{1255F8B2-546F-81B8-24EF-A6BAC2E313E4}" dt="2026-03-01T12:54:39.911" v="365"/>
          <ac:spMkLst>
            <pc:docMk/>
            <pc:sldMk cId="2773045704" sldId="289"/>
            <ac:spMk id="16" creationId="{53E5B1A8-3AC9-4BD1-9BBC-78CA94F2D1BA}"/>
          </ac:spMkLst>
        </pc:spChg>
      </pc:sldChg>
      <pc:sldChg chg="addSp delSp modSp new">
        <pc:chgData name="Temirlan Zhaxalykov" userId="S::t.zhaxalykov@kbtu.kz::037320a9-8ef1-4acb-bb74-1ab60141db9d" providerId="AD" clId="Web-{1255F8B2-546F-81B8-24EF-A6BAC2E313E4}" dt="2026-03-01T12:55:10.052" v="376" actId="14100"/>
        <pc:sldMkLst>
          <pc:docMk/>
          <pc:sldMk cId="3836953960" sldId="290"/>
        </pc:sldMkLst>
        <pc:spChg chg="del">
          <ac:chgData name="Temirlan Zhaxalykov" userId="S::t.zhaxalykov@kbtu.kz::037320a9-8ef1-4acb-bb74-1ab60141db9d" providerId="AD" clId="Web-{1255F8B2-546F-81B8-24EF-A6BAC2E313E4}" dt="2026-03-01T12:54:54.724" v="373"/>
          <ac:spMkLst>
            <pc:docMk/>
            <pc:sldMk cId="3836953960" sldId="290"/>
            <ac:spMk id="2" creationId="{E9CFCD34-C1ED-1A8A-B857-46F3DD65B3A9}"/>
          </ac:spMkLst>
        </pc:spChg>
        <pc:spChg chg="del">
          <ac:chgData name="Temirlan Zhaxalykov" userId="S::t.zhaxalykov@kbtu.kz::037320a9-8ef1-4acb-bb74-1ab60141db9d" providerId="AD" clId="Web-{1255F8B2-546F-81B8-24EF-A6BAC2E313E4}" dt="2026-03-01T12:54:52.349" v="372"/>
          <ac:spMkLst>
            <pc:docMk/>
            <pc:sldMk cId="3836953960" sldId="290"/>
            <ac:spMk id="3" creationId="{80D2848F-0FFD-D57B-AE34-DDC2102719A7}"/>
          </ac:spMkLst>
        </pc:spChg>
        <pc:picChg chg="add mod ord">
          <ac:chgData name="Temirlan Zhaxalykov" userId="S::t.zhaxalykov@kbtu.kz::037320a9-8ef1-4acb-bb74-1ab60141db9d" providerId="AD" clId="Web-{1255F8B2-546F-81B8-24EF-A6BAC2E313E4}" dt="2026-03-01T12:55:10.052" v="376" actId="14100"/>
          <ac:picMkLst>
            <pc:docMk/>
            <pc:sldMk cId="3836953960" sldId="290"/>
            <ac:picMk id="4" creationId="{E7C3E86D-5581-5662-EF50-7ED66D575315}"/>
          </ac:picMkLst>
        </pc:picChg>
      </pc:sldChg>
      <pc:sldChg chg="addSp modSp new mod setBg">
        <pc:chgData name="Temirlan Zhaxalykov" userId="S::t.zhaxalykov@kbtu.kz::037320a9-8ef1-4acb-bb74-1ab60141db9d" providerId="AD" clId="Web-{1255F8B2-546F-81B8-24EF-A6BAC2E313E4}" dt="2026-03-01T12:55:46.458" v="383"/>
        <pc:sldMkLst>
          <pc:docMk/>
          <pc:sldMk cId="3165028559" sldId="291"/>
        </pc:sldMkLst>
        <pc:spChg chg="mod">
          <ac:chgData name="Temirlan Zhaxalykov" userId="S::t.zhaxalykov@kbtu.kz::037320a9-8ef1-4acb-bb74-1ab60141db9d" providerId="AD" clId="Web-{1255F8B2-546F-81B8-24EF-A6BAC2E313E4}" dt="2026-03-01T12:55:35.662" v="381"/>
          <ac:spMkLst>
            <pc:docMk/>
            <pc:sldMk cId="3165028559" sldId="291"/>
            <ac:spMk id="2" creationId="{E68FC4E7-C3AF-4C7D-9758-B2CB18675562}"/>
          </ac:spMkLst>
        </pc:spChg>
        <pc:spChg chg="mod">
          <ac:chgData name="Temirlan Zhaxalykov" userId="S::t.zhaxalykov@kbtu.kz::037320a9-8ef1-4acb-bb74-1ab60141db9d" providerId="AD" clId="Web-{1255F8B2-546F-81B8-24EF-A6BAC2E313E4}" dt="2026-03-01T12:55:46.458" v="383"/>
          <ac:spMkLst>
            <pc:docMk/>
            <pc:sldMk cId="3165028559" sldId="291"/>
            <ac:spMk id="3" creationId="{1642051B-EFF0-B462-5DFC-2482A3D674DE}"/>
          </ac:spMkLst>
        </pc:spChg>
        <pc:spChg chg="add">
          <ac:chgData name="Temirlan Zhaxalykov" userId="S::t.zhaxalykov@kbtu.kz::037320a9-8ef1-4acb-bb74-1ab60141db9d" providerId="AD" clId="Web-{1255F8B2-546F-81B8-24EF-A6BAC2E313E4}" dt="2026-03-01T12:55:35.662" v="381"/>
          <ac:spMkLst>
            <pc:docMk/>
            <pc:sldMk cId="3165028559" sldId="291"/>
            <ac:spMk id="8" creationId="{1B15ED52-F352-441B-82BF-E0EA34836D08}"/>
          </ac:spMkLst>
        </pc:spChg>
        <pc:spChg chg="add">
          <ac:chgData name="Temirlan Zhaxalykov" userId="S::t.zhaxalykov@kbtu.kz::037320a9-8ef1-4acb-bb74-1ab60141db9d" providerId="AD" clId="Web-{1255F8B2-546F-81B8-24EF-A6BAC2E313E4}" dt="2026-03-01T12:55:35.662" v="381"/>
          <ac:spMkLst>
            <pc:docMk/>
            <pc:sldMk cId="3165028559" sldId="291"/>
            <ac:spMk id="10" creationId="{3B2E3793-BFE6-45A2-9B7B-E18844431C99}"/>
          </ac:spMkLst>
        </pc:spChg>
        <pc:spChg chg="add">
          <ac:chgData name="Temirlan Zhaxalykov" userId="S::t.zhaxalykov@kbtu.kz::037320a9-8ef1-4acb-bb74-1ab60141db9d" providerId="AD" clId="Web-{1255F8B2-546F-81B8-24EF-A6BAC2E313E4}" dt="2026-03-01T12:55:35.662" v="381"/>
          <ac:spMkLst>
            <pc:docMk/>
            <pc:sldMk cId="3165028559" sldId="291"/>
            <ac:spMk id="12" creationId="{BC4C4868-CB8F-4AF9-9CDB-8108F2C19B67}"/>
          </ac:spMkLst>
        </pc:spChg>
        <pc:spChg chg="add">
          <ac:chgData name="Temirlan Zhaxalykov" userId="S::t.zhaxalykov@kbtu.kz::037320a9-8ef1-4acb-bb74-1ab60141db9d" providerId="AD" clId="Web-{1255F8B2-546F-81B8-24EF-A6BAC2E313E4}" dt="2026-03-01T12:55:35.662" v="381"/>
          <ac:spMkLst>
            <pc:docMk/>
            <pc:sldMk cId="3165028559" sldId="291"/>
            <ac:spMk id="14" creationId="{375E0459-6403-40CD-989D-56A4407CA12E}"/>
          </ac:spMkLst>
        </pc:spChg>
        <pc:spChg chg="add">
          <ac:chgData name="Temirlan Zhaxalykov" userId="S::t.zhaxalykov@kbtu.kz::037320a9-8ef1-4acb-bb74-1ab60141db9d" providerId="AD" clId="Web-{1255F8B2-546F-81B8-24EF-A6BAC2E313E4}" dt="2026-03-01T12:55:35.662" v="381"/>
          <ac:spMkLst>
            <pc:docMk/>
            <pc:sldMk cId="3165028559" sldId="291"/>
            <ac:spMk id="16" creationId="{53E5B1A8-3AC9-4BD1-9BBC-78CA94F2D1BA}"/>
          </ac:spMkLst>
        </pc:spChg>
      </pc:sldChg>
      <pc:sldChg chg="addSp modSp new mod setBg">
        <pc:chgData name="Temirlan Zhaxalykov" userId="S::t.zhaxalykov@kbtu.kz::037320a9-8ef1-4acb-bb74-1ab60141db9d" providerId="AD" clId="Web-{1255F8B2-546F-81B8-24EF-A6BAC2E313E4}" dt="2026-03-01T12:56:38.896" v="392"/>
        <pc:sldMkLst>
          <pc:docMk/>
          <pc:sldMk cId="4144797040" sldId="292"/>
        </pc:sldMkLst>
        <pc:spChg chg="mod">
          <ac:chgData name="Temirlan Zhaxalykov" userId="S::t.zhaxalykov@kbtu.kz::037320a9-8ef1-4acb-bb74-1ab60141db9d" providerId="AD" clId="Web-{1255F8B2-546F-81B8-24EF-A6BAC2E313E4}" dt="2026-03-01T12:56:38.880" v="391"/>
          <ac:spMkLst>
            <pc:docMk/>
            <pc:sldMk cId="4144797040" sldId="292"/>
            <ac:spMk id="2" creationId="{DF2BC9B9-4ABC-0DFD-D0F7-AA2215695A60}"/>
          </ac:spMkLst>
        </pc:spChg>
        <pc:spChg chg="mod">
          <ac:chgData name="Temirlan Zhaxalykov" userId="S::t.zhaxalykov@kbtu.kz::037320a9-8ef1-4acb-bb74-1ab60141db9d" providerId="AD" clId="Web-{1255F8B2-546F-81B8-24EF-A6BAC2E313E4}" dt="2026-03-01T12:56:38.896" v="392"/>
          <ac:spMkLst>
            <pc:docMk/>
            <pc:sldMk cId="4144797040" sldId="292"/>
            <ac:spMk id="3" creationId="{031B00D2-0D6B-092C-005C-668E93722AB1}"/>
          </ac:spMkLst>
        </pc:spChg>
        <pc:spChg chg="add">
          <ac:chgData name="Temirlan Zhaxalykov" userId="S::t.zhaxalykov@kbtu.kz::037320a9-8ef1-4acb-bb74-1ab60141db9d" providerId="AD" clId="Web-{1255F8B2-546F-81B8-24EF-A6BAC2E313E4}" dt="2026-03-01T12:56:32.959" v="388"/>
          <ac:spMkLst>
            <pc:docMk/>
            <pc:sldMk cId="4144797040" sldId="292"/>
            <ac:spMk id="8" creationId="{1B15ED52-F352-441B-82BF-E0EA34836D08}"/>
          </ac:spMkLst>
        </pc:spChg>
        <pc:spChg chg="add">
          <ac:chgData name="Temirlan Zhaxalykov" userId="S::t.zhaxalykov@kbtu.kz::037320a9-8ef1-4acb-bb74-1ab60141db9d" providerId="AD" clId="Web-{1255F8B2-546F-81B8-24EF-A6BAC2E313E4}" dt="2026-03-01T12:56:32.959" v="388"/>
          <ac:spMkLst>
            <pc:docMk/>
            <pc:sldMk cId="4144797040" sldId="292"/>
            <ac:spMk id="10" creationId="{3B2E3793-BFE6-45A2-9B7B-E18844431C99}"/>
          </ac:spMkLst>
        </pc:spChg>
        <pc:spChg chg="add">
          <ac:chgData name="Temirlan Zhaxalykov" userId="S::t.zhaxalykov@kbtu.kz::037320a9-8ef1-4acb-bb74-1ab60141db9d" providerId="AD" clId="Web-{1255F8B2-546F-81B8-24EF-A6BAC2E313E4}" dt="2026-03-01T12:56:32.959" v="388"/>
          <ac:spMkLst>
            <pc:docMk/>
            <pc:sldMk cId="4144797040" sldId="292"/>
            <ac:spMk id="12" creationId="{BC4C4868-CB8F-4AF9-9CDB-8108F2C19B67}"/>
          </ac:spMkLst>
        </pc:spChg>
        <pc:spChg chg="add">
          <ac:chgData name="Temirlan Zhaxalykov" userId="S::t.zhaxalykov@kbtu.kz::037320a9-8ef1-4acb-bb74-1ab60141db9d" providerId="AD" clId="Web-{1255F8B2-546F-81B8-24EF-A6BAC2E313E4}" dt="2026-03-01T12:56:32.959" v="388"/>
          <ac:spMkLst>
            <pc:docMk/>
            <pc:sldMk cId="4144797040" sldId="292"/>
            <ac:spMk id="14" creationId="{375E0459-6403-40CD-989D-56A4407CA12E}"/>
          </ac:spMkLst>
        </pc:spChg>
        <pc:spChg chg="add">
          <ac:chgData name="Temirlan Zhaxalykov" userId="S::t.zhaxalykov@kbtu.kz::037320a9-8ef1-4acb-bb74-1ab60141db9d" providerId="AD" clId="Web-{1255F8B2-546F-81B8-24EF-A6BAC2E313E4}" dt="2026-03-01T12:56:32.959" v="388"/>
          <ac:spMkLst>
            <pc:docMk/>
            <pc:sldMk cId="4144797040" sldId="292"/>
            <ac:spMk id="16" creationId="{53E5B1A8-3AC9-4BD1-9BBC-78CA94F2D1BA}"/>
          </ac:spMkLst>
        </pc:spChg>
      </pc:sldChg>
      <pc:sldChg chg="addSp modSp new mod setBg">
        <pc:chgData name="Temirlan Zhaxalykov" userId="S::t.zhaxalykov@kbtu.kz::037320a9-8ef1-4acb-bb74-1ab60141db9d" providerId="AD" clId="Web-{1255F8B2-546F-81B8-24EF-A6BAC2E313E4}" dt="2026-03-01T12:57:34.521" v="400" actId="20577"/>
        <pc:sldMkLst>
          <pc:docMk/>
          <pc:sldMk cId="3047307011" sldId="293"/>
        </pc:sldMkLst>
        <pc:spChg chg="mod">
          <ac:chgData name="Temirlan Zhaxalykov" userId="S::t.zhaxalykov@kbtu.kz::037320a9-8ef1-4acb-bb74-1ab60141db9d" providerId="AD" clId="Web-{1255F8B2-546F-81B8-24EF-A6BAC2E313E4}" dt="2026-03-01T12:57:27.693" v="398" actId="20577"/>
          <ac:spMkLst>
            <pc:docMk/>
            <pc:sldMk cId="3047307011" sldId="293"/>
            <ac:spMk id="2" creationId="{C6C44CC1-EAAF-300A-A757-8932E30D6732}"/>
          </ac:spMkLst>
        </pc:spChg>
        <pc:spChg chg="mod">
          <ac:chgData name="Temirlan Zhaxalykov" userId="S::t.zhaxalykov@kbtu.kz::037320a9-8ef1-4acb-bb74-1ab60141db9d" providerId="AD" clId="Web-{1255F8B2-546F-81B8-24EF-A6BAC2E313E4}" dt="2026-03-01T12:57:34.521" v="400" actId="20577"/>
          <ac:spMkLst>
            <pc:docMk/>
            <pc:sldMk cId="3047307011" sldId="293"/>
            <ac:spMk id="3" creationId="{208226F8-EB0A-0B95-7A01-401C2DB62B06}"/>
          </ac:spMkLst>
        </pc:spChg>
        <pc:spChg chg="add">
          <ac:chgData name="Temirlan Zhaxalykov" userId="S::t.zhaxalykov@kbtu.kz::037320a9-8ef1-4acb-bb74-1ab60141db9d" providerId="AD" clId="Web-{1255F8B2-546F-81B8-24EF-A6BAC2E313E4}" dt="2026-03-01T12:57:22.412" v="396"/>
          <ac:spMkLst>
            <pc:docMk/>
            <pc:sldMk cId="3047307011" sldId="293"/>
            <ac:spMk id="8" creationId="{1B15ED52-F352-441B-82BF-E0EA34836D08}"/>
          </ac:spMkLst>
        </pc:spChg>
        <pc:spChg chg="add">
          <ac:chgData name="Temirlan Zhaxalykov" userId="S::t.zhaxalykov@kbtu.kz::037320a9-8ef1-4acb-bb74-1ab60141db9d" providerId="AD" clId="Web-{1255F8B2-546F-81B8-24EF-A6BAC2E313E4}" dt="2026-03-01T12:57:22.412" v="396"/>
          <ac:spMkLst>
            <pc:docMk/>
            <pc:sldMk cId="3047307011" sldId="293"/>
            <ac:spMk id="10" creationId="{3B2E3793-BFE6-45A2-9B7B-E18844431C99}"/>
          </ac:spMkLst>
        </pc:spChg>
        <pc:spChg chg="add">
          <ac:chgData name="Temirlan Zhaxalykov" userId="S::t.zhaxalykov@kbtu.kz::037320a9-8ef1-4acb-bb74-1ab60141db9d" providerId="AD" clId="Web-{1255F8B2-546F-81B8-24EF-A6BAC2E313E4}" dt="2026-03-01T12:57:22.412" v="396"/>
          <ac:spMkLst>
            <pc:docMk/>
            <pc:sldMk cId="3047307011" sldId="293"/>
            <ac:spMk id="12" creationId="{BC4C4868-CB8F-4AF9-9CDB-8108F2C19B67}"/>
          </ac:spMkLst>
        </pc:spChg>
        <pc:spChg chg="add">
          <ac:chgData name="Temirlan Zhaxalykov" userId="S::t.zhaxalykov@kbtu.kz::037320a9-8ef1-4acb-bb74-1ab60141db9d" providerId="AD" clId="Web-{1255F8B2-546F-81B8-24EF-A6BAC2E313E4}" dt="2026-03-01T12:57:22.412" v="396"/>
          <ac:spMkLst>
            <pc:docMk/>
            <pc:sldMk cId="3047307011" sldId="293"/>
            <ac:spMk id="14" creationId="{375E0459-6403-40CD-989D-56A4407CA12E}"/>
          </ac:spMkLst>
        </pc:spChg>
        <pc:spChg chg="add">
          <ac:chgData name="Temirlan Zhaxalykov" userId="S::t.zhaxalykov@kbtu.kz::037320a9-8ef1-4acb-bb74-1ab60141db9d" providerId="AD" clId="Web-{1255F8B2-546F-81B8-24EF-A6BAC2E313E4}" dt="2026-03-01T12:57:22.412" v="396"/>
          <ac:spMkLst>
            <pc:docMk/>
            <pc:sldMk cId="3047307011" sldId="293"/>
            <ac:spMk id="16" creationId="{53E5B1A8-3AC9-4BD1-9BBC-78CA94F2D1BA}"/>
          </ac:spMkLst>
        </pc:spChg>
      </pc:sldChg>
      <pc:sldChg chg="addSp modSp new mod setBg">
        <pc:chgData name="Temirlan Zhaxalykov" userId="S::t.zhaxalykov@kbtu.kz::037320a9-8ef1-4acb-bb74-1ab60141db9d" providerId="AD" clId="Web-{1255F8B2-546F-81B8-24EF-A6BAC2E313E4}" dt="2026-03-01T12:58:40.662" v="407"/>
        <pc:sldMkLst>
          <pc:docMk/>
          <pc:sldMk cId="1419963312" sldId="294"/>
        </pc:sldMkLst>
        <pc:spChg chg="mod">
          <ac:chgData name="Temirlan Zhaxalykov" userId="S::t.zhaxalykov@kbtu.kz::037320a9-8ef1-4acb-bb74-1ab60141db9d" providerId="AD" clId="Web-{1255F8B2-546F-81B8-24EF-A6BAC2E313E4}" dt="2026-03-01T12:58:40.646" v="406"/>
          <ac:spMkLst>
            <pc:docMk/>
            <pc:sldMk cId="1419963312" sldId="294"/>
            <ac:spMk id="2" creationId="{1F8690FB-C32F-E044-9DD0-D9FE3801338C}"/>
          </ac:spMkLst>
        </pc:spChg>
        <pc:spChg chg="mod">
          <ac:chgData name="Temirlan Zhaxalykov" userId="S::t.zhaxalykov@kbtu.kz::037320a9-8ef1-4acb-bb74-1ab60141db9d" providerId="AD" clId="Web-{1255F8B2-546F-81B8-24EF-A6BAC2E313E4}" dt="2026-03-01T12:58:40.662" v="407"/>
          <ac:spMkLst>
            <pc:docMk/>
            <pc:sldMk cId="1419963312" sldId="294"/>
            <ac:spMk id="3" creationId="{24F67AAC-F949-5319-91DA-1B2E42C78DF0}"/>
          </ac:spMkLst>
        </pc:spChg>
        <pc:spChg chg="add">
          <ac:chgData name="Temirlan Zhaxalykov" userId="S::t.zhaxalykov@kbtu.kz::037320a9-8ef1-4acb-bb74-1ab60141db9d" providerId="AD" clId="Web-{1255F8B2-546F-81B8-24EF-A6BAC2E313E4}" dt="2026-03-01T12:58:37.131" v="405"/>
          <ac:spMkLst>
            <pc:docMk/>
            <pc:sldMk cId="1419963312" sldId="294"/>
            <ac:spMk id="8" creationId="{1B15ED52-F352-441B-82BF-E0EA34836D08}"/>
          </ac:spMkLst>
        </pc:spChg>
        <pc:spChg chg="add">
          <ac:chgData name="Temirlan Zhaxalykov" userId="S::t.zhaxalykov@kbtu.kz::037320a9-8ef1-4acb-bb74-1ab60141db9d" providerId="AD" clId="Web-{1255F8B2-546F-81B8-24EF-A6BAC2E313E4}" dt="2026-03-01T12:58:37.131" v="405"/>
          <ac:spMkLst>
            <pc:docMk/>
            <pc:sldMk cId="1419963312" sldId="294"/>
            <ac:spMk id="10" creationId="{3B2E3793-BFE6-45A2-9B7B-E18844431C99}"/>
          </ac:spMkLst>
        </pc:spChg>
        <pc:spChg chg="add">
          <ac:chgData name="Temirlan Zhaxalykov" userId="S::t.zhaxalykov@kbtu.kz::037320a9-8ef1-4acb-bb74-1ab60141db9d" providerId="AD" clId="Web-{1255F8B2-546F-81B8-24EF-A6BAC2E313E4}" dt="2026-03-01T12:58:37.131" v="405"/>
          <ac:spMkLst>
            <pc:docMk/>
            <pc:sldMk cId="1419963312" sldId="294"/>
            <ac:spMk id="12" creationId="{BC4C4868-CB8F-4AF9-9CDB-8108F2C19B67}"/>
          </ac:spMkLst>
        </pc:spChg>
        <pc:spChg chg="add">
          <ac:chgData name="Temirlan Zhaxalykov" userId="S::t.zhaxalykov@kbtu.kz::037320a9-8ef1-4acb-bb74-1ab60141db9d" providerId="AD" clId="Web-{1255F8B2-546F-81B8-24EF-A6BAC2E313E4}" dt="2026-03-01T12:58:37.131" v="405"/>
          <ac:spMkLst>
            <pc:docMk/>
            <pc:sldMk cId="1419963312" sldId="294"/>
            <ac:spMk id="14" creationId="{375E0459-6403-40CD-989D-56A4407CA12E}"/>
          </ac:spMkLst>
        </pc:spChg>
        <pc:spChg chg="add">
          <ac:chgData name="Temirlan Zhaxalykov" userId="S::t.zhaxalykov@kbtu.kz::037320a9-8ef1-4acb-bb74-1ab60141db9d" providerId="AD" clId="Web-{1255F8B2-546F-81B8-24EF-A6BAC2E313E4}" dt="2026-03-01T12:58:37.131" v="405"/>
          <ac:spMkLst>
            <pc:docMk/>
            <pc:sldMk cId="1419963312" sldId="294"/>
            <ac:spMk id="16" creationId="{53E5B1A8-3AC9-4BD1-9BBC-78CA94F2D1BA}"/>
          </ac:spMkLst>
        </pc:spChg>
      </pc:sldChg>
      <pc:sldChg chg="addSp modSp new mod setBg">
        <pc:chgData name="Temirlan Zhaxalykov" userId="S::t.zhaxalykov@kbtu.kz::037320a9-8ef1-4acb-bb74-1ab60141db9d" providerId="AD" clId="Web-{1255F8B2-546F-81B8-24EF-A6BAC2E313E4}" dt="2026-03-01T12:59:32.725" v="421" actId="20577"/>
        <pc:sldMkLst>
          <pc:docMk/>
          <pc:sldMk cId="3330652905" sldId="295"/>
        </pc:sldMkLst>
        <pc:spChg chg="mod">
          <ac:chgData name="Temirlan Zhaxalykov" userId="S::t.zhaxalykov@kbtu.kz::037320a9-8ef1-4acb-bb74-1ab60141db9d" providerId="AD" clId="Web-{1255F8B2-546F-81B8-24EF-A6BAC2E313E4}" dt="2026-03-01T12:59:27.037" v="415"/>
          <ac:spMkLst>
            <pc:docMk/>
            <pc:sldMk cId="3330652905" sldId="295"/>
            <ac:spMk id="2" creationId="{CEE5EAFE-DDFE-FFCC-441B-25B6199C53BF}"/>
          </ac:spMkLst>
        </pc:spChg>
        <pc:spChg chg="mod">
          <ac:chgData name="Temirlan Zhaxalykov" userId="S::t.zhaxalykov@kbtu.kz::037320a9-8ef1-4acb-bb74-1ab60141db9d" providerId="AD" clId="Web-{1255F8B2-546F-81B8-24EF-A6BAC2E313E4}" dt="2026-03-01T12:59:32.725" v="421" actId="20577"/>
          <ac:spMkLst>
            <pc:docMk/>
            <pc:sldMk cId="3330652905" sldId="295"/>
            <ac:spMk id="3" creationId="{537E898C-6E1B-D276-5A77-4AF985FC3E07}"/>
          </ac:spMkLst>
        </pc:spChg>
        <pc:spChg chg="add">
          <ac:chgData name="Temirlan Zhaxalykov" userId="S::t.zhaxalykov@kbtu.kz::037320a9-8ef1-4acb-bb74-1ab60141db9d" providerId="AD" clId="Web-{1255F8B2-546F-81B8-24EF-A6BAC2E313E4}" dt="2026-03-01T12:59:21.443" v="412"/>
          <ac:spMkLst>
            <pc:docMk/>
            <pc:sldMk cId="3330652905" sldId="295"/>
            <ac:spMk id="8" creationId="{1B15ED52-F352-441B-82BF-E0EA34836D08}"/>
          </ac:spMkLst>
        </pc:spChg>
        <pc:spChg chg="add">
          <ac:chgData name="Temirlan Zhaxalykov" userId="S::t.zhaxalykov@kbtu.kz::037320a9-8ef1-4acb-bb74-1ab60141db9d" providerId="AD" clId="Web-{1255F8B2-546F-81B8-24EF-A6BAC2E313E4}" dt="2026-03-01T12:59:21.443" v="412"/>
          <ac:spMkLst>
            <pc:docMk/>
            <pc:sldMk cId="3330652905" sldId="295"/>
            <ac:spMk id="10" creationId="{3B2E3793-BFE6-45A2-9B7B-E18844431C99}"/>
          </ac:spMkLst>
        </pc:spChg>
        <pc:spChg chg="add">
          <ac:chgData name="Temirlan Zhaxalykov" userId="S::t.zhaxalykov@kbtu.kz::037320a9-8ef1-4acb-bb74-1ab60141db9d" providerId="AD" clId="Web-{1255F8B2-546F-81B8-24EF-A6BAC2E313E4}" dt="2026-03-01T12:59:21.443" v="412"/>
          <ac:spMkLst>
            <pc:docMk/>
            <pc:sldMk cId="3330652905" sldId="295"/>
            <ac:spMk id="12" creationId="{BC4C4868-CB8F-4AF9-9CDB-8108F2C19B67}"/>
          </ac:spMkLst>
        </pc:spChg>
        <pc:spChg chg="add">
          <ac:chgData name="Temirlan Zhaxalykov" userId="S::t.zhaxalykov@kbtu.kz::037320a9-8ef1-4acb-bb74-1ab60141db9d" providerId="AD" clId="Web-{1255F8B2-546F-81B8-24EF-A6BAC2E313E4}" dt="2026-03-01T12:59:21.443" v="412"/>
          <ac:spMkLst>
            <pc:docMk/>
            <pc:sldMk cId="3330652905" sldId="295"/>
            <ac:spMk id="14" creationId="{375E0459-6403-40CD-989D-56A4407CA12E}"/>
          </ac:spMkLst>
        </pc:spChg>
        <pc:spChg chg="add">
          <ac:chgData name="Temirlan Zhaxalykov" userId="S::t.zhaxalykov@kbtu.kz::037320a9-8ef1-4acb-bb74-1ab60141db9d" providerId="AD" clId="Web-{1255F8B2-546F-81B8-24EF-A6BAC2E313E4}" dt="2026-03-01T12:59:21.443" v="412"/>
          <ac:spMkLst>
            <pc:docMk/>
            <pc:sldMk cId="3330652905" sldId="295"/>
            <ac:spMk id="16" creationId="{53E5B1A8-3AC9-4BD1-9BBC-78CA94F2D1BA}"/>
          </ac:spMkLst>
        </pc:spChg>
      </pc:sldChg>
      <pc:sldChg chg="addSp modSp new mod setBg">
        <pc:chgData name="Temirlan Zhaxalykov" userId="S::t.zhaxalykov@kbtu.kz::037320a9-8ef1-4acb-bb74-1ab60141db9d" providerId="AD" clId="Web-{1255F8B2-546F-81B8-24EF-A6BAC2E313E4}" dt="2026-03-01T13:00:10.225" v="429" actId="20577"/>
        <pc:sldMkLst>
          <pc:docMk/>
          <pc:sldMk cId="1707909881" sldId="296"/>
        </pc:sldMkLst>
        <pc:spChg chg="mod">
          <ac:chgData name="Temirlan Zhaxalykov" userId="S::t.zhaxalykov@kbtu.kz::037320a9-8ef1-4acb-bb74-1ab60141db9d" providerId="AD" clId="Web-{1255F8B2-546F-81B8-24EF-A6BAC2E313E4}" dt="2026-03-01T13:00:01.397" v="428" actId="20577"/>
          <ac:spMkLst>
            <pc:docMk/>
            <pc:sldMk cId="1707909881" sldId="296"/>
            <ac:spMk id="2" creationId="{F7E66F75-0C0A-6CE4-F50C-BCC69695372D}"/>
          </ac:spMkLst>
        </pc:spChg>
        <pc:spChg chg="mod">
          <ac:chgData name="Temirlan Zhaxalykov" userId="S::t.zhaxalykov@kbtu.kz::037320a9-8ef1-4acb-bb74-1ab60141db9d" providerId="AD" clId="Web-{1255F8B2-546F-81B8-24EF-A6BAC2E313E4}" dt="2026-03-01T13:00:10.225" v="429" actId="20577"/>
          <ac:spMkLst>
            <pc:docMk/>
            <pc:sldMk cId="1707909881" sldId="296"/>
            <ac:spMk id="3" creationId="{EACCAE21-9811-67CC-BCDA-0EDDFA61AE0E}"/>
          </ac:spMkLst>
        </pc:spChg>
        <pc:spChg chg="add">
          <ac:chgData name="Temirlan Zhaxalykov" userId="S::t.zhaxalykov@kbtu.kz::037320a9-8ef1-4acb-bb74-1ab60141db9d" providerId="AD" clId="Web-{1255F8B2-546F-81B8-24EF-A6BAC2E313E4}" dt="2026-03-01T12:59:49.694" v="426"/>
          <ac:spMkLst>
            <pc:docMk/>
            <pc:sldMk cId="1707909881" sldId="296"/>
            <ac:spMk id="8" creationId="{1B15ED52-F352-441B-82BF-E0EA34836D08}"/>
          </ac:spMkLst>
        </pc:spChg>
        <pc:spChg chg="add">
          <ac:chgData name="Temirlan Zhaxalykov" userId="S::t.zhaxalykov@kbtu.kz::037320a9-8ef1-4acb-bb74-1ab60141db9d" providerId="AD" clId="Web-{1255F8B2-546F-81B8-24EF-A6BAC2E313E4}" dt="2026-03-01T12:59:49.694" v="426"/>
          <ac:spMkLst>
            <pc:docMk/>
            <pc:sldMk cId="1707909881" sldId="296"/>
            <ac:spMk id="10" creationId="{3B2E3793-BFE6-45A2-9B7B-E18844431C99}"/>
          </ac:spMkLst>
        </pc:spChg>
        <pc:spChg chg="add">
          <ac:chgData name="Temirlan Zhaxalykov" userId="S::t.zhaxalykov@kbtu.kz::037320a9-8ef1-4acb-bb74-1ab60141db9d" providerId="AD" clId="Web-{1255F8B2-546F-81B8-24EF-A6BAC2E313E4}" dt="2026-03-01T12:59:49.694" v="426"/>
          <ac:spMkLst>
            <pc:docMk/>
            <pc:sldMk cId="1707909881" sldId="296"/>
            <ac:spMk id="12" creationId="{BC4C4868-CB8F-4AF9-9CDB-8108F2C19B67}"/>
          </ac:spMkLst>
        </pc:spChg>
        <pc:spChg chg="add">
          <ac:chgData name="Temirlan Zhaxalykov" userId="S::t.zhaxalykov@kbtu.kz::037320a9-8ef1-4acb-bb74-1ab60141db9d" providerId="AD" clId="Web-{1255F8B2-546F-81B8-24EF-A6BAC2E313E4}" dt="2026-03-01T12:59:49.694" v="426"/>
          <ac:spMkLst>
            <pc:docMk/>
            <pc:sldMk cId="1707909881" sldId="296"/>
            <ac:spMk id="14" creationId="{375E0459-6403-40CD-989D-56A4407CA12E}"/>
          </ac:spMkLst>
        </pc:spChg>
        <pc:spChg chg="add">
          <ac:chgData name="Temirlan Zhaxalykov" userId="S::t.zhaxalykov@kbtu.kz::037320a9-8ef1-4acb-bb74-1ab60141db9d" providerId="AD" clId="Web-{1255F8B2-546F-81B8-24EF-A6BAC2E313E4}" dt="2026-03-01T12:59:49.694" v="426"/>
          <ac:spMkLst>
            <pc:docMk/>
            <pc:sldMk cId="1707909881" sldId="296"/>
            <ac:spMk id="16" creationId="{53E5B1A8-3AC9-4BD1-9BBC-78CA94F2D1BA}"/>
          </ac:spMkLst>
        </pc:spChg>
      </pc:sldChg>
      <pc:sldChg chg="addSp modSp new mod setBg">
        <pc:chgData name="Temirlan Zhaxalykov" userId="S::t.zhaxalykov@kbtu.kz::037320a9-8ef1-4acb-bb74-1ab60141db9d" providerId="AD" clId="Web-{1255F8B2-546F-81B8-24EF-A6BAC2E313E4}" dt="2026-03-01T13:00:46.257" v="435"/>
        <pc:sldMkLst>
          <pc:docMk/>
          <pc:sldMk cId="3260337405" sldId="297"/>
        </pc:sldMkLst>
        <pc:spChg chg="mod">
          <ac:chgData name="Temirlan Zhaxalykov" userId="S::t.zhaxalykov@kbtu.kz::037320a9-8ef1-4acb-bb74-1ab60141db9d" providerId="AD" clId="Web-{1255F8B2-546F-81B8-24EF-A6BAC2E313E4}" dt="2026-03-01T13:00:41.742" v="434"/>
          <ac:spMkLst>
            <pc:docMk/>
            <pc:sldMk cId="3260337405" sldId="297"/>
            <ac:spMk id="2" creationId="{9C460E03-8167-C4B2-CE17-31CEFE22E8DC}"/>
          </ac:spMkLst>
        </pc:spChg>
        <pc:spChg chg="mod">
          <ac:chgData name="Temirlan Zhaxalykov" userId="S::t.zhaxalykov@kbtu.kz::037320a9-8ef1-4acb-bb74-1ab60141db9d" providerId="AD" clId="Web-{1255F8B2-546F-81B8-24EF-A6BAC2E313E4}" dt="2026-03-01T13:00:46.257" v="435"/>
          <ac:spMkLst>
            <pc:docMk/>
            <pc:sldMk cId="3260337405" sldId="297"/>
            <ac:spMk id="3" creationId="{BD4A4E36-5F09-632E-52A2-F1F27BBADC3A}"/>
          </ac:spMkLst>
        </pc:spChg>
        <pc:spChg chg="add">
          <ac:chgData name="Temirlan Zhaxalykov" userId="S::t.zhaxalykov@kbtu.kz::037320a9-8ef1-4acb-bb74-1ab60141db9d" providerId="AD" clId="Web-{1255F8B2-546F-81B8-24EF-A6BAC2E313E4}" dt="2026-03-01T13:00:41.742" v="434"/>
          <ac:spMkLst>
            <pc:docMk/>
            <pc:sldMk cId="3260337405" sldId="297"/>
            <ac:spMk id="8" creationId="{1B15ED52-F352-441B-82BF-E0EA34836D08}"/>
          </ac:spMkLst>
        </pc:spChg>
        <pc:spChg chg="add">
          <ac:chgData name="Temirlan Zhaxalykov" userId="S::t.zhaxalykov@kbtu.kz::037320a9-8ef1-4acb-bb74-1ab60141db9d" providerId="AD" clId="Web-{1255F8B2-546F-81B8-24EF-A6BAC2E313E4}" dt="2026-03-01T13:00:41.742" v="434"/>
          <ac:spMkLst>
            <pc:docMk/>
            <pc:sldMk cId="3260337405" sldId="297"/>
            <ac:spMk id="10" creationId="{3B2E3793-BFE6-45A2-9B7B-E18844431C99}"/>
          </ac:spMkLst>
        </pc:spChg>
        <pc:spChg chg="add">
          <ac:chgData name="Temirlan Zhaxalykov" userId="S::t.zhaxalykov@kbtu.kz::037320a9-8ef1-4acb-bb74-1ab60141db9d" providerId="AD" clId="Web-{1255F8B2-546F-81B8-24EF-A6BAC2E313E4}" dt="2026-03-01T13:00:41.742" v="434"/>
          <ac:spMkLst>
            <pc:docMk/>
            <pc:sldMk cId="3260337405" sldId="297"/>
            <ac:spMk id="12" creationId="{BC4C4868-CB8F-4AF9-9CDB-8108F2C19B67}"/>
          </ac:spMkLst>
        </pc:spChg>
        <pc:spChg chg="add">
          <ac:chgData name="Temirlan Zhaxalykov" userId="S::t.zhaxalykov@kbtu.kz::037320a9-8ef1-4acb-bb74-1ab60141db9d" providerId="AD" clId="Web-{1255F8B2-546F-81B8-24EF-A6BAC2E313E4}" dt="2026-03-01T13:00:41.742" v="434"/>
          <ac:spMkLst>
            <pc:docMk/>
            <pc:sldMk cId="3260337405" sldId="297"/>
            <ac:spMk id="14" creationId="{375E0459-6403-40CD-989D-56A4407CA12E}"/>
          </ac:spMkLst>
        </pc:spChg>
        <pc:spChg chg="add">
          <ac:chgData name="Temirlan Zhaxalykov" userId="S::t.zhaxalykov@kbtu.kz::037320a9-8ef1-4acb-bb74-1ab60141db9d" providerId="AD" clId="Web-{1255F8B2-546F-81B8-24EF-A6BAC2E313E4}" dt="2026-03-01T13:00:41.742" v="434"/>
          <ac:spMkLst>
            <pc:docMk/>
            <pc:sldMk cId="3260337405" sldId="297"/>
            <ac:spMk id="16" creationId="{53E5B1A8-3AC9-4BD1-9BBC-78CA94F2D1BA}"/>
          </ac:spMkLst>
        </pc:spChg>
      </pc:sldChg>
      <pc:sldChg chg="addSp modSp new mod setBg">
        <pc:chgData name="Temirlan Zhaxalykov" userId="S::t.zhaxalykov@kbtu.kz::037320a9-8ef1-4acb-bb74-1ab60141db9d" providerId="AD" clId="Web-{1255F8B2-546F-81B8-24EF-A6BAC2E313E4}" dt="2026-03-01T13:03:53.291" v="455" actId="20577"/>
        <pc:sldMkLst>
          <pc:docMk/>
          <pc:sldMk cId="2109991091" sldId="298"/>
        </pc:sldMkLst>
        <pc:spChg chg="mod">
          <ac:chgData name="Temirlan Zhaxalykov" userId="S::t.zhaxalykov@kbtu.kz::037320a9-8ef1-4acb-bb74-1ab60141db9d" providerId="AD" clId="Web-{1255F8B2-546F-81B8-24EF-A6BAC2E313E4}" dt="2026-03-01T13:03:50.901" v="453"/>
          <ac:spMkLst>
            <pc:docMk/>
            <pc:sldMk cId="2109991091" sldId="298"/>
            <ac:spMk id="2" creationId="{1ECA8002-FFFC-72CA-6501-2B09024E918D}"/>
          </ac:spMkLst>
        </pc:spChg>
        <pc:spChg chg="mod">
          <ac:chgData name="Temirlan Zhaxalykov" userId="S::t.zhaxalykov@kbtu.kz::037320a9-8ef1-4acb-bb74-1ab60141db9d" providerId="AD" clId="Web-{1255F8B2-546F-81B8-24EF-A6BAC2E313E4}" dt="2026-03-01T13:03:53.291" v="455" actId="20577"/>
          <ac:spMkLst>
            <pc:docMk/>
            <pc:sldMk cId="2109991091" sldId="298"/>
            <ac:spMk id="3" creationId="{2E359E94-2C59-1E8B-7C29-740F66DF872B}"/>
          </ac:spMkLst>
        </pc:spChg>
        <pc:spChg chg="add">
          <ac:chgData name="Temirlan Zhaxalykov" userId="S::t.zhaxalykov@kbtu.kz::037320a9-8ef1-4acb-bb74-1ab60141db9d" providerId="AD" clId="Web-{1255F8B2-546F-81B8-24EF-A6BAC2E313E4}" dt="2026-03-01T13:03:42.307" v="451"/>
          <ac:spMkLst>
            <pc:docMk/>
            <pc:sldMk cId="2109991091" sldId="298"/>
            <ac:spMk id="8" creationId="{1B15ED52-F352-441B-82BF-E0EA34836D08}"/>
          </ac:spMkLst>
        </pc:spChg>
        <pc:spChg chg="add">
          <ac:chgData name="Temirlan Zhaxalykov" userId="S::t.zhaxalykov@kbtu.kz::037320a9-8ef1-4acb-bb74-1ab60141db9d" providerId="AD" clId="Web-{1255F8B2-546F-81B8-24EF-A6BAC2E313E4}" dt="2026-03-01T13:03:42.307" v="451"/>
          <ac:spMkLst>
            <pc:docMk/>
            <pc:sldMk cId="2109991091" sldId="298"/>
            <ac:spMk id="10" creationId="{3B2E3793-BFE6-45A2-9B7B-E18844431C99}"/>
          </ac:spMkLst>
        </pc:spChg>
        <pc:spChg chg="add">
          <ac:chgData name="Temirlan Zhaxalykov" userId="S::t.zhaxalykov@kbtu.kz::037320a9-8ef1-4acb-bb74-1ab60141db9d" providerId="AD" clId="Web-{1255F8B2-546F-81B8-24EF-A6BAC2E313E4}" dt="2026-03-01T13:03:42.307" v="451"/>
          <ac:spMkLst>
            <pc:docMk/>
            <pc:sldMk cId="2109991091" sldId="298"/>
            <ac:spMk id="12" creationId="{BC4C4868-CB8F-4AF9-9CDB-8108F2C19B67}"/>
          </ac:spMkLst>
        </pc:spChg>
        <pc:spChg chg="add">
          <ac:chgData name="Temirlan Zhaxalykov" userId="S::t.zhaxalykov@kbtu.kz::037320a9-8ef1-4acb-bb74-1ab60141db9d" providerId="AD" clId="Web-{1255F8B2-546F-81B8-24EF-A6BAC2E313E4}" dt="2026-03-01T13:03:42.307" v="451"/>
          <ac:spMkLst>
            <pc:docMk/>
            <pc:sldMk cId="2109991091" sldId="298"/>
            <ac:spMk id="14" creationId="{375E0459-6403-40CD-989D-56A4407CA12E}"/>
          </ac:spMkLst>
        </pc:spChg>
        <pc:spChg chg="add">
          <ac:chgData name="Temirlan Zhaxalykov" userId="S::t.zhaxalykov@kbtu.kz::037320a9-8ef1-4acb-bb74-1ab60141db9d" providerId="AD" clId="Web-{1255F8B2-546F-81B8-24EF-A6BAC2E313E4}" dt="2026-03-01T13:03:42.307" v="451"/>
          <ac:spMkLst>
            <pc:docMk/>
            <pc:sldMk cId="2109991091" sldId="298"/>
            <ac:spMk id="16" creationId="{53E5B1A8-3AC9-4BD1-9BBC-78CA94F2D1BA}"/>
          </ac:spMkLst>
        </pc:spChg>
      </pc:sldChg>
      <pc:sldChg chg="modSp add replId">
        <pc:chgData name="Temirlan Zhaxalykov" userId="S::t.zhaxalykov@kbtu.kz::037320a9-8ef1-4acb-bb74-1ab60141db9d" providerId="AD" clId="Web-{1255F8B2-546F-81B8-24EF-A6BAC2E313E4}" dt="2026-03-01T13:03:19.119" v="448" actId="20577"/>
        <pc:sldMkLst>
          <pc:docMk/>
          <pc:sldMk cId="4166658413" sldId="299"/>
        </pc:sldMkLst>
        <pc:spChg chg="mod">
          <ac:chgData name="Temirlan Zhaxalykov" userId="S::t.zhaxalykov@kbtu.kz::037320a9-8ef1-4acb-bb74-1ab60141db9d" providerId="AD" clId="Web-{1255F8B2-546F-81B8-24EF-A6BAC2E313E4}" dt="2026-03-01T13:03:14.806" v="447" actId="20577"/>
          <ac:spMkLst>
            <pc:docMk/>
            <pc:sldMk cId="4166658413" sldId="299"/>
            <ac:spMk id="2" creationId="{60511FAD-0734-7FEC-EB4A-4CE4132FD04E}"/>
          </ac:spMkLst>
        </pc:spChg>
        <pc:spChg chg="mod">
          <ac:chgData name="Temirlan Zhaxalykov" userId="S::t.zhaxalykov@kbtu.kz::037320a9-8ef1-4acb-bb74-1ab60141db9d" providerId="AD" clId="Web-{1255F8B2-546F-81B8-24EF-A6BAC2E313E4}" dt="2026-03-01T13:03:19.119" v="448" actId="20577"/>
          <ac:spMkLst>
            <pc:docMk/>
            <pc:sldMk cId="4166658413" sldId="299"/>
            <ac:spMk id="3" creationId="{179321C3-1CBD-ACF9-E54E-CA5C12997043}"/>
          </ac:spMkLst>
        </pc:spChg>
      </pc:sldChg>
      <pc:sldChg chg="addSp modSp new mod setBg">
        <pc:chgData name="Temirlan Zhaxalykov" userId="S::t.zhaxalykov@kbtu.kz::037320a9-8ef1-4acb-bb74-1ab60141db9d" providerId="AD" clId="Web-{1255F8B2-546F-81B8-24EF-A6BAC2E313E4}" dt="2026-03-01T13:04:45.667" v="468" actId="20577"/>
        <pc:sldMkLst>
          <pc:docMk/>
          <pc:sldMk cId="2996660150" sldId="300"/>
        </pc:sldMkLst>
        <pc:spChg chg="mod">
          <ac:chgData name="Temirlan Zhaxalykov" userId="S::t.zhaxalykov@kbtu.kz::037320a9-8ef1-4acb-bb74-1ab60141db9d" providerId="AD" clId="Web-{1255F8B2-546F-81B8-24EF-A6BAC2E313E4}" dt="2026-03-01T13:04:30.870" v="464" actId="20577"/>
          <ac:spMkLst>
            <pc:docMk/>
            <pc:sldMk cId="2996660150" sldId="300"/>
            <ac:spMk id="2" creationId="{F486CCD4-DC6A-3BBA-37AD-33D171F4BC13}"/>
          </ac:spMkLst>
        </pc:spChg>
        <pc:spChg chg="mod">
          <ac:chgData name="Temirlan Zhaxalykov" userId="S::t.zhaxalykov@kbtu.kz::037320a9-8ef1-4acb-bb74-1ab60141db9d" providerId="AD" clId="Web-{1255F8B2-546F-81B8-24EF-A6BAC2E313E4}" dt="2026-03-01T13:04:45.667" v="468" actId="20577"/>
          <ac:spMkLst>
            <pc:docMk/>
            <pc:sldMk cId="2996660150" sldId="300"/>
            <ac:spMk id="3" creationId="{B5B16B97-47B5-4D5A-3092-2A1715A6FAD1}"/>
          </ac:spMkLst>
        </pc:spChg>
        <pc:spChg chg="add">
          <ac:chgData name="Temirlan Zhaxalykov" userId="S::t.zhaxalykov@kbtu.kz::037320a9-8ef1-4acb-bb74-1ab60141db9d" providerId="AD" clId="Web-{1255F8B2-546F-81B8-24EF-A6BAC2E313E4}" dt="2026-03-01T13:04:15.073" v="460"/>
          <ac:spMkLst>
            <pc:docMk/>
            <pc:sldMk cId="2996660150" sldId="300"/>
            <ac:spMk id="8" creationId="{1B15ED52-F352-441B-82BF-E0EA34836D08}"/>
          </ac:spMkLst>
        </pc:spChg>
        <pc:spChg chg="add">
          <ac:chgData name="Temirlan Zhaxalykov" userId="S::t.zhaxalykov@kbtu.kz::037320a9-8ef1-4acb-bb74-1ab60141db9d" providerId="AD" clId="Web-{1255F8B2-546F-81B8-24EF-A6BAC2E313E4}" dt="2026-03-01T13:04:15.073" v="460"/>
          <ac:spMkLst>
            <pc:docMk/>
            <pc:sldMk cId="2996660150" sldId="300"/>
            <ac:spMk id="10" creationId="{3B2E3793-BFE6-45A2-9B7B-E18844431C99}"/>
          </ac:spMkLst>
        </pc:spChg>
        <pc:spChg chg="add">
          <ac:chgData name="Temirlan Zhaxalykov" userId="S::t.zhaxalykov@kbtu.kz::037320a9-8ef1-4acb-bb74-1ab60141db9d" providerId="AD" clId="Web-{1255F8B2-546F-81B8-24EF-A6BAC2E313E4}" dt="2026-03-01T13:04:15.073" v="460"/>
          <ac:spMkLst>
            <pc:docMk/>
            <pc:sldMk cId="2996660150" sldId="300"/>
            <ac:spMk id="12" creationId="{BC4C4868-CB8F-4AF9-9CDB-8108F2C19B67}"/>
          </ac:spMkLst>
        </pc:spChg>
        <pc:spChg chg="add">
          <ac:chgData name="Temirlan Zhaxalykov" userId="S::t.zhaxalykov@kbtu.kz::037320a9-8ef1-4acb-bb74-1ab60141db9d" providerId="AD" clId="Web-{1255F8B2-546F-81B8-24EF-A6BAC2E313E4}" dt="2026-03-01T13:04:15.073" v="460"/>
          <ac:spMkLst>
            <pc:docMk/>
            <pc:sldMk cId="2996660150" sldId="300"/>
            <ac:spMk id="14" creationId="{375E0459-6403-40CD-989D-56A4407CA12E}"/>
          </ac:spMkLst>
        </pc:spChg>
        <pc:spChg chg="add">
          <ac:chgData name="Temirlan Zhaxalykov" userId="S::t.zhaxalykov@kbtu.kz::037320a9-8ef1-4acb-bb74-1ab60141db9d" providerId="AD" clId="Web-{1255F8B2-546F-81B8-24EF-A6BAC2E313E4}" dt="2026-03-01T13:04:15.073" v="460"/>
          <ac:spMkLst>
            <pc:docMk/>
            <pc:sldMk cId="2996660150" sldId="300"/>
            <ac:spMk id="16" creationId="{53E5B1A8-3AC9-4BD1-9BBC-78CA94F2D1BA}"/>
          </ac:spMkLst>
        </pc:spChg>
      </pc:sldChg>
      <pc:sldChg chg="addSp modSp new mod setBg">
        <pc:chgData name="Temirlan Zhaxalykov" userId="S::t.zhaxalykov@kbtu.kz::037320a9-8ef1-4acb-bb74-1ab60141db9d" providerId="AD" clId="Web-{1255F8B2-546F-81B8-24EF-A6BAC2E313E4}" dt="2026-03-01T13:05:13.432" v="477"/>
        <pc:sldMkLst>
          <pc:docMk/>
          <pc:sldMk cId="2432853088" sldId="301"/>
        </pc:sldMkLst>
        <pc:spChg chg="mod">
          <ac:chgData name="Temirlan Zhaxalykov" userId="S::t.zhaxalykov@kbtu.kz::037320a9-8ef1-4acb-bb74-1ab60141db9d" providerId="AD" clId="Web-{1255F8B2-546F-81B8-24EF-A6BAC2E313E4}" dt="2026-03-01T13:05:13.417" v="476"/>
          <ac:spMkLst>
            <pc:docMk/>
            <pc:sldMk cId="2432853088" sldId="301"/>
            <ac:spMk id="2" creationId="{179D8B39-A754-F2EA-8DE4-41F3EF8AFAD3}"/>
          </ac:spMkLst>
        </pc:spChg>
        <pc:spChg chg="mod">
          <ac:chgData name="Temirlan Zhaxalykov" userId="S::t.zhaxalykov@kbtu.kz::037320a9-8ef1-4acb-bb74-1ab60141db9d" providerId="AD" clId="Web-{1255F8B2-546F-81B8-24EF-A6BAC2E313E4}" dt="2026-03-01T13:05:13.432" v="477"/>
          <ac:spMkLst>
            <pc:docMk/>
            <pc:sldMk cId="2432853088" sldId="301"/>
            <ac:spMk id="3" creationId="{0852C527-A9EC-6C92-1AC9-4D88FF8ECD41}"/>
          </ac:spMkLst>
        </pc:spChg>
        <pc:spChg chg="add">
          <ac:chgData name="Temirlan Zhaxalykov" userId="S::t.zhaxalykov@kbtu.kz::037320a9-8ef1-4acb-bb74-1ab60141db9d" providerId="AD" clId="Web-{1255F8B2-546F-81B8-24EF-A6BAC2E313E4}" dt="2026-03-01T13:05:07.448" v="474"/>
          <ac:spMkLst>
            <pc:docMk/>
            <pc:sldMk cId="2432853088" sldId="301"/>
            <ac:spMk id="8" creationId="{1B15ED52-F352-441B-82BF-E0EA34836D08}"/>
          </ac:spMkLst>
        </pc:spChg>
        <pc:spChg chg="add">
          <ac:chgData name="Temirlan Zhaxalykov" userId="S::t.zhaxalykov@kbtu.kz::037320a9-8ef1-4acb-bb74-1ab60141db9d" providerId="AD" clId="Web-{1255F8B2-546F-81B8-24EF-A6BAC2E313E4}" dt="2026-03-01T13:05:07.448" v="474"/>
          <ac:spMkLst>
            <pc:docMk/>
            <pc:sldMk cId="2432853088" sldId="301"/>
            <ac:spMk id="10" creationId="{3B2E3793-BFE6-45A2-9B7B-E18844431C99}"/>
          </ac:spMkLst>
        </pc:spChg>
        <pc:spChg chg="add">
          <ac:chgData name="Temirlan Zhaxalykov" userId="S::t.zhaxalykov@kbtu.kz::037320a9-8ef1-4acb-bb74-1ab60141db9d" providerId="AD" clId="Web-{1255F8B2-546F-81B8-24EF-A6BAC2E313E4}" dt="2026-03-01T13:05:07.448" v="474"/>
          <ac:spMkLst>
            <pc:docMk/>
            <pc:sldMk cId="2432853088" sldId="301"/>
            <ac:spMk id="12" creationId="{BC4C4868-CB8F-4AF9-9CDB-8108F2C19B67}"/>
          </ac:spMkLst>
        </pc:spChg>
        <pc:spChg chg="add">
          <ac:chgData name="Temirlan Zhaxalykov" userId="S::t.zhaxalykov@kbtu.kz::037320a9-8ef1-4acb-bb74-1ab60141db9d" providerId="AD" clId="Web-{1255F8B2-546F-81B8-24EF-A6BAC2E313E4}" dt="2026-03-01T13:05:07.448" v="474"/>
          <ac:spMkLst>
            <pc:docMk/>
            <pc:sldMk cId="2432853088" sldId="301"/>
            <ac:spMk id="14" creationId="{375E0459-6403-40CD-989D-56A4407CA12E}"/>
          </ac:spMkLst>
        </pc:spChg>
        <pc:spChg chg="add">
          <ac:chgData name="Temirlan Zhaxalykov" userId="S::t.zhaxalykov@kbtu.kz::037320a9-8ef1-4acb-bb74-1ab60141db9d" providerId="AD" clId="Web-{1255F8B2-546F-81B8-24EF-A6BAC2E313E4}" dt="2026-03-01T13:05:07.448" v="474"/>
          <ac:spMkLst>
            <pc:docMk/>
            <pc:sldMk cId="2432853088" sldId="301"/>
            <ac:spMk id="16" creationId="{53E5B1A8-3AC9-4BD1-9BBC-78CA94F2D1BA}"/>
          </ac:spMkLst>
        </pc:spChg>
      </pc:sldChg>
      <pc:sldChg chg="addSp modSp new mod setBg">
        <pc:chgData name="Temirlan Zhaxalykov" userId="S::t.zhaxalykov@kbtu.kz::037320a9-8ef1-4acb-bb74-1ab60141db9d" providerId="AD" clId="Web-{1255F8B2-546F-81B8-24EF-A6BAC2E313E4}" dt="2026-03-01T13:06:09.808" v="489" actId="20577"/>
        <pc:sldMkLst>
          <pc:docMk/>
          <pc:sldMk cId="1076843780" sldId="302"/>
        </pc:sldMkLst>
        <pc:spChg chg="mod">
          <ac:chgData name="Temirlan Zhaxalykov" userId="S::t.zhaxalykov@kbtu.kz::037320a9-8ef1-4acb-bb74-1ab60141db9d" providerId="AD" clId="Web-{1255F8B2-546F-81B8-24EF-A6BAC2E313E4}" dt="2026-03-01T13:06:01.464" v="487" actId="20577"/>
          <ac:spMkLst>
            <pc:docMk/>
            <pc:sldMk cId="1076843780" sldId="302"/>
            <ac:spMk id="2" creationId="{5BBAA0B1-66F1-EC46-AE4D-8CE8023FC9CD}"/>
          </ac:spMkLst>
        </pc:spChg>
        <pc:spChg chg="mod">
          <ac:chgData name="Temirlan Zhaxalykov" userId="S::t.zhaxalykov@kbtu.kz::037320a9-8ef1-4acb-bb74-1ab60141db9d" providerId="AD" clId="Web-{1255F8B2-546F-81B8-24EF-A6BAC2E313E4}" dt="2026-03-01T13:06:09.808" v="489" actId="20577"/>
          <ac:spMkLst>
            <pc:docMk/>
            <pc:sldMk cId="1076843780" sldId="302"/>
            <ac:spMk id="3" creationId="{DFBE0A2D-39D6-F11A-4954-F02B749D7A03}"/>
          </ac:spMkLst>
        </pc:spChg>
        <pc:spChg chg="add">
          <ac:chgData name="Temirlan Zhaxalykov" userId="S::t.zhaxalykov@kbtu.kz::037320a9-8ef1-4acb-bb74-1ab60141db9d" providerId="AD" clId="Web-{1255F8B2-546F-81B8-24EF-A6BAC2E313E4}" dt="2026-03-01T13:05:49.323" v="483"/>
          <ac:spMkLst>
            <pc:docMk/>
            <pc:sldMk cId="1076843780" sldId="302"/>
            <ac:spMk id="8" creationId="{1B15ED52-F352-441B-82BF-E0EA34836D08}"/>
          </ac:spMkLst>
        </pc:spChg>
        <pc:spChg chg="add">
          <ac:chgData name="Temirlan Zhaxalykov" userId="S::t.zhaxalykov@kbtu.kz::037320a9-8ef1-4acb-bb74-1ab60141db9d" providerId="AD" clId="Web-{1255F8B2-546F-81B8-24EF-A6BAC2E313E4}" dt="2026-03-01T13:05:49.323" v="483"/>
          <ac:spMkLst>
            <pc:docMk/>
            <pc:sldMk cId="1076843780" sldId="302"/>
            <ac:spMk id="10" creationId="{3B2E3793-BFE6-45A2-9B7B-E18844431C99}"/>
          </ac:spMkLst>
        </pc:spChg>
        <pc:spChg chg="add">
          <ac:chgData name="Temirlan Zhaxalykov" userId="S::t.zhaxalykov@kbtu.kz::037320a9-8ef1-4acb-bb74-1ab60141db9d" providerId="AD" clId="Web-{1255F8B2-546F-81B8-24EF-A6BAC2E313E4}" dt="2026-03-01T13:05:49.323" v="483"/>
          <ac:spMkLst>
            <pc:docMk/>
            <pc:sldMk cId="1076843780" sldId="302"/>
            <ac:spMk id="12" creationId="{BC4C4868-CB8F-4AF9-9CDB-8108F2C19B67}"/>
          </ac:spMkLst>
        </pc:spChg>
        <pc:spChg chg="add">
          <ac:chgData name="Temirlan Zhaxalykov" userId="S::t.zhaxalykov@kbtu.kz::037320a9-8ef1-4acb-bb74-1ab60141db9d" providerId="AD" clId="Web-{1255F8B2-546F-81B8-24EF-A6BAC2E313E4}" dt="2026-03-01T13:05:49.323" v="483"/>
          <ac:spMkLst>
            <pc:docMk/>
            <pc:sldMk cId="1076843780" sldId="302"/>
            <ac:spMk id="14" creationId="{375E0459-6403-40CD-989D-56A4407CA12E}"/>
          </ac:spMkLst>
        </pc:spChg>
        <pc:spChg chg="add">
          <ac:chgData name="Temirlan Zhaxalykov" userId="S::t.zhaxalykov@kbtu.kz::037320a9-8ef1-4acb-bb74-1ab60141db9d" providerId="AD" clId="Web-{1255F8B2-546F-81B8-24EF-A6BAC2E313E4}" dt="2026-03-01T13:05:49.323" v="483"/>
          <ac:spMkLst>
            <pc:docMk/>
            <pc:sldMk cId="1076843780" sldId="302"/>
            <ac:spMk id="16" creationId="{53E5B1A8-3AC9-4BD1-9BBC-78CA94F2D1BA}"/>
          </ac:spMkLst>
        </pc:spChg>
      </pc:sldChg>
      <pc:sldChg chg="addSp modSp new mod setBg">
        <pc:chgData name="Temirlan Zhaxalykov" userId="S::t.zhaxalykov@kbtu.kz::037320a9-8ef1-4acb-bb74-1ab60141db9d" providerId="AD" clId="Web-{1255F8B2-546F-81B8-24EF-A6BAC2E313E4}" dt="2026-03-01T13:07:22.558" v="507" actId="20577"/>
        <pc:sldMkLst>
          <pc:docMk/>
          <pc:sldMk cId="1331334641" sldId="303"/>
        </pc:sldMkLst>
        <pc:spChg chg="mod">
          <ac:chgData name="Temirlan Zhaxalykov" userId="S::t.zhaxalykov@kbtu.kz::037320a9-8ef1-4acb-bb74-1ab60141db9d" providerId="AD" clId="Web-{1255F8B2-546F-81B8-24EF-A6BAC2E313E4}" dt="2026-03-01T13:07:20.199" v="505"/>
          <ac:spMkLst>
            <pc:docMk/>
            <pc:sldMk cId="1331334641" sldId="303"/>
            <ac:spMk id="2" creationId="{9C119972-6908-DA32-EAEB-FB21E191F938}"/>
          </ac:spMkLst>
        </pc:spChg>
        <pc:spChg chg="mod">
          <ac:chgData name="Temirlan Zhaxalykov" userId="S::t.zhaxalykov@kbtu.kz::037320a9-8ef1-4acb-bb74-1ab60141db9d" providerId="AD" clId="Web-{1255F8B2-546F-81B8-24EF-A6BAC2E313E4}" dt="2026-03-01T13:07:22.558" v="507" actId="20577"/>
          <ac:spMkLst>
            <pc:docMk/>
            <pc:sldMk cId="1331334641" sldId="303"/>
            <ac:spMk id="3" creationId="{371A0B73-0C42-D76F-1690-5C49F58A0BAA}"/>
          </ac:spMkLst>
        </pc:spChg>
        <pc:spChg chg="add">
          <ac:chgData name="Temirlan Zhaxalykov" userId="S::t.zhaxalykov@kbtu.kz::037320a9-8ef1-4acb-bb74-1ab60141db9d" providerId="AD" clId="Web-{1255F8B2-546F-81B8-24EF-A6BAC2E313E4}" dt="2026-03-01T13:07:12.949" v="503"/>
          <ac:spMkLst>
            <pc:docMk/>
            <pc:sldMk cId="1331334641" sldId="303"/>
            <ac:spMk id="8" creationId="{1B15ED52-F352-441B-82BF-E0EA34836D08}"/>
          </ac:spMkLst>
        </pc:spChg>
        <pc:spChg chg="add">
          <ac:chgData name="Temirlan Zhaxalykov" userId="S::t.zhaxalykov@kbtu.kz::037320a9-8ef1-4acb-bb74-1ab60141db9d" providerId="AD" clId="Web-{1255F8B2-546F-81B8-24EF-A6BAC2E313E4}" dt="2026-03-01T13:07:12.949" v="503"/>
          <ac:spMkLst>
            <pc:docMk/>
            <pc:sldMk cId="1331334641" sldId="303"/>
            <ac:spMk id="10" creationId="{3B2E3793-BFE6-45A2-9B7B-E18844431C99}"/>
          </ac:spMkLst>
        </pc:spChg>
        <pc:spChg chg="add">
          <ac:chgData name="Temirlan Zhaxalykov" userId="S::t.zhaxalykov@kbtu.kz::037320a9-8ef1-4acb-bb74-1ab60141db9d" providerId="AD" clId="Web-{1255F8B2-546F-81B8-24EF-A6BAC2E313E4}" dt="2026-03-01T13:07:12.949" v="503"/>
          <ac:spMkLst>
            <pc:docMk/>
            <pc:sldMk cId="1331334641" sldId="303"/>
            <ac:spMk id="12" creationId="{BC4C4868-CB8F-4AF9-9CDB-8108F2C19B67}"/>
          </ac:spMkLst>
        </pc:spChg>
        <pc:spChg chg="add">
          <ac:chgData name="Temirlan Zhaxalykov" userId="S::t.zhaxalykov@kbtu.kz::037320a9-8ef1-4acb-bb74-1ab60141db9d" providerId="AD" clId="Web-{1255F8B2-546F-81B8-24EF-A6BAC2E313E4}" dt="2026-03-01T13:07:12.949" v="503"/>
          <ac:spMkLst>
            <pc:docMk/>
            <pc:sldMk cId="1331334641" sldId="303"/>
            <ac:spMk id="14" creationId="{375E0459-6403-40CD-989D-56A4407CA12E}"/>
          </ac:spMkLst>
        </pc:spChg>
        <pc:spChg chg="add">
          <ac:chgData name="Temirlan Zhaxalykov" userId="S::t.zhaxalykov@kbtu.kz::037320a9-8ef1-4acb-bb74-1ab60141db9d" providerId="AD" clId="Web-{1255F8B2-546F-81B8-24EF-A6BAC2E313E4}" dt="2026-03-01T13:07:12.949" v="503"/>
          <ac:spMkLst>
            <pc:docMk/>
            <pc:sldMk cId="1331334641" sldId="303"/>
            <ac:spMk id="16" creationId="{53E5B1A8-3AC9-4BD1-9BBC-78CA94F2D1BA}"/>
          </ac:spMkLst>
        </pc:spChg>
      </pc:sldChg>
      <pc:sldChg chg="modSp add replId">
        <pc:chgData name="Temirlan Zhaxalykov" userId="S::t.zhaxalykov@kbtu.kz::037320a9-8ef1-4acb-bb74-1ab60141db9d" providerId="AD" clId="Web-{1255F8B2-546F-81B8-24EF-A6BAC2E313E4}" dt="2026-03-01T13:06:56.168" v="500" actId="20577"/>
        <pc:sldMkLst>
          <pc:docMk/>
          <pc:sldMk cId="3867891643" sldId="304"/>
        </pc:sldMkLst>
        <pc:spChg chg="mod">
          <ac:chgData name="Temirlan Zhaxalykov" userId="S::t.zhaxalykov@kbtu.kz::037320a9-8ef1-4acb-bb74-1ab60141db9d" providerId="AD" clId="Web-{1255F8B2-546F-81B8-24EF-A6BAC2E313E4}" dt="2026-03-01T13:06:56.168" v="500" actId="20577"/>
          <ac:spMkLst>
            <pc:docMk/>
            <pc:sldMk cId="3867891643" sldId="304"/>
            <ac:spMk id="2" creationId="{083025E2-F86A-1685-BE0F-F1618DB71F38}"/>
          </ac:spMkLst>
        </pc:spChg>
      </pc:sldChg>
      <pc:sldChg chg="addSp modSp new mod setBg">
        <pc:chgData name="Temirlan Zhaxalykov" userId="S::t.zhaxalykov@kbtu.kz::037320a9-8ef1-4acb-bb74-1ab60141db9d" providerId="AD" clId="Web-{1255F8B2-546F-81B8-24EF-A6BAC2E313E4}" dt="2026-03-01T13:08:00.793" v="518" actId="20577"/>
        <pc:sldMkLst>
          <pc:docMk/>
          <pc:sldMk cId="115002809" sldId="305"/>
        </pc:sldMkLst>
        <pc:spChg chg="mod">
          <ac:chgData name="Temirlan Zhaxalykov" userId="S::t.zhaxalykov@kbtu.kz::037320a9-8ef1-4acb-bb74-1ab60141db9d" providerId="AD" clId="Web-{1255F8B2-546F-81B8-24EF-A6BAC2E313E4}" dt="2026-03-01T13:07:54.824" v="514"/>
          <ac:spMkLst>
            <pc:docMk/>
            <pc:sldMk cId="115002809" sldId="305"/>
            <ac:spMk id="2" creationId="{E38D6296-EB7A-2F71-C595-55D1CFBABE1F}"/>
          </ac:spMkLst>
        </pc:spChg>
        <pc:spChg chg="mod">
          <ac:chgData name="Temirlan Zhaxalykov" userId="S::t.zhaxalykov@kbtu.kz::037320a9-8ef1-4acb-bb74-1ab60141db9d" providerId="AD" clId="Web-{1255F8B2-546F-81B8-24EF-A6BAC2E313E4}" dt="2026-03-01T13:08:00.793" v="518" actId="20577"/>
          <ac:spMkLst>
            <pc:docMk/>
            <pc:sldMk cId="115002809" sldId="305"/>
            <ac:spMk id="3" creationId="{AE3AAA32-8972-8FDF-5F3B-DEDB00D39666}"/>
          </ac:spMkLst>
        </pc:spChg>
        <pc:spChg chg="add">
          <ac:chgData name="Temirlan Zhaxalykov" userId="S::t.zhaxalykov@kbtu.kz::037320a9-8ef1-4acb-bb74-1ab60141db9d" providerId="AD" clId="Web-{1255F8B2-546F-81B8-24EF-A6BAC2E313E4}" dt="2026-03-01T13:07:45.777" v="511"/>
          <ac:spMkLst>
            <pc:docMk/>
            <pc:sldMk cId="115002809" sldId="305"/>
            <ac:spMk id="8" creationId="{1B15ED52-F352-441B-82BF-E0EA34836D08}"/>
          </ac:spMkLst>
        </pc:spChg>
        <pc:spChg chg="add">
          <ac:chgData name="Temirlan Zhaxalykov" userId="S::t.zhaxalykov@kbtu.kz::037320a9-8ef1-4acb-bb74-1ab60141db9d" providerId="AD" clId="Web-{1255F8B2-546F-81B8-24EF-A6BAC2E313E4}" dt="2026-03-01T13:07:45.777" v="511"/>
          <ac:spMkLst>
            <pc:docMk/>
            <pc:sldMk cId="115002809" sldId="305"/>
            <ac:spMk id="10" creationId="{3B2E3793-BFE6-45A2-9B7B-E18844431C99}"/>
          </ac:spMkLst>
        </pc:spChg>
        <pc:spChg chg="add">
          <ac:chgData name="Temirlan Zhaxalykov" userId="S::t.zhaxalykov@kbtu.kz::037320a9-8ef1-4acb-bb74-1ab60141db9d" providerId="AD" clId="Web-{1255F8B2-546F-81B8-24EF-A6BAC2E313E4}" dt="2026-03-01T13:07:45.777" v="511"/>
          <ac:spMkLst>
            <pc:docMk/>
            <pc:sldMk cId="115002809" sldId="305"/>
            <ac:spMk id="12" creationId="{BC4C4868-CB8F-4AF9-9CDB-8108F2C19B67}"/>
          </ac:spMkLst>
        </pc:spChg>
        <pc:spChg chg="add">
          <ac:chgData name="Temirlan Zhaxalykov" userId="S::t.zhaxalykov@kbtu.kz::037320a9-8ef1-4acb-bb74-1ab60141db9d" providerId="AD" clId="Web-{1255F8B2-546F-81B8-24EF-A6BAC2E313E4}" dt="2026-03-01T13:07:45.777" v="511"/>
          <ac:spMkLst>
            <pc:docMk/>
            <pc:sldMk cId="115002809" sldId="305"/>
            <ac:spMk id="14" creationId="{375E0459-6403-40CD-989D-56A4407CA12E}"/>
          </ac:spMkLst>
        </pc:spChg>
        <pc:spChg chg="add">
          <ac:chgData name="Temirlan Zhaxalykov" userId="S::t.zhaxalykov@kbtu.kz::037320a9-8ef1-4acb-bb74-1ab60141db9d" providerId="AD" clId="Web-{1255F8B2-546F-81B8-24EF-A6BAC2E313E4}" dt="2026-03-01T13:07:45.777" v="511"/>
          <ac:spMkLst>
            <pc:docMk/>
            <pc:sldMk cId="115002809" sldId="305"/>
            <ac:spMk id="16" creationId="{53E5B1A8-3AC9-4BD1-9BBC-78CA94F2D1BA}"/>
          </ac:spMkLst>
        </pc:spChg>
      </pc:sldChg>
      <pc:sldChg chg="addSp modSp new mod setBg">
        <pc:chgData name="Temirlan Zhaxalykov" userId="S::t.zhaxalykov@kbtu.kz::037320a9-8ef1-4acb-bb74-1ab60141db9d" providerId="AD" clId="Web-{1255F8B2-546F-81B8-24EF-A6BAC2E313E4}" dt="2026-03-01T13:10:26.250" v="526" actId="20577"/>
        <pc:sldMkLst>
          <pc:docMk/>
          <pc:sldMk cId="2504062704" sldId="306"/>
        </pc:sldMkLst>
        <pc:spChg chg="mod">
          <ac:chgData name="Temirlan Zhaxalykov" userId="S::t.zhaxalykov@kbtu.kz::037320a9-8ef1-4acb-bb74-1ab60141db9d" providerId="AD" clId="Web-{1255F8B2-546F-81B8-24EF-A6BAC2E313E4}" dt="2026-03-01T13:10:13.094" v="523" actId="20577"/>
          <ac:spMkLst>
            <pc:docMk/>
            <pc:sldMk cId="2504062704" sldId="306"/>
            <ac:spMk id="2" creationId="{393A2F68-48EA-EEDC-55BA-9FD41B404383}"/>
          </ac:spMkLst>
        </pc:spChg>
        <pc:spChg chg="mod">
          <ac:chgData name="Temirlan Zhaxalykov" userId="S::t.zhaxalykov@kbtu.kz::037320a9-8ef1-4acb-bb74-1ab60141db9d" providerId="AD" clId="Web-{1255F8B2-546F-81B8-24EF-A6BAC2E313E4}" dt="2026-03-01T13:10:26.250" v="526" actId="20577"/>
          <ac:spMkLst>
            <pc:docMk/>
            <pc:sldMk cId="2504062704" sldId="306"/>
            <ac:spMk id="3" creationId="{F091E931-E707-6209-9540-4927DB9CACD5}"/>
          </ac:spMkLst>
        </pc:spChg>
        <pc:spChg chg="add">
          <ac:chgData name="Temirlan Zhaxalykov" userId="S::t.zhaxalykov@kbtu.kz::037320a9-8ef1-4acb-bb74-1ab60141db9d" providerId="AD" clId="Web-{1255F8B2-546F-81B8-24EF-A6BAC2E313E4}" dt="2026-03-01T13:08:25.590" v="522"/>
          <ac:spMkLst>
            <pc:docMk/>
            <pc:sldMk cId="2504062704" sldId="306"/>
            <ac:spMk id="8" creationId="{1B15ED52-F352-441B-82BF-E0EA34836D08}"/>
          </ac:spMkLst>
        </pc:spChg>
        <pc:spChg chg="add">
          <ac:chgData name="Temirlan Zhaxalykov" userId="S::t.zhaxalykov@kbtu.kz::037320a9-8ef1-4acb-bb74-1ab60141db9d" providerId="AD" clId="Web-{1255F8B2-546F-81B8-24EF-A6BAC2E313E4}" dt="2026-03-01T13:08:25.590" v="522"/>
          <ac:spMkLst>
            <pc:docMk/>
            <pc:sldMk cId="2504062704" sldId="306"/>
            <ac:spMk id="10" creationId="{3B2E3793-BFE6-45A2-9B7B-E18844431C99}"/>
          </ac:spMkLst>
        </pc:spChg>
        <pc:spChg chg="add">
          <ac:chgData name="Temirlan Zhaxalykov" userId="S::t.zhaxalykov@kbtu.kz::037320a9-8ef1-4acb-bb74-1ab60141db9d" providerId="AD" clId="Web-{1255F8B2-546F-81B8-24EF-A6BAC2E313E4}" dt="2026-03-01T13:08:25.590" v="522"/>
          <ac:spMkLst>
            <pc:docMk/>
            <pc:sldMk cId="2504062704" sldId="306"/>
            <ac:spMk id="12" creationId="{BC4C4868-CB8F-4AF9-9CDB-8108F2C19B67}"/>
          </ac:spMkLst>
        </pc:spChg>
        <pc:spChg chg="add">
          <ac:chgData name="Temirlan Zhaxalykov" userId="S::t.zhaxalykov@kbtu.kz::037320a9-8ef1-4acb-bb74-1ab60141db9d" providerId="AD" clId="Web-{1255F8B2-546F-81B8-24EF-A6BAC2E313E4}" dt="2026-03-01T13:08:25.590" v="522"/>
          <ac:spMkLst>
            <pc:docMk/>
            <pc:sldMk cId="2504062704" sldId="306"/>
            <ac:spMk id="14" creationId="{375E0459-6403-40CD-989D-56A4407CA12E}"/>
          </ac:spMkLst>
        </pc:spChg>
        <pc:spChg chg="add">
          <ac:chgData name="Temirlan Zhaxalykov" userId="S::t.zhaxalykov@kbtu.kz::037320a9-8ef1-4acb-bb74-1ab60141db9d" providerId="AD" clId="Web-{1255F8B2-546F-81B8-24EF-A6BAC2E313E4}" dt="2026-03-01T13:08:25.590" v="522"/>
          <ac:spMkLst>
            <pc:docMk/>
            <pc:sldMk cId="2504062704" sldId="306"/>
            <ac:spMk id="16" creationId="{53E5B1A8-3AC9-4BD1-9BBC-78CA94F2D1BA}"/>
          </ac:spMkLst>
        </pc:spChg>
      </pc:sldChg>
      <pc:sldChg chg="addSp modSp new mod setBg">
        <pc:chgData name="Temirlan Zhaxalykov" userId="S::t.zhaxalykov@kbtu.kz::037320a9-8ef1-4acb-bb74-1ab60141db9d" providerId="AD" clId="Web-{1255F8B2-546F-81B8-24EF-A6BAC2E313E4}" dt="2026-03-01T13:11:36.568" v="537" actId="20577"/>
        <pc:sldMkLst>
          <pc:docMk/>
          <pc:sldMk cId="2553182536" sldId="307"/>
        </pc:sldMkLst>
        <pc:spChg chg="mod">
          <ac:chgData name="Temirlan Zhaxalykov" userId="S::t.zhaxalykov@kbtu.kz::037320a9-8ef1-4acb-bb74-1ab60141db9d" providerId="AD" clId="Web-{1255F8B2-546F-81B8-24EF-A6BAC2E313E4}" dt="2026-03-01T13:11:21.286" v="534" actId="20577"/>
          <ac:spMkLst>
            <pc:docMk/>
            <pc:sldMk cId="2553182536" sldId="307"/>
            <ac:spMk id="2" creationId="{B86B2634-33FC-723F-C5BC-FFEA59D28328}"/>
          </ac:spMkLst>
        </pc:spChg>
        <pc:spChg chg="mod">
          <ac:chgData name="Temirlan Zhaxalykov" userId="S::t.zhaxalykov@kbtu.kz::037320a9-8ef1-4acb-bb74-1ab60141db9d" providerId="AD" clId="Web-{1255F8B2-546F-81B8-24EF-A6BAC2E313E4}" dt="2026-03-01T13:11:36.568" v="537" actId="20577"/>
          <ac:spMkLst>
            <pc:docMk/>
            <pc:sldMk cId="2553182536" sldId="307"/>
            <ac:spMk id="3" creationId="{4024AB03-B369-EEE7-33EF-918FAB1194D8}"/>
          </ac:spMkLst>
        </pc:spChg>
        <pc:spChg chg="add">
          <ac:chgData name="Temirlan Zhaxalykov" userId="S::t.zhaxalykov@kbtu.kz::037320a9-8ef1-4acb-bb74-1ab60141db9d" providerId="AD" clId="Web-{1255F8B2-546F-81B8-24EF-A6BAC2E313E4}" dt="2026-03-01T13:11:10.990" v="530"/>
          <ac:spMkLst>
            <pc:docMk/>
            <pc:sldMk cId="2553182536" sldId="307"/>
            <ac:spMk id="8" creationId="{1B15ED52-F352-441B-82BF-E0EA34836D08}"/>
          </ac:spMkLst>
        </pc:spChg>
        <pc:spChg chg="add">
          <ac:chgData name="Temirlan Zhaxalykov" userId="S::t.zhaxalykov@kbtu.kz::037320a9-8ef1-4acb-bb74-1ab60141db9d" providerId="AD" clId="Web-{1255F8B2-546F-81B8-24EF-A6BAC2E313E4}" dt="2026-03-01T13:11:10.990" v="530"/>
          <ac:spMkLst>
            <pc:docMk/>
            <pc:sldMk cId="2553182536" sldId="307"/>
            <ac:spMk id="10" creationId="{3B2E3793-BFE6-45A2-9B7B-E18844431C99}"/>
          </ac:spMkLst>
        </pc:spChg>
        <pc:spChg chg="add">
          <ac:chgData name="Temirlan Zhaxalykov" userId="S::t.zhaxalykov@kbtu.kz::037320a9-8ef1-4acb-bb74-1ab60141db9d" providerId="AD" clId="Web-{1255F8B2-546F-81B8-24EF-A6BAC2E313E4}" dt="2026-03-01T13:11:10.990" v="530"/>
          <ac:spMkLst>
            <pc:docMk/>
            <pc:sldMk cId="2553182536" sldId="307"/>
            <ac:spMk id="12" creationId="{BC4C4868-CB8F-4AF9-9CDB-8108F2C19B67}"/>
          </ac:spMkLst>
        </pc:spChg>
        <pc:spChg chg="add">
          <ac:chgData name="Temirlan Zhaxalykov" userId="S::t.zhaxalykov@kbtu.kz::037320a9-8ef1-4acb-bb74-1ab60141db9d" providerId="AD" clId="Web-{1255F8B2-546F-81B8-24EF-A6BAC2E313E4}" dt="2026-03-01T13:11:10.990" v="530"/>
          <ac:spMkLst>
            <pc:docMk/>
            <pc:sldMk cId="2553182536" sldId="307"/>
            <ac:spMk id="14" creationId="{375E0459-6403-40CD-989D-56A4407CA12E}"/>
          </ac:spMkLst>
        </pc:spChg>
        <pc:spChg chg="add">
          <ac:chgData name="Temirlan Zhaxalykov" userId="S::t.zhaxalykov@kbtu.kz::037320a9-8ef1-4acb-bb74-1ab60141db9d" providerId="AD" clId="Web-{1255F8B2-546F-81B8-24EF-A6BAC2E313E4}" dt="2026-03-01T13:11:10.990" v="530"/>
          <ac:spMkLst>
            <pc:docMk/>
            <pc:sldMk cId="2553182536" sldId="307"/>
            <ac:spMk id="16" creationId="{53E5B1A8-3AC9-4BD1-9BBC-78CA94F2D1BA}"/>
          </ac:spMkLst>
        </pc:spChg>
      </pc:sldChg>
      <pc:sldChg chg="addSp modSp new mod setBg">
        <pc:chgData name="Temirlan Zhaxalykov" userId="S::t.zhaxalykov@kbtu.kz::037320a9-8ef1-4acb-bb74-1ab60141db9d" providerId="AD" clId="Web-{1255F8B2-546F-81B8-24EF-A6BAC2E313E4}" dt="2026-03-01T13:12:28.459" v="544"/>
        <pc:sldMkLst>
          <pc:docMk/>
          <pc:sldMk cId="4052574059" sldId="308"/>
        </pc:sldMkLst>
        <pc:spChg chg="mod">
          <ac:chgData name="Temirlan Zhaxalykov" userId="S::t.zhaxalykov@kbtu.kz::037320a9-8ef1-4acb-bb74-1ab60141db9d" providerId="AD" clId="Web-{1255F8B2-546F-81B8-24EF-A6BAC2E313E4}" dt="2026-03-01T13:12:28.443" v="543"/>
          <ac:spMkLst>
            <pc:docMk/>
            <pc:sldMk cId="4052574059" sldId="308"/>
            <ac:spMk id="2" creationId="{41AEBF63-709B-2813-3DFE-2C6439136860}"/>
          </ac:spMkLst>
        </pc:spChg>
        <pc:spChg chg="mod">
          <ac:chgData name="Temirlan Zhaxalykov" userId="S::t.zhaxalykov@kbtu.kz::037320a9-8ef1-4acb-bb74-1ab60141db9d" providerId="AD" clId="Web-{1255F8B2-546F-81B8-24EF-A6BAC2E313E4}" dt="2026-03-01T13:12:28.459" v="544"/>
          <ac:spMkLst>
            <pc:docMk/>
            <pc:sldMk cId="4052574059" sldId="308"/>
            <ac:spMk id="3" creationId="{B5F7D82C-D23F-D8BA-44C8-2CA7046BF9D0}"/>
          </ac:spMkLst>
        </pc:spChg>
        <pc:spChg chg="add">
          <ac:chgData name="Temirlan Zhaxalykov" userId="S::t.zhaxalykov@kbtu.kz::037320a9-8ef1-4acb-bb74-1ab60141db9d" providerId="AD" clId="Web-{1255F8B2-546F-81B8-24EF-A6BAC2E313E4}" dt="2026-03-01T13:12:22.130" v="541"/>
          <ac:spMkLst>
            <pc:docMk/>
            <pc:sldMk cId="4052574059" sldId="308"/>
            <ac:spMk id="8" creationId="{1B15ED52-F352-441B-82BF-E0EA34836D08}"/>
          </ac:spMkLst>
        </pc:spChg>
        <pc:spChg chg="add">
          <ac:chgData name="Temirlan Zhaxalykov" userId="S::t.zhaxalykov@kbtu.kz::037320a9-8ef1-4acb-bb74-1ab60141db9d" providerId="AD" clId="Web-{1255F8B2-546F-81B8-24EF-A6BAC2E313E4}" dt="2026-03-01T13:12:22.130" v="541"/>
          <ac:spMkLst>
            <pc:docMk/>
            <pc:sldMk cId="4052574059" sldId="308"/>
            <ac:spMk id="10" creationId="{3B2E3793-BFE6-45A2-9B7B-E18844431C99}"/>
          </ac:spMkLst>
        </pc:spChg>
        <pc:spChg chg="add">
          <ac:chgData name="Temirlan Zhaxalykov" userId="S::t.zhaxalykov@kbtu.kz::037320a9-8ef1-4acb-bb74-1ab60141db9d" providerId="AD" clId="Web-{1255F8B2-546F-81B8-24EF-A6BAC2E313E4}" dt="2026-03-01T13:12:22.130" v="541"/>
          <ac:spMkLst>
            <pc:docMk/>
            <pc:sldMk cId="4052574059" sldId="308"/>
            <ac:spMk id="12" creationId="{BC4C4868-CB8F-4AF9-9CDB-8108F2C19B67}"/>
          </ac:spMkLst>
        </pc:spChg>
        <pc:spChg chg="add">
          <ac:chgData name="Temirlan Zhaxalykov" userId="S::t.zhaxalykov@kbtu.kz::037320a9-8ef1-4acb-bb74-1ab60141db9d" providerId="AD" clId="Web-{1255F8B2-546F-81B8-24EF-A6BAC2E313E4}" dt="2026-03-01T13:12:22.130" v="541"/>
          <ac:spMkLst>
            <pc:docMk/>
            <pc:sldMk cId="4052574059" sldId="308"/>
            <ac:spMk id="14" creationId="{375E0459-6403-40CD-989D-56A4407CA12E}"/>
          </ac:spMkLst>
        </pc:spChg>
        <pc:spChg chg="add">
          <ac:chgData name="Temirlan Zhaxalykov" userId="S::t.zhaxalykov@kbtu.kz::037320a9-8ef1-4acb-bb74-1ab60141db9d" providerId="AD" clId="Web-{1255F8B2-546F-81B8-24EF-A6BAC2E313E4}" dt="2026-03-01T13:12:22.130" v="541"/>
          <ac:spMkLst>
            <pc:docMk/>
            <pc:sldMk cId="4052574059" sldId="308"/>
            <ac:spMk id="16" creationId="{53E5B1A8-3AC9-4BD1-9BBC-78CA94F2D1BA}"/>
          </ac:spMkLst>
        </pc:spChg>
      </pc:sldChg>
      <pc:sldChg chg="addSp modSp new mod setBg">
        <pc:chgData name="Temirlan Zhaxalykov" userId="S::t.zhaxalykov@kbtu.kz::037320a9-8ef1-4acb-bb74-1ab60141db9d" providerId="AD" clId="Web-{1255F8B2-546F-81B8-24EF-A6BAC2E313E4}" dt="2026-03-01T13:15:16.006" v="565" actId="20577"/>
        <pc:sldMkLst>
          <pc:docMk/>
          <pc:sldMk cId="2907847799" sldId="309"/>
        </pc:sldMkLst>
        <pc:spChg chg="mod">
          <ac:chgData name="Temirlan Zhaxalykov" userId="S::t.zhaxalykov@kbtu.kz::037320a9-8ef1-4acb-bb74-1ab60141db9d" providerId="AD" clId="Web-{1255F8B2-546F-81B8-24EF-A6BAC2E313E4}" dt="2026-03-01T13:15:16.006" v="565" actId="20577"/>
          <ac:spMkLst>
            <pc:docMk/>
            <pc:sldMk cId="2907847799" sldId="309"/>
            <ac:spMk id="2" creationId="{C182892F-FD08-0400-C6BD-BDD16A077520}"/>
          </ac:spMkLst>
        </pc:spChg>
        <pc:spChg chg="mod">
          <ac:chgData name="Temirlan Zhaxalykov" userId="S::t.zhaxalykov@kbtu.kz::037320a9-8ef1-4acb-bb74-1ab60141db9d" providerId="AD" clId="Web-{1255F8B2-546F-81B8-24EF-A6BAC2E313E4}" dt="2026-03-01T13:15:13.146" v="564"/>
          <ac:spMkLst>
            <pc:docMk/>
            <pc:sldMk cId="2907847799" sldId="309"/>
            <ac:spMk id="3" creationId="{78ECD367-DC29-337B-8BFB-DE6EDE4C35E6}"/>
          </ac:spMkLst>
        </pc:spChg>
        <pc:spChg chg="add">
          <ac:chgData name="Temirlan Zhaxalykov" userId="S::t.zhaxalykov@kbtu.kz::037320a9-8ef1-4acb-bb74-1ab60141db9d" providerId="AD" clId="Web-{1255F8B2-546F-81B8-24EF-A6BAC2E313E4}" dt="2026-03-01T13:15:04.475" v="561"/>
          <ac:spMkLst>
            <pc:docMk/>
            <pc:sldMk cId="2907847799" sldId="309"/>
            <ac:spMk id="8" creationId="{1B15ED52-F352-441B-82BF-E0EA34836D08}"/>
          </ac:spMkLst>
        </pc:spChg>
        <pc:spChg chg="add">
          <ac:chgData name="Temirlan Zhaxalykov" userId="S::t.zhaxalykov@kbtu.kz::037320a9-8ef1-4acb-bb74-1ab60141db9d" providerId="AD" clId="Web-{1255F8B2-546F-81B8-24EF-A6BAC2E313E4}" dt="2026-03-01T13:15:04.475" v="561"/>
          <ac:spMkLst>
            <pc:docMk/>
            <pc:sldMk cId="2907847799" sldId="309"/>
            <ac:spMk id="10" creationId="{3B2E3793-BFE6-45A2-9B7B-E18844431C99}"/>
          </ac:spMkLst>
        </pc:spChg>
        <pc:spChg chg="add">
          <ac:chgData name="Temirlan Zhaxalykov" userId="S::t.zhaxalykov@kbtu.kz::037320a9-8ef1-4acb-bb74-1ab60141db9d" providerId="AD" clId="Web-{1255F8B2-546F-81B8-24EF-A6BAC2E313E4}" dt="2026-03-01T13:15:04.475" v="561"/>
          <ac:spMkLst>
            <pc:docMk/>
            <pc:sldMk cId="2907847799" sldId="309"/>
            <ac:spMk id="12" creationId="{BC4C4868-CB8F-4AF9-9CDB-8108F2C19B67}"/>
          </ac:spMkLst>
        </pc:spChg>
        <pc:spChg chg="add">
          <ac:chgData name="Temirlan Zhaxalykov" userId="S::t.zhaxalykov@kbtu.kz::037320a9-8ef1-4acb-bb74-1ab60141db9d" providerId="AD" clId="Web-{1255F8B2-546F-81B8-24EF-A6BAC2E313E4}" dt="2026-03-01T13:15:04.475" v="561"/>
          <ac:spMkLst>
            <pc:docMk/>
            <pc:sldMk cId="2907847799" sldId="309"/>
            <ac:spMk id="14" creationId="{375E0459-6403-40CD-989D-56A4407CA12E}"/>
          </ac:spMkLst>
        </pc:spChg>
        <pc:spChg chg="add">
          <ac:chgData name="Temirlan Zhaxalykov" userId="S::t.zhaxalykov@kbtu.kz::037320a9-8ef1-4acb-bb74-1ab60141db9d" providerId="AD" clId="Web-{1255F8B2-546F-81B8-24EF-A6BAC2E313E4}" dt="2026-03-01T13:15:04.475" v="561"/>
          <ac:spMkLst>
            <pc:docMk/>
            <pc:sldMk cId="2907847799" sldId="309"/>
            <ac:spMk id="16" creationId="{53E5B1A8-3AC9-4BD1-9BBC-78CA94F2D1BA}"/>
          </ac:spMkLst>
        </pc:spChg>
      </pc:sldChg>
      <pc:sldChg chg="modSp add replId">
        <pc:chgData name="Temirlan Zhaxalykov" userId="S::t.zhaxalykov@kbtu.kz::037320a9-8ef1-4acb-bb74-1ab60141db9d" providerId="AD" clId="Web-{1255F8B2-546F-81B8-24EF-A6BAC2E313E4}" dt="2026-03-01T13:14:44.381" v="558" actId="20577"/>
        <pc:sldMkLst>
          <pc:docMk/>
          <pc:sldMk cId="1633433746" sldId="310"/>
        </pc:sldMkLst>
        <pc:spChg chg="mod">
          <ac:chgData name="Temirlan Zhaxalykov" userId="S::t.zhaxalykov@kbtu.kz::037320a9-8ef1-4acb-bb74-1ab60141db9d" providerId="AD" clId="Web-{1255F8B2-546F-81B8-24EF-A6BAC2E313E4}" dt="2026-03-01T13:14:40.193" v="557" actId="20577"/>
          <ac:spMkLst>
            <pc:docMk/>
            <pc:sldMk cId="1633433746" sldId="310"/>
            <ac:spMk id="2" creationId="{10B3C8F5-C9BD-C0DE-5255-866567470E11}"/>
          </ac:spMkLst>
        </pc:spChg>
        <pc:spChg chg="mod">
          <ac:chgData name="Temirlan Zhaxalykov" userId="S::t.zhaxalykov@kbtu.kz::037320a9-8ef1-4acb-bb74-1ab60141db9d" providerId="AD" clId="Web-{1255F8B2-546F-81B8-24EF-A6BAC2E313E4}" dt="2026-03-01T13:14:44.381" v="558" actId="20577"/>
          <ac:spMkLst>
            <pc:docMk/>
            <pc:sldMk cId="1633433746" sldId="310"/>
            <ac:spMk id="3" creationId="{07AA650F-4157-C7BB-DABA-F32475A2229A}"/>
          </ac:spMkLst>
        </pc:spChg>
      </pc:sldChg>
      <pc:sldChg chg="addSp modSp new mod setBg">
        <pc:chgData name="Temirlan Zhaxalykov" userId="S::t.zhaxalykov@kbtu.kz::037320a9-8ef1-4acb-bb74-1ab60141db9d" providerId="AD" clId="Web-{1255F8B2-546F-81B8-24EF-A6BAC2E313E4}" dt="2026-03-01T13:15:52.975" v="573" actId="20577"/>
        <pc:sldMkLst>
          <pc:docMk/>
          <pc:sldMk cId="1629040397" sldId="311"/>
        </pc:sldMkLst>
        <pc:spChg chg="mod">
          <ac:chgData name="Temirlan Zhaxalykov" userId="S::t.zhaxalykov@kbtu.kz::037320a9-8ef1-4acb-bb74-1ab60141db9d" providerId="AD" clId="Web-{1255F8B2-546F-81B8-24EF-A6BAC2E313E4}" dt="2026-03-01T13:15:50.412" v="571"/>
          <ac:spMkLst>
            <pc:docMk/>
            <pc:sldMk cId="1629040397" sldId="311"/>
            <ac:spMk id="2" creationId="{8E49874E-A709-3667-EDB1-70A9108CF01D}"/>
          </ac:spMkLst>
        </pc:spChg>
        <pc:spChg chg="mod">
          <ac:chgData name="Temirlan Zhaxalykov" userId="S::t.zhaxalykov@kbtu.kz::037320a9-8ef1-4acb-bb74-1ab60141db9d" providerId="AD" clId="Web-{1255F8B2-546F-81B8-24EF-A6BAC2E313E4}" dt="2026-03-01T13:15:52.975" v="573" actId="20577"/>
          <ac:spMkLst>
            <pc:docMk/>
            <pc:sldMk cId="1629040397" sldId="311"/>
            <ac:spMk id="3" creationId="{EF40CCA9-6125-29A9-1809-C2436D5BF2AA}"/>
          </ac:spMkLst>
        </pc:spChg>
        <pc:spChg chg="add">
          <ac:chgData name="Temirlan Zhaxalykov" userId="S::t.zhaxalykov@kbtu.kz::037320a9-8ef1-4acb-bb74-1ab60141db9d" providerId="AD" clId="Web-{1255F8B2-546F-81B8-24EF-A6BAC2E313E4}" dt="2026-03-01T13:15:43.693" v="569"/>
          <ac:spMkLst>
            <pc:docMk/>
            <pc:sldMk cId="1629040397" sldId="311"/>
            <ac:spMk id="8" creationId="{1B15ED52-F352-441B-82BF-E0EA34836D08}"/>
          </ac:spMkLst>
        </pc:spChg>
        <pc:spChg chg="add">
          <ac:chgData name="Temirlan Zhaxalykov" userId="S::t.zhaxalykov@kbtu.kz::037320a9-8ef1-4acb-bb74-1ab60141db9d" providerId="AD" clId="Web-{1255F8B2-546F-81B8-24EF-A6BAC2E313E4}" dt="2026-03-01T13:15:43.693" v="569"/>
          <ac:spMkLst>
            <pc:docMk/>
            <pc:sldMk cId="1629040397" sldId="311"/>
            <ac:spMk id="10" creationId="{3B2E3793-BFE6-45A2-9B7B-E18844431C99}"/>
          </ac:spMkLst>
        </pc:spChg>
        <pc:spChg chg="add">
          <ac:chgData name="Temirlan Zhaxalykov" userId="S::t.zhaxalykov@kbtu.kz::037320a9-8ef1-4acb-bb74-1ab60141db9d" providerId="AD" clId="Web-{1255F8B2-546F-81B8-24EF-A6BAC2E313E4}" dt="2026-03-01T13:15:43.693" v="569"/>
          <ac:spMkLst>
            <pc:docMk/>
            <pc:sldMk cId="1629040397" sldId="311"/>
            <ac:spMk id="12" creationId="{BC4C4868-CB8F-4AF9-9CDB-8108F2C19B67}"/>
          </ac:spMkLst>
        </pc:spChg>
        <pc:spChg chg="add">
          <ac:chgData name="Temirlan Zhaxalykov" userId="S::t.zhaxalykov@kbtu.kz::037320a9-8ef1-4acb-bb74-1ab60141db9d" providerId="AD" clId="Web-{1255F8B2-546F-81B8-24EF-A6BAC2E313E4}" dt="2026-03-01T13:15:43.693" v="569"/>
          <ac:spMkLst>
            <pc:docMk/>
            <pc:sldMk cId="1629040397" sldId="311"/>
            <ac:spMk id="14" creationId="{375E0459-6403-40CD-989D-56A4407CA12E}"/>
          </ac:spMkLst>
        </pc:spChg>
        <pc:spChg chg="add">
          <ac:chgData name="Temirlan Zhaxalykov" userId="S::t.zhaxalykov@kbtu.kz::037320a9-8ef1-4acb-bb74-1ab60141db9d" providerId="AD" clId="Web-{1255F8B2-546F-81B8-24EF-A6BAC2E313E4}" dt="2026-03-01T13:15:43.693" v="569"/>
          <ac:spMkLst>
            <pc:docMk/>
            <pc:sldMk cId="1629040397" sldId="311"/>
            <ac:spMk id="16" creationId="{53E5B1A8-3AC9-4BD1-9BBC-78CA94F2D1BA}"/>
          </ac:spMkLst>
        </pc:spChg>
      </pc:sldChg>
      <pc:sldChg chg="addSp modSp new mod setBg">
        <pc:chgData name="Temirlan Zhaxalykov" userId="S::t.zhaxalykov@kbtu.kz::037320a9-8ef1-4acb-bb74-1ab60141db9d" providerId="AD" clId="Web-{1255F8B2-546F-81B8-24EF-A6BAC2E313E4}" dt="2026-03-01T13:16:25.709" v="586" actId="20577"/>
        <pc:sldMkLst>
          <pc:docMk/>
          <pc:sldMk cId="4249796865" sldId="312"/>
        </pc:sldMkLst>
        <pc:spChg chg="mod">
          <ac:chgData name="Temirlan Zhaxalykov" userId="S::t.zhaxalykov@kbtu.kz::037320a9-8ef1-4acb-bb74-1ab60141db9d" providerId="AD" clId="Web-{1255F8B2-546F-81B8-24EF-A6BAC2E313E4}" dt="2026-03-01T13:16:19.787" v="581"/>
          <ac:spMkLst>
            <pc:docMk/>
            <pc:sldMk cId="4249796865" sldId="312"/>
            <ac:spMk id="2" creationId="{4118F5CC-C917-6FD5-90DB-42F2E9460B22}"/>
          </ac:spMkLst>
        </pc:spChg>
        <pc:spChg chg="mod">
          <ac:chgData name="Temirlan Zhaxalykov" userId="S::t.zhaxalykov@kbtu.kz::037320a9-8ef1-4acb-bb74-1ab60141db9d" providerId="AD" clId="Web-{1255F8B2-546F-81B8-24EF-A6BAC2E313E4}" dt="2026-03-01T13:16:25.709" v="586" actId="20577"/>
          <ac:spMkLst>
            <pc:docMk/>
            <pc:sldMk cId="4249796865" sldId="312"/>
            <ac:spMk id="3" creationId="{363B76AF-1F39-4971-247D-49FC59A7E587}"/>
          </ac:spMkLst>
        </pc:spChg>
        <pc:spChg chg="add">
          <ac:chgData name="Temirlan Zhaxalykov" userId="S::t.zhaxalykov@kbtu.kz::037320a9-8ef1-4acb-bb74-1ab60141db9d" providerId="AD" clId="Web-{1255F8B2-546F-81B8-24EF-A6BAC2E313E4}" dt="2026-03-01T13:16:13.897" v="578"/>
          <ac:spMkLst>
            <pc:docMk/>
            <pc:sldMk cId="4249796865" sldId="312"/>
            <ac:spMk id="8" creationId="{1B15ED52-F352-441B-82BF-E0EA34836D08}"/>
          </ac:spMkLst>
        </pc:spChg>
        <pc:spChg chg="add">
          <ac:chgData name="Temirlan Zhaxalykov" userId="S::t.zhaxalykov@kbtu.kz::037320a9-8ef1-4acb-bb74-1ab60141db9d" providerId="AD" clId="Web-{1255F8B2-546F-81B8-24EF-A6BAC2E313E4}" dt="2026-03-01T13:16:13.897" v="578"/>
          <ac:spMkLst>
            <pc:docMk/>
            <pc:sldMk cId="4249796865" sldId="312"/>
            <ac:spMk id="10" creationId="{3B2E3793-BFE6-45A2-9B7B-E18844431C99}"/>
          </ac:spMkLst>
        </pc:spChg>
        <pc:spChg chg="add">
          <ac:chgData name="Temirlan Zhaxalykov" userId="S::t.zhaxalykov@kbtu.kz::037320a9-8ef1-4acb-bb74-1ab60141db9d" providerId="AD" clId="Web-{1255F8B2-546F-81B8-24EF-A6BAC2E313E4}" dt="2026-03-01T13:16:13.897" v="578"/>
          <ac:spMkLst>
            <pc:docMk/>
            <pc:sldMk cId="4249796865" sldId="312"/>
            <ac:spMk id="12" creationId="{BC4C4868-CB8F-4AF9-9CDB-8108F2C19B67}"/>
          </ac:spMkLst>
        </pc:spChg>
        <pc:spChg chg="add">
          <ac:chgData name="Temirlan Zhaxalykov" userId="S::t.zhaxalykov@kbtu.kz::037320a9-8ef1-4acb-bb74-1ab60141db9d" providerId="AD" clId="Web-{1255F8B2-546F-81B8-24EF-A6BAC2E313E4}" dt="2026-03-01T13:16:13.897" v="578"/>
          <ac:spMkLst>
            <pc:docMk/>
            <pc:sldMk cId="4249796865" sldId="312"/>
            <ac:spMk id="14" creationId="{375E0459-6403-40CD-989D-56A4407CA12E}"/>
          </ac:spMkLst>
        </pc:spChg>
        <pc:spChg chg="add">
          <ac:chgData name="Temirlan Zhaxalykov" userId="S::t.zhaxalykov@kbtu.kz::037320a9-8ef1-4acb-bb74-1ab60141db9d" providerId="AD" clId="Web-{1255F8B2-546F-81B8-24EF-A6BAC2E313E4}" dt="2026-03-01T13:16:13.897" v="578"/>
          <ac:spMkLst>
            <pc:docMk/>
            <pc:sldMk cId="4249796865" sldId="312"/>
            <ac:spMk id="16" creationId="{53E5B1A8-3AC9-4BD1-9BBC-78CA94F2D1BA}"/>
          </ac:spMkLst>
        </pc:spChg>
      </pc:sldChg>
      <pc:sldChg chg="addSp modSp new mod setBg">
        <pc:chgData name="Temirlan Zhaxalykov" userId="S::t.zhaxalykov@kbtu.kz::037320a9-8ef1-4acb-bb74-1ab60141db9d" providerId="AD" clId="Web-{1255F8B2-546F-81B8-24EF-A6BAC2E313E4}" dt="2026-03-01T13:17:03.792" v="598" actId="20577"/>
        <pc:sldMkLst>
          <pc:docMk/>
          <pc:sldMk cId="1533825039" sldId="313"/>
        </pc:sldMkLst>
        <pc:spChg chg="mod">
          <ac:chgData name="Temirlan Zhaxalykov" userId="S::t.zhaxalykov@kbtu.kz::037320a9-8ef1-4acb-bb74-1ab60141db9d" providerId="AD" clId="Web-{1255F8B2-546F-81B8-24EF-A6BAC2E313E4}" dt="2026-03-01T13:16:51.464" v="591"/>
          <ac:spMkLst>
            <pc:docMk/>
            <pc:sldMk cId="1533825039" sldId="313"/>
            <ac:spMk id="2" creationId="{389C5923-4A04-CE02-2BC6-8C9B51164BBD}"/>
          </ac:spMkLst>
        </pc:spChg>
        <pc:spChg chg="mod">
          <ac:chgData name="Temirlan Zhaxalykov" userId="S::t.zhaxalykov@kbtu.kz::037320a9-8ef1-4acb-bb74-1ab60141db9d" providerId="AD" clId="Web-{1255F8B2-546F-81B8-24EF-A6BAC2E313E4}" dt="2026-03-01T13:17:03.792" v="598" actId="20577"/>
          <ac:spMkLst>
            <pc:docMk/>
            <pc:sldMk cId="1533825039" sldId="313"/>
            <ac:spMk id="3" creationId="{BDCE321B-7881-7D87-EFC7-6CE76758E4AA}"/>
          </ac:spMkLst>
        </pc:spChg>
        <pc:spChg chg="add">
          <ac:chgData name="Temirlan Zhaxalykov" userId="S::t.zhaxalykov@kbtu.kz::037320a9-8ef1-4acb-bb74-1ab60141db9d" providerId="AD" clId="Web-{1255F8B2-546F-81B8-24EF-A6BAC2E313E4}" dt="2026-03-01T13:16:51.464" v="591"/>
          <ac:spMkLst>
            <pc:docMk/>
            <pc:sldMk cId="1533825039" sldId="313"/>
            <ac:spMk id="8" creationId="{1B15ED52-F352-441B-82BF-E0EA34836D08}"/>
          </ac:spMkLst>
        </pc:spChg>
        <pc:spChg chg="add">
          <ac:chgData name="Temirlan Zhaxalykov" userId="S::t.zhaxalykov@kbtu.kz::037320a9-8ef1-4acb-bb74-1ab60141db9d" providerId="AD" clId="Web-{1255F8B2-546F-81B8-24EF-A6BAC2E313E4}" dt="2026-03-01T13:16:51.464" v="591"/>
          <ac:spMkLst>
            <pc:docMk/>
            <pc:sldMk cId="1533825039" sldId="313"/>
            <ac:spMk id="10" creationId="{3B2E3793-BFE6-45A2-9B7B-E18844431C99}"/>
          </ac:spMkLst>
        </pc:spChg>
        <pc:spChg chg="add">
          <ac:chgData name="Temirlan Zhaxalykov" userId="S::t.zhaxalykov@kbtu.kz::037320a9-8ef1-4acb-bb74-1ab60141db9d" providerId="AD" clId="Web-{1255F8B2-546F-81B8-24EF-A6BAC2E313E4}" dt="2026-03-01T13:16:51.464" v="591"/>
          <ac:spMkLst>
            <pc:docMk/>
            <pc:sldMk cId="1533825039" sldId="313"/>
            <ac:spMk id="12" creationId="{BC4C4868-CB8F-4AF9-9CDB-8108F2C19B67}"/>
          </ac:spMkLst>
        </pc:spChg>
        <pc:spChg chg="add">
          <ac:chgData name="Temirlan Zhaxalykov" userId="S::t.zhaxalykov@kbtu.kz::037320a9-8ef1-4acb-bb74-1ab60141db9d" providerId="AD" clId="Web-{1255F8B2-546F-81B8-24EF-A6BAC2E313E4}" dt="2026-03-01T13:16:51.464" v="591"/>
          <ac:spMkLst>
            <pc:docMk/>
            <pc:sldMk cId="1533825039" sldId="313"/>
            <ac:spMk id="14" creationId="{375E0459-6403-40CD-989D-56A4407CA12E}"/>
          </ac:spMkLst>
        </pc:spChg>
        <pc:spChg chg="add">
          <ac:chgData name="Temirlan Zhaxalykov" userId="S::t.zhaxalykov@kbtu.kz::037320a9-8ef1-4acb-bb74-1ab60141db9d" providerId="AD" clId="Web-{1255F8B2-546F-81B8-24EF-A6BAC2E313E4}" dt="2026-03-01T13:16:51.464" v="591"/>
          <ac:spMkLst>
            <pc:docMk/>
            <pc:sldMk cId="1533825039" sldId="313"/>
            <ac:spMk id="16" creationId="{53E5B1A8-3AC9-4BD1-9BBC-78CA94F2D1BA}"/>
          </ac:spMkLst>
        </pc:spChg>
      </pc:sldChg>
      <pc:sldChg chg="addSp modSp new mod setBg">
        <pc:chgData name="Temirlan Zhaxalykov" userId="S::t.zhaxalykov@kbtu.kz::037320a9-8ef1-4acb-bb74-1ab60141db9d" providerId="AD" clId="Web-{1255F8B2-546F-81B8-24EF-A6BAC2E313E4}" dt="2026-03-01T13:17:39.496" v="606" actId="20577"/>
        <pc:sldMkLst>
          <pc:docMk/>
          <pc:sldMk cId="2853138244" sldId="314"/>
        </pc:sldMkLst>
        <pc:spChg chg="mod">
          <ac:chgData name="Temirlan Zhaxalykov" userId="S::t.zhaxalykov@kbtu.kz::037320a9-8ef1-4acb-bb74-1ab60141db9d" providerId="AD" clId="Web-{1255F8B2-546F-81B8-24EF-A6BAC2E313E4}" dt="2026-03-01T13:17:37.121" v="604"/>
          <ac:spMkLst>
            <pc:docMk/>
            <pc:sldMk cId="2853138244" sldId="314"/>
            <ac:spMk id="2" creationId="{D00D105E-CA2C-E2A9-031B-98429262769E}"/>
          </ac:spMkLst>
        </pc:spChg>
        <pc:spChg chg="mod">
          <ac:chgData name="Temirlan Zhaxalykov" userId="S::t.zhaxalykov@kbtu.kz::037320a9-8ef1-4acb-bb74-1ab60141db9d" providerId="AD" clId="Web-{1255F8B2-546F-81B8-24EF-A6BAC2E313E4}" dt="2026-03-01T13:17:39.496" v="606" actId="20577"/>
          <ac:spMkLst>
            <pc:docMk/>
            <pc:sldMk cId="2853138244" sldId="314"/>
            <ac:spMk id="3" creationId="{40A15BA4-C9BC-30D1-E865-AC39DA5C5FAF}"/>
          </ac:spMkLst>
        </pc:spChg>
        <pc:spChg chg="add">
          <ac:chgData name="Temirlan Zhaxalykov" userId="S::t.zhaxalykov@kbtu.kz::037320a9-8ef1-4acb-bb74-1ab60141db9d" providerId="AD" clId="Web-{1255F8B2-546F-81B8-24EF-A6BAC2E313E4}" dt="2026-03-01T13:17:30.043" v="602"/>
          <ac:spMkLst>
            <pc:docMk/>
            <pc:sldMk cId="2853138244" sldId="314"/>
            <ac:spMk id="8" creationId="{1B15ED52-F352-441B-82BF-E0EA34836D08}"/>
          </ac:spMkLst>
        </pc:spChg>
        <pc:spChg chg="add">
          <ac:chgData name="Temirlan Zhaxalykov" userId="S::t.zhaxalykov@kbtu.kz::037320a9-8ef1-4acb-bb74-1ab60141db9d" providerId="AD" clId="Web-{1255F8B2-546F-81B8-24EF-A6BAC2E313E4}" dt="2026-03-01T13:17:30.043" v="602"/>
          <ac:spMkLst>
            <pc:docMk/>
            <pc:sldMk cId="2853138244" sldId="314"/>
            <ac:spMk id="10" creationId="{3B2E3793-BFE6-45A2-9B7B-E18844431C99}"/>
          </ac:spMkLst>
        </pc:spChg>
        <pc:spChg chg="add">
          <ac:chgData name="Temirlan Zhaxalykov" userId="S::t.zhaxalykov@kbtu.kz::037320a9-8ef1-4acb-bb74-1ab60141db9d" providerId="AD" clId="Web-{1255F8B2-546F-81B8-24EF-A6BAC2E313E4}" dt="2026-03-01T13:17:30.043" v="602"/>
          <ac:spMkLst>
            <pc:docMk/>
            <pc:sldMk cId="2853138244" sldId="314"/>
            <ac:spMk id="12" creationId="{BC4C4868-CB8F-4AF9-9CDB-8108F2C19B67}"/>
          </ac:spMkLst>
        </pc:spChg>
        <pc:spChg chg="add">
          <ac:chgData name="Temirlan Zhaxalykov" userId="S::t.zhaxalykov@kbtu.kz::037320a9-8ef1-4acb-bb74-1ab60141db9d" providerId="AD" clId="Web-{1255F8B2-546F-81B8-24EF-A6BAC2E313E4}" dt="2026-03-01T13:17:30.043" v="602"/>
          <ac:spMkLst>
            <pc:docMk/>
            <pc:sldMk cId="2853138244" sldId="314"/>
            <ac:spMk id="14" creationId="{375E0459-6403-40CD-989D-56A4407CA12E}"/>
          </ac:spMkLst>
        </pc:spChg>
        <pc:spChg chg="add">
          <ac:chgData name="Temirlan Zhaxalykov" userId="S::t.zhaxalykov@kbtu.kz::037320a9-8ef1-4acb-bb74-1ab60141db9d" providerId="AD" clId="Web-{1255F8B2-546F-81B8-24EF-A6BAC2E313E4}" dt="2026-03-01T13:17:30.043" v="602"/>
          <ac:spMkLst>
            <pc:docMk/>
            <pc:sldMk cId="2853138244" sldId="314"/>
            <ac:spMk id="16" creationId="{53E5B1A8-3AC9-4BD1-9BBC-78CA94F2D1BA}"/>
          </ac:spMkLst>
        </pc:spChg>
      </pc:sldChg>
      <pc:sldChg chg="addSp modSp new mod setBg">
        <pc:chgData name="Temirlan Zhaxalykov" userId="S::t.zhaxalykov@kbtu.kz::037320a9-8ef1-4acb-bb74-1ab60141db9d" providerId="AD" clId="Web-{1255F8B2-546F-81B8-24EF-A6BAC2E313E4}" dt="2026-03-01T13:19:23.451" v="622" actId="20577"/>
        <pc:sldMkLst>
          <pc:docMk/>
          <pc:sldMk cId="2100131089" sldId="315"/>
        </pc:sldMkLst>
        <pc:spChg chg="mod">
          <ac:chgData name="Temirlan Zhaxalykov" userId="S::t.zhaxalykov@kbtu.kz::037320a9-8ef1-4acb-bb74-1ab60141db9d" providerId="AD" clId="Web-{1255F8B2-546F-81B8-24EF-A6BAC2E313E4}" dt="2026-03-01T13:18:29.919" v="614" actId="20577"/>
          <ac:spMkLst>
            <pc:docMk/>
            <pc:sldMk cId="2100131089" sldId="315"/>
            <ac:spMk id="2" creationId="{4524DDAB-8D6D-D241-96A8-2165CB57E36C}"/>
          </ac:spMkLst>
        </pc:spChg>
        <pc:spChg chg="mod">
          <ac:chgData name="Temirlan Zhaxalykov" userId="S::t.zhaxalykov@kbtu.kz::037320a9-8ef1-4acb-bb74-1ab60141db9d" providerId="AD" clId="Web-{1255F8B2-546F-81B8-24EF-A6BAC2E313E4}" dt="2026-03-01T13:19:23.451" v="622" actId="20577"/>
          <ac:spMkLst>
            <pc:docMk/>
            <pc:sldMk cId="2100131089" sldId="315"/>
            <ac:spMk id="3" creationId="{2F3263BC-7115-4142-DCEA-317367EBDE86}"/>
          </ac:spMkLst>
        </pc:spChg>
        <pc:spChg chg="add">
          <ac:chgData name="Temirlan Zhaxalykov" userId="S::t.zhaxalykov@kbtu.kz::037320a9-8ef1-4acb-bb74-1ab60141db9d" providerId="AD" clId="Web-{1255F8B2-546F-81B8-24EF-A6BAC2E313E4}" dt="2026-03-01T13:18:01.887" v="609"/>
          <ac:spMkLst>
            <pc:docMk/>
            <pc:sldMk cId="2100131089" sldId="315"/>
            <ac:spMk id="8" creationId="{1B15ED52-F352-441B-82BF-E0EA34836D08}"/>
          </ac:spMkLst>
        </pc:spChg>
        <pc:spChg chg="add">
          <ac:chgData name="Temirlan Zhaxalykov" userId="S::t.zhaxalykov@kbtu.kz::037320a9-8ef1-4acb-bb74-1ab60141db9d" providerId="AD" clId="Web-{1255F8B2-546F-81B8-24EF-A6BAC2E313E4}" dt="2026-03-01T13:18:01.887" v="609"/>
          <ac:spMkLst>
            <pc:docMk/>
            <pc:sldMk cId="2100131089" sldId="315"/>
            <ac:spMk id="10" creationId="{3B2E3793-BFE6-45A2-9B7B-E18844431C99}"/>
          </ac:spMkLst>
        </pc:spChg>
        <pc:spChg chg="add">
          <ac:chgData name="Temirlan Zhaxalykov" userId="S::t.zhaxalykov@kbtu.kz::037320a9-8ef1-4acb-bb74-1ab60141db9d" providerId="AD" clId="Web-{1255F8B2-546F-81B8-24EF-A6BAC2E313E4}" dt="2026-03-01T13:18:01.887" v="609"/>
          <ac:spMkLst>
            <pc:docMk/>
            <pc:sldMk cId="2100131089" sldId="315"/>
            <ac:spMk id="12" creationId="{BC4C4868-CB8F-4AF9-9CDB-8108F2C19B67}"/>
          </ac:spMkLst>
        </pc:spChg>
        <pc:spChg chg="add">
          <ac:chgData name="Temirlan Zhaxalykov" userId="S::t.zhaxalykov@kbtu.kz::037320a9-8ef1-4acb-bb74-1ab60141db9d" providerId="AD" clId="Web-{1255F8B2-546F-81B8-24EF-A6BAC2E313E4}" dt="2026-03-01T13:18:01.887" v="609"/>
          <ac:spMkLst>
            <pc:docMk/>
            <pc:sldMk cId="2100131089" sldId="315"/>
            <ac:spMk id="14" creationId="{375E0459-6403-40CD-989D-56A4407CA12E}"/>
          </ac:spMkLst>
        </pc:spChg>
        <pc:spChg chg="add">
          <ac:chgData name="Temirlan Zhaxalykov" userId="S::t.zhaxalykov@kbtu.kz::037320a9-8ef1-4acb-bb74-1ab60141db9d" providerId="AD" clId="Web-{1255F8B2-546F-81B8-24EF-A6BAC2E313E4}" dt="2026-03-01T13:18:01.887" v="609"/>
          <ac:spMkLst>
            <pc:docMk/>
            <pc:sldMk cId="2100131089" sldId="315"/>
            <ac:spMk id="16" creationId="{53E5B1A8-3AC9-4BD1-9BBC-78CA94F2D1BA}"/>
          </ac:spMkLst>
        </pc:spChg>
      </pc:sldChg>
      <pc:sldChg chg="addSp modSp new mod setBg">
        <pc:chgData name="Temirlan Zhaxalykov" userId="S::t.zhaxalykov@kbtu.kz::037320a9-8ef1-4acb-bb74-1ab60141db9d" providerId="AD" clId="Web-{1255F8B2-546F-81B8-24EF-A6BAC2E313E4}" dt="2026-03-01T13:20:22.092" v="629"/>
        <pc:sldMkLst>
          <pc:docMk/>
          <pc:sldMk cId="1369609830" sldId="316"/>
        </pc:sldMkLst>
        <pc:spChg chg="mod">
          <ac:chgData name="Temirlan Zhaxalykov" userId="S::t.zhaxalykov@kbtu.kz::037320a9-8ef1-4acb-bb74-1ab60141db9d" providerId="AD" clId="Web-{1255F8B2-546F-81B8-24EF-A6BAC2E313E4}" dt="2026-03-01T13:20:22.061" v="628"/>
          <ac:spMkLst>
            <pc:docMk/>
            <pc:sldMk cId="1369609830" sldId="316"/>
            <ac:spMk id="2" creationId="{67F7B761-3C13-ED49-0983-C656D9ED8524}"/>
          </ac:spMkLst>
        </pc:spChg>
        <pc:spChg chg="mod">
          <ac:chgData name="Temirlan Zhaxalykov" userId="S::t.zhaxalykov@kbtu.kz::037320a9-8ef1-4acb-bb74-1ab60141db9d" providerId="AD" clId="Web-{1255F8B2-546F-81B8-24EF-A6BAC2E313E4}" dt="2026-03-01T13:20:22.092" v="629"/>
          <ac:spMkLst>
            <pc:docMk/>
            <pc:sldMk cId="1369609830" sldId="316"/>
            <ac:spMk id="3" creationId="{FB2B396B-A81E-6644-7970-A0AA0A958089}"/>
          </ac:spMkLst>
        </pc:spChg>
        <pc:spChg chg="add">
          <ac:chgData name="Temirlan Zhaxalykov" userId="S::t.zhaxalykov@kbtu.kz::037320a9-8ef1-4acb-bb74-1ab60141db9d" providerId="AD" clId="Web-{1255F8B2-546F-81B8-24EF-A6BAC2E313E4}" dt="2026-03-01T13:20:14.201" v="626"/>
          <ac:spMkLst>
            <pc:docMk/>
            <pc:sldMk cId="1369609830" sldId="316"/>
            <ac:spMk id="8" creationId="{1B15ED52-F352-441B-82BF-E0EA34836D08}"/>
          </ac:spMkLst>
        </pc:spChg>
        <pc:spChg chg="add">
          <ac:chgData name="Temirlan Zhaxalykov" userId="S::t.zhaxalykov@kbtu.kz::037320a9-8ef1-4acb-bb74-1ab60141db9d" providerId="AD" clId="Web-{1255F8B2-546F-81B8-24EF-A6BAC2E313E4}" dt="2026-03-01T13:20:14.201" v="626"/>
          <ac:spMkLst>
            <pc:docMk/>
            <pc:sldMk cId="1369609830" sldId="316"/>
            <ac:spMk id="10" creationId="{3B2E3793-BFE6-45A2-9B7B-E18844431C99}"/>
          </ac:spMkLst>
        </pc:spChg>
        <pc:spChg chg="add">
          <ac:chgData name="Temirlan Zhaxalykov" userId="S::t.zhaxalykov@kbtu.kz::037320a9-8ef1-4acb-bb74-1ab60141db9d" providerId="AD" clId="Web-{1255F8B2-546F-81B8-24EF-A6BAC2E313E4}" dt="2026-03-01T13:20:14.201" v="626"/>
          <ac:spMkLst>
            <pc:docMk/>
            <pc:sldMk cId="1369609830" sldId="316"/>
            <ac:spMk id="12" creationId="{BC4C4868-CB8F-4AF9-9CDB-8108F2C19B67}"/>
          </ac:spMkLst>
        </pc:spChg>
        <pc:spChg chg="add">
          <ac:chgData name="Temirlan Zhaxalykov" userId="S::t.zhaxalykov@kbtu.kz::037320a9-8ef1-4acb-bb74-1ab60141db9d" providerId="AD" clId="Web-{1255F8B2-546F-81B8-24EF-A6BAC2E313E4}" dt="2026-03-01T13:20:14.201" v="626"/>
          <ac:spMkLst>
            <pc:docMk/>
            <pc:sldMk cId="1369609830" sldId="316"/>
            <ac:spMk id="14" creationId="{375E0459-6403-40CD-989D-56A4407CA12E}"/>
          </ac:spMkLst>
        </pc:spChg>
        <pc:spChg chg="add">
          <ac:chgData name="Temirlan Zhaxalykov" userId="S::t.zhaxalykov@kbtu.kz::037320a9-8ef1-4acb-bb74-1ab60141db9d" providerId="AD" clId="Web-{1255F8B2-546F-81B8-24EF-A6BAC2E313E4}" dt="2026-03-01T13:20:14.201" v="626"/>
          <ac:spMkLst>
            <pc:docMk/>
            <pc:sldMk cId="1369609830" sldId="316"/>
            <ac:spMk id="16" creationId="{53E5B1A8-3AC9-4BD1-9BBC-78CA94F2D1BA}"/>
          </ac:spMkLst>
        </pc:spChg>
      </pc:sldChg>
      <pc:sldChg chg="addSp modSp new mod setBg">
        <pc:chgData name="Temirlan Zhaxalykov" userId="S::t.zhaxalykov@kbtu.kz::037320a9-8ef1-4acb-bb74-1ab60141db9d" providerId="AD" clId="Web-{1255F8B2-546F-81B8-24EF-A6BAC2E313E4}" dt="2026-03-01T13:20:58.452" v="638" actId="20577"/>
        <pc:sldMkLst>
          <pc:docMk/>
          <pc:sldMk cId="4062985661" sldId="317"/>
        </pc:sldMkLst>
        <pc:spChg chg="mod">
          <ac:chgData name="Temirlan Zhaxalykov" userId="S::t.zhaxalykov@kbtu.kz::037320a9-8ef1-4acb-bb74-1ab60141db9d" providerId="AD" clId="Web-{1255F8B2-546F-81B8-24EF-A6BAC2E313E4}" dt="2026-03-01T13:20:53.374" v="635"/>
          <ac:spMkLst>
            <pc:docMk/>
            <pc:sldMk cId="4062985661" sldId="317"/>
            <ac:spMk id="2" creationId="{97A1A1C6-4B2E-4A4B-35AF-A181D909ACE5}"/>
          </ac:spMkLst>
        </pc:spChg>
        <pc:spChg chg="mod">
          <ac:chgData name="Temirlan Zhaxalykov" userId="S::t.zhaxalykov@kbtu.kz::037320a9-8ef1-4acb-bb74-1ab60141db9d" providerId="AD" clId="Web-{1255F8B2-546F-81B8-24EF-A6BAC2E313E4}" dt="2026-03-01T13:20:58.452" v="638" actId="20577"/>
          <ac:spMkLst>
            <pc:docMk/>
            <pc:sldMk cId="4062985661" sldId="317"/>
            <ac:spMk id="3" creationId="{8769ACA8-3EB3-6714-0604-652A6A06F877}"/>
          </ac:spMkLst>
        </pc:spChg>
        <pc:spChg chg="add">
          <ac:chgData name="Temirlan Zhaxalykov" userId="S::t.zhaxalykov@kbtu.kz::037320a9-8ef1-4acb-bb74-1ab60141db9d" providerId="AD" clId="Web-{1255F8B2-546F-81B8-24EF-A6BAC2E313E4}" dt="2026-03-01T13:20:49.608" v="634"/>
          <ac:spMkLst>
            <pc:docMk/>
            <pc:sldMk cId="4062985661" sldId="317"/>
            <ac:spMk id="8" creationId="{1B15ED52-F352-441B-82BF-E0EA34836D08}"/>
          </ac:spMkLst>
        </pc:spChg>
        <pc:spChg chg="add">
          <ac:chgData name="Temirlan Zhaxalykov" userId="S::t.zhaxalykov@kbtu.kz::037320a9-8ef1-4acb-bb74-1ab60141db9d" providerId="AD" clId="Web-{1255F8B2-546F-81B8-24EF-A6BAC2E313E4}" dt="2026-03-01T13:20:49.608" v="634"/>
          <ac:spMkLst>
            <pc:docMk/>
            <pc:sldMk cId="4062985661" sldId="317"/>
            <ac:spMk id="10" creationId="{3B2E3793-BFE6-45A2-9B7B-E18844431C99}"/>
          </ac:spMkLst>
        </pc:spChg>
        <pc:spChg chg="add">
          <ac:chgData name="Temirlan Zhaxalykov" userId="S::t.zhaxalykov@kbtu.kz::037320a9-8ef1-4acb-bb74-1ab60141db9d" providerId="AD" clId="Web-{1255F8B2-546F-81B8-24EF-A6BAC2E313E4}" dt="2026-03-01T13:20:49.608" v="634"/>
          <ac:spMkLst>
            <pc:docMk/>
            <pc:sldMk cId="4062985661" sldId="317"/>
            <ac:spMk id="12" creationId="{BC4C4868-CB8F-4AF9-9CDB-8108F2C19B67}"/>
          </ac:spMkLst>
        </pc:spChg>
        <pc:spChg chg="add">
          <ac:chgData name="Temirlan Zhaxalykov" userId="S::t.zhaxalykov@kbtu.kz::037320a9-8ef1-4acb-bb74-1ab60141db9d" providerId="AD" clId="Web-{1255F8B2-546F-81B8-24EF-A6BAC2E313E4}" dt="2026-03-01T13:20:49.608" v="634"/>
          <ac:spMkLst>
            <pc:docMk/>
            <pc:sldMk cId="4062985661" sldId="317"/>
            <ac:spMk id="14" creationId="{375E0459-6403-40CD-989D-56A4407CA12E}"/>
          </ac:spMkLst>
        </pc:spChg>
        <pc:spChg chg="add">
          <ac:chgData name="Temirlan Zhaxalykov" userId="S::t.zhaxalykov@kbtu.kz::037320a9-8ef1-4acb-bb74-1ab60141db9d" providerId="AD" clId="Web-{1255F8B2-546F-81B8-24EF-A6BAC2E313E4}" dt="2026-03-01T13:20:49.608" v="634"/>
          <ac:spMkLst>
            <pc:docMk/>
            <pc:sldMk cId="4062985661" sldId="317"/>
            <ac:spMk id="16" creationId="{53E5B1A8-3AC9-4BD1-9BBC-78CA94F2D1BA}"/>
          </ac:spMkLst>
        </pc:spChg>
      </pc:sldChg>
      <pc:sldChg chg="addSp modSp new mod setBg">
        <pc:chgData name="Temirlan Zhaxalykov" userId="S::t.zhaxalykov@kbtu.kz::037320a9-8ef1-4acb-bb74-1ab60141db9d" providerId="AD" clId="Web-{1255F8B2-546F-81B8-24EF-A6BAC2E313E4}" dt="2026-03-01T13:21:27.737" v="648" actId="20577"/>
        <pc:sldMkLst>
          <pc:docMk/>
          <pc:sldMk cId="589651665" sldId="318"/>
        </pc:sldMkLst>
        <pc:spChg chg="mod">
          <ac:chgData name="Temirlan Zhaxalykov" userId="S::t.zhaxalykov@kbtu.kz::037320a9-8ef1-4acb-bb74-1ab60141db9d" providerId="AD" clId="Web-{1255F8B2-546F-81B8-24EF-A6BAC2E313E4}" dt="2026-03-01T13:21:22.721" v="645"/>
          <ac:spMkLst>
            <pc:docMk/>
            <pc:sldMk cId="589651665" sldId="318"/>
            <ac:spMk id="2" creationId="{7CE77872-9DFF-996F-6CC7-286E655CBB90}"/>
          </ac:spMkLst>
        </pc:spChg>
        <pc:spChg chg="mod">
          <ac:chgData name="Temirlan Zhaxalykov" userId="S::t.zhaxalykov@kbtu.kz::037320a9-8ef1-4acb-bb74-1ab60141db9d" providerId="AD" clId="Web-{1255F8B2-546F-81B8-24EF-A6BAC2E313E4}" dt="2026-03-01T13:21:27.737" v="648" actId="20577"/>
          <ac:spMkLst>
            <pc:docMk/>
            <pc:sldMk cId="589651665" sldId="318"/>
            <ac:spMk id="3" creationId="{B4AB9C1A-0B07-D7F3-37D0-EECA697268B4}"/>
          </ac:spMkLst>
        </pc:spChg>
        <pc:spChg chg="add">
          <ac:chgData name="Temirlan Zhaxalykov" userId="S::t.zhaxalykov@kbtu.kz::037320a9-8ef1-4acb-bb74-1ab60141db9d" providerId="AD" clId="Web-{1255F8B2-546F-81B8-24EF-A6BAC2E313E4}" dt="2026-03-01T13:21:16.952" v="643"/>
          <ac:spMkLst>
            <pc:docMk/>
            <pc:sldMk cId="589651665" sldId="318"/>
            <ac:spMk id="8" creationId="{1B15ED52-F352-441B-82BF-E0EA34836D08}"/>
          </ac:spMkLst>
        </pc:spChg>
        <pc:spChg chg="add">
          <ac:chgData name="Temirlan Zhaxalykov" userId="S::t.zhaxalykov@kbtu.kz::037320a9-8ef1-4acb-bb74-1ab60141db9d" providerId="AD" clId="Web-{1255F8B2-546F-81B8-24EF-A6BAC2E313E4}" dt="2026-03-01T13:21:16.952" v="643"/>
          <ac:spMkLst>
            <pc:docMk/>
            <pc:sldMk cId="589651665" sldId="318"/>
            <ac:spMk id="10" creationId="{3B2E3793-BFE6-45A2-9B7B-E18844431C99}"/>
          </ac:spMkLst>
        </pc:spChg>
        <pc:spChg chg="add">
          <ac:chgData name="Temirlan Zhaxalykov" userId="S::t.zhaxalykov@kbtu.kz::037320a9-8ef1-4acb-bb74-1ab60141db9d" providerId="AD" clId="Web-{1255F8B2-546F-81B8-24EF-A6BAC2E313E4}" dt="2026-03-01T13:21:16.952" v="643"/>
          <ac:spMkLst>
            <pc:docMk/>
            <pc:sldMk cId="589651665" sldId="318"/>
            <ac:spMk id="12" creationId="{BC4C4868-CB8F-4AF9-9CDB-8108F2C19B67}"/>
          </ac:spMkLst>
        </pc:spChg>
        <pc:spChg chg="add">
          <ac:chgData name="Temirlan Zhaxalykov" userId="S::t.zhaxalykov@kbtu.kz::037320a9-8ef1-4acb-bb74-1ab60141db9d" providerId="AD" clId="Web-{1255F8B2-546F-81B8-24EF-A6BAC2E313E4}" dt="2026-03-01T13:21:16.952" v="643"/>
          <ac:spMkLst>
            <pc:docMk/>
            <pc:sldMk cId="589651665" sldId="318"/>
            <ac:spMk id="14" creationId="{375E0459-6403-40CD-989D-56A4407CA12E}"/>
          </ac:spMkLst>
        </pc:spChg>
        <pc:spChg chg="add">
          <ac:chgData name="Temirlan Zhaxalykov" userId="S::t.zhaxalykov@kbtu.kz::037320a9-8ef1-4acb-bb74-1ab60141db9d" providerId="AD" clId="Web-{1255F8B2-546F-81B8-24EF-A6BAC2E313E4}" dt="2026-03-01T13:21:16.952" v="643"/>
          <ac:spMkLst>
            <pc:docMk/>
            <pc:sldMk cId="589651665" sldId="318"/>
            <ac:spMk id="16" creationId="{53E5B1A8-3AC9-4BD1-9BBC-78CA94F2D1BA}"/>
          </ac:spMkLst>
        </pc:spChg>
      </pc:sldChg>
      <pc:sldChg chg="addSp modSp new mod setBg">
        <pc:chgData name="Temirlan Zhaxalykov" userId="S::t.zhaxalykov@kbtu.kz::037320a9-8ef1-4acb-bb74-1ab60141db9d" providerId="AD" clId="Web-{1255F8B2-546F-81B8-24EF-A6BAC2E313E4}" dt="2026-03-01T13:21:55.503" v="662" actId="20577"/>
        <pc:sldMkLst>
          <pc:docMk/>
          <pc:sldMk cId="2606919768" sldId="319"/>
        </pc:sldMkLst>
        <pc:spChg chg="mod">
          <ac:chgData name="Temirlan Zhaxalykov" userId="S::t.zhaxalykov@kbtu.kz::037320a9-8ef1-4acb-bb74-1ab60141db9d" providerId="AD" clId="Web-{1255F8B2-546F-81B8-24EF-A6BAC2E313E4}" dt="2026-03-01T13:21:55.487" v="661" actId="20577"/>
          <ac:spMkLst>
            <pc:docMk/>
            <pc:sldMk cId="2606919768" sldId="319"/>
            <ac:spMk id="2" creationId="{4ECC3D81-EF21-871A-EB50-F4C3F0784941}"/>
          </ac:spMkLst>
        </pc:spChg>
        <pc:spChg chg="mod">
          <ac:chgData name="Temirlan Zhaxalykov" userId="S::t.zhaxalykov@kbtu.kz::037320a9-8ef1-4acb-bb74-1ab60141db9d" providerId="AD" clId="Web-{1255F8B2-546F-81B8-24EF-A6BAC2E313E4}" dt="2026-03-01T13:21:55.503" v="662" actId="20577"/>
          <ac:spMkLst>
            <pc:docMk/>
            <pc:sldMk cId="2606919768" sldId="319"/>
            <ac:spMk id="3" creationId="{A6D4CA37-960A-605A-2C1C-E3297E9D4797}"/>
          </ac:spMkLst>
        </pc:spChg>
        <pc:spChg chg="add mod">
          <ac:chgData name="Temirlan Zhaxalykov" userId="S::t.zhaxalykov@kbtu.kz::037320a9-8ef1-4acb-bb74-1ab60141db9d" providerId="AD" clId="Web-{1255F8B2-546F-81B8-24EF-A6BAC2E313E4}" dt="2026-03-01T13:21:55.440" v="656" actId="20577"/>
          <ac:spMkLst>
            <pc:docMk/>
            <pc:sldMk cId="2606919768" sldId="319"/>
            <ac:spMk id="8" creationId="{1B15ED52-F352-441B-82BF-E0EA34836D08}"/>
          </ac:spMkLst>
        </pc:spChg>
        <pc:spChg chg="add mod">
          <ac:chgData name="Temirlan Zhaxalykov" userId="S::t.zhaxalykov@kbtu.kz::037320a9-8ef1-4acb-bb74-1ab60141db9d" providerId="AD" clId="Web-{1255F8B2-546F-81B8-24EF-A6BAC2E313E4}" dt="2026-03-01T13:21:55.440" v="657" actId="20577"/>
          <ac:spMkLst>
            <pc:docMk/>
            <pc:sldMk cId="2606919768" sldId="319"/>
            <ac:spMk id="10" creationId="{3B2E3793-BFE6-45A2-9B7B-E18844431C99}"/>
          </ac:spMkLst>
        </pc:spChg>
        <pc:spChg chg="add mod">
          <ac:chgData name="Temirlan Zhaxalykov" userId="S::t.zhaxalykov@kbtu.kz::037320a9-8ef1-4acb-bb74-1ab60141db9d" providerId="AD" clId="Web-{1255F8B2-546F-81B8-24EF-A6BAC2E313E4}" dt="2026-03-01T13:21:55.456" v="658" actId="20577"/>
          <ac:spMkLst>
            <pc:docMk/>
            <pc:sldMk cId="2606919768" sldId="319"/>
            <ac:spMk id="12" creationId="{BC4C4868-CB8F-4AF9-9CDB-8108F2C19B67}"/>
          </ac:spMkLst>
        </pc:spChg>
        <pc:spChg chg="add mod">
          <ac:chgData name="Temirlan Zhaxalykov" userId="S::t.zhaxalykov@kbtu.kz::037320a9-8ef1-4acb-bb74-1ab60141db9d" providerId="AD" clId="Web-{1255F8B2-546F-81B8-24EF-A6BAC2E313E4}" dt="2026-03-01T13:21:55.472" v="659" actId="20577"/>
          <ac:spMkLst>
            <pc:docMk/>
            <pc:sldMk cId="2606919768" sldId="319"/>
            <ac:spMk id="14" creationId="{375E0459-6403-40CD-989D-56A4407CA12E}"/>
          </ac:spMkLst>
        </pc:spChg>
        <pc:spChg chg="add mod">
          <ac:chgData name="Temirlan Zhaxalykov" userId="S::t.zhaxalykov@kbtu.kz::037320a9-8ef1-4acb-bb74-1ab60141db9d" providerId="AD" clId="Web-{1255F8B2-546F-81B8-24EF-A6BAC2E313E4}" dt="2026-03-01T13:21:55.487" v="660" actId="20577"/>
          <ac:spMkLst>
            <pc:docMk/>
            <pc:sldMk cId="2606919768" sldId="319"/>
            <ac:spMk id="16" creationId="{53E5B1A8-3AC9-4BD1-9BBC-78CA94F2D1BA}"/>
          </ac:spMkLst>
        </pc:spChg>
      </pc:sldChg>
      <pc:sldChg chg="addSp modSp new mod setBg">
        <pc:chgData name="Temirlan Zhaxalykov" userId="S::t.zhaxalykov@kbtu.kz::037320a9-8ef1-4acb-bb74-1ab60141db9d" providerId="AD" clId="Web-{1255F8B2-546F-81B8-24EF-A6BAC2E313E4}" dt="2026-03-01T13:22:21.941" v="671"/>
        <pc:sldMkLst>
          <pc:docMk/>
          <pc:sldMk cId="1047741255" sldId="320"/>
        </pc:sldMkLst>
        <pc:spChg chg="mod">
          <ac:chgData name="Temirlan Zhaxalykov" userId="S::t.zhaxalykov@kbtu.kz::037320a9-8ef1-4acb-bb74-1ab60141db9d" providerId="AD" clId="Web-{1255F8B2-546F-81B8-24EF-A6BAC2E313E4}" dt="2026-03-01T13:22:21.909" v="670"/>
          <ac:spMkLst>
            <pc:docMk/>
            <pc:sldMk cId="1047741255" sldId="320"/>
            <ac:spMk id="2" creationId="{807EC559-F1F5-784B-ECBE-5CF19FCB5AD2}"/>
          </ac:spMkLst>
        </pc:spChg>
        <pc:spChg chg="mod">
          <ac:chgData name="Temirlan Zhaxalykov" userId="S::t.zhaxalykov@kbtu.kz::037320a9-8ef1-4acb-bb74-1ab60141db9d" providerId="AD" clId="Web-{1255F8B2-546F-81B8-24EF-A6BAC2E313E4}" dt="2026-03-01T13:22:21.941" v="671"/>
          <ac:spMkLst>
            <pc:docMk/>
            <pc:sldMk cId="1047741255" sldId="320"/>
            <ac:spMk id="3" creationId="{5CC3E213-DE01-8394-B628-F6661607AA3E}"/>
          </ac:spMkLst>
        </pc:spChg>
        <pc:spChg chg="add">
          <ac:chgData name="Temirlan Zhaxalykov" userId="S::t.zhaxalykov@kbtu.kz::037320a9-8ef1-4acb-bb74-1ab60141db9d" providerId="AD" clId="Web-{1255F8B2-546F-81B8-24EF-A6BAC2E313E4}" dt="2026-03-01T13:22:16.113" v="667"/>
          <ac:spMkLst>
            <pc:docMk/>
            <pc:sldMk cId="1047741255" sldId="320"/>
            <ac:spMk id="8" creationId="{1B15ED52-F352-441B-82BF-E0EA34836D08}"/>
          </ac:spMkLst>
        </pc:spChg>
        <pc:spChg chg="add">
          <ac:chgData name="Temirlan Zhaxalykov" userId="S::t.zhaxalykov@kbtu.kz::037320a9-8ef1-4acb-bb74-1ab60141db9d" providerId="AD" clId="Web-{1255F8B2-546F-81B8-24EF-A6BAC2E313E4}" dt="2026-03-01T13:22:16.113" v="667"/>
          <ac:spMkLst>
            <pc:docMk/>
            <pc:sldMk cId="1047741255" sldId="320"/>
            <ac:spMk id="10" creationId="{3B2E3793-BFE6-45A2-9B7B-E18844431C99}"/>
          </ac:spMkLst>
        </pc:spChg>
        <pc:spChg chg="add">
          <ac:chgData name="Temirlan Zhaxalykov" userId="S::t.zhaxalykov@kbtu.kz::037320a9-8ef1-4acb-bb74-1ab60141db9d" providerId="AD" clId="Web-{1255F8B2-546F-81B8-24EF-A6BAC2E313E4}" dt="2026-03-01T13:22:16.113" v="667"/>
          <ac:spMkLst>
            <pc:docMk/>
            <pc:sldMk cId="1047741255" sldId="320"/>
            <ac:spMk id="12" creationId="{BC4C4868-CB8F-4AF9-9CDB-8108F2C19B67}"/>
          </ac:spMkLst>
        </pc:spChg>
        <pc:spChg chg="add">
          <ac:chgData name="Temirlan Zhaxalykov" userId="S::t.zhaxalykov@kbtu.kz::037320a9-8ef1-4acb-bb74-1ab60141db9d" providerId="AD" clId="Web-{1255F8B2-546F-81B8-24EF-A6BAC2E313E4}" dt="2026-03-01T13:22:16.113" v="667"/>
          <ac:spMkLst>
            <pc:docMk/>
            <pc:sldMk cId="1047741255" sldId="320"/>
            <ac:spMk id="14" creationId="{375E0459-6403-40CD-989D-56A4407CA12E}"/>
          </ac:spMkLst>
        </pc:spChg>
        <pc:spChg chg="add">
          <ac:chgData name="Temirlan Zhaxalykov" userId="S::t.zhaxalykov@kbtu.kz::037320a9-8ef1-4acb-bb74-1ab60141db9d" providerId="AD" clId="Web-{1255F8B2-546F-81B8-24EF-A6BAC2E313E4}" dt="2026-03-01T13:22:16.113" v="667"/>
          <ac:spMkLst>
            <pc:docMk/>
            <pc:sldMk cId="1047741255" sldId="320"/>
            <ac:spMk id="16" creationId="{53E5B1A8-3AC9-4BD1-9BBC-78CA94F2D1BA}"/>
          </ac:spMkLst>
        </pc:spChg>
      </pc:sldChg>
      <pc:sldChg chg="addSp delSp modSp new">
        <pc:chgData name="Temirlan Zhaxalykov" userId="S::t.zhaxalykov@kbtu.kz::037320a9-8ef1-4acb-bb74-1ab60141db9d" providerId="AD" clId="Web-{1255F8B2-546F-81B8-24EF-A6BAC2E313E4}" dt="2026-03-01T13:25:38.396" v="678" actId="14100"/>
        <pc:sldMkLst>
          <pc:docMk/>
          <pc:sldMk cId="4073176620" sldId="321"/>
        </pc:sldMkLst>
        <pc:spChg chg="del">
          <ac:chgData name="Temirlan Zhaxalykov" userId="S::t.zhaxalykov@kbtu.kz::037320a9-8ef1-4acb-bb74-1ab60141db9d" providerId="AD" clId="Web-{1255F8B2-546F-81B8-24EF-A6BAC2E313E4}" dt="2026-03-01T13:25:25.755" v="675"/>
          <ac:spMkLst>
            <pc:docMk/>
            <pc:sldMk cId="4073176620" sldId="321"/>
            <ac:spMk id="2" creationId="{A42009AA-AAE0-4D0D-3BF0-ABDA4C08AABA}"/>
          </ac:spMkLst>
        </pc:spChg>
        <pc:spChg chg="del">
          <ac:chgData name="Temirlan Zhaxalykov" userId="S::t.zhaxalykov@kbtu.kz::037320a9-8ef1-4acb-bb74-1ab60141db9d" providerId="AD" clId="Web-{1255F8B2-546F-81B8-24EF-A6BAC2E313E4}" dt="2026-03-01T13:25:23.286" v="673"/>
          <ac:spMkLst>
            <pc:docMk/>
            <pc:sldMk cId="4073176620" sldId="321"/>
            <ac:spMk id="3" creationId="{E551D96D-C823-B54C-9D78-DDE797895C14}"/>
          </ac:spMkLst>
        </pc:spChg>
        <pc:picChg chg="add mod ord">
          <ac:chgData name="Temirlan Zhaxalykov" userId="S::t.zhaxalykov@kbtu.kz::037320a9-8ef1-4acb-bb74-1ab60141db9d" providerId="AD" clId="Web-{1255F8B2-546F-81B8-24EF-A6BAC2E313E4}" dt="2026-03-01T13:25:38.396" v="678" actId="14100"/>
          <ac:picMkLst>
            <pc:docMk/>
            <pc:sldMk cId="4073176620" sldId="321"/>
            <ac:picMk id="4" creationId="{DFC79517-E6C5-35FC-BCB7-28790DC24C10}"/>
          </ac:picMkLst>
        </pc:picChg>
      </pc:sldChg>
      <pc:sldChg chg="new del">
        <pc:chgData name="Temirlan Zhaxalykov" userId="S::t.zhaxalykov@kbtu.kz::037320a9-8ef1-4acb-bb74-1ab60141db9d" providerId="AD" clId="Web-{1255F8B2-546F-81B8-24EF-A6BAC2E313E4}" dt="2026-03-01T13:30:24.624" v="691"/>
        <pc:sldMkLst>
          <pc:docMk/>
          <pc:sldMk cId="2134091716" sldId="322"/>
        </pc:sldMkLst>
      </pc:sldChg>
      <pc:sldChg chg="addSp delSp modSp new">
        <pc:chgData name="Temirlan Zhaxalykov" userId="S::t.zhaxalykov@kbtu.kz::037320a9-8ef1-4acb-bb74-1ab60141db9d" providerId="AD" clId="Web-{1255F8B2-546F-81B8-24EF-A6BAC2E313E4}" dt="2026-03-01T13:30:50.890" v="698" actId="14100"/>
        <pc:sldMkLst>
          <pc:docMk/>
          <pc:sldMk cId="2722074549" sldId="322"/>
        </pc:sldMkLst>
        <pc:spChg chg="del">
          <ac:chgData name="Temirlan Zhaxalykov" userId="S::t.zhaxalykov@kbtu.kz::037320a9-8ef1-4acb-bb74-1ab60141db9d" providerId="AD" clId="Web-{1255F8B2-546F-81B8-24EF-A6BAC2E313E4}" dt="2026-03-01T13:30:35.890" v="695"/>
          <ac:spMkLst>
            <pc:docMk/>
            <pc:sldMk cId="2722074549" sldId="322"/>
            <ac:spMk id="2" creationId="{C1C63512-DC8A-8D4A-038B-9A82BB117BA9}"/>
          </ac:spMkLst>
        </pc:spChg>
        <pc:spChg chg="del">
          <ac:chgData name="Temirlan Zhaxalykov" userId="S::t.zhaxalykov@kbtu.kz::037320a9-8ef1-4acb-bb74-1ab60141db9d" providerId="AD" clId="Web-{1255F8B2-546F-81B8-24EF-A6BAC2E313E4}" dt="2026-03-01T13:30:33.546" v="693"/>
          <ac:spMkLst>
            <pc:docMk/>
            <pc:sldMk cId="2722074549" sldId="322"/>
            <ac:spMk id="3" creationId="{B00B3B85-FAE2-902A-1198-4F74B1C9D515}"/>
          </ac:spMkLst>
        </pc:spChg>
        <pc:picChg chg="add mod ord">
          <ac:chgData name="Temirlan Zhaxalykov" userId="S::t.zhaxalykov@kbtu.kz::037320a9-8ef1-4acb-bb74-1ab60141db9d" providerId="AD" clId="Web-{1255F8B2-546F-81B8-24EF-A6BAC2E313E4}" dt="2026-03-01T13:30:50.890" v="698" actId="14100"/>
          <ac:picMkLst>
            <pc:docMk/>
            <pc:sldMk cId="2722074549" sldId="322"/>
            <ac:picMk id="4" creationId="{84122C01-D2C4-416E-0AB3-1BA2F97DE80A}"/>
          </ac:picMkLst>
        </pc:picChg>
      </pc:sldChg>
      <pc:sldChg chg="addSp delSp modSp new del">
        <pc:chgData name="Temirlan Zhaxalykov" userId="S::t.zhaxalykov@kbtu.kz::037320a9-8ef1-4acb-bb74-1ab60141db9d" providerId="AD" clId="Web-{1255F8B2-546F-81B8-24EF-A6BAC2E313E4}" dt="2026-03-01T13:29:10.961" v="688"/>
        <pc:sldMkLst>
          <pc:docMk/>
          <pc:sldMk cId="3791642792" sldId="322"/>
        </pc:sldMkLst>
        <pc:spChg chg="del">
          <ac:chgData name="Temirlan Zhaxalykov" userId="S::t.zhaxalykov@kbtu.kz::037320a9-8ef1-4acb-bb74-1ab60141db9d" providerId="AD" clId="Web-{1255F8B2-546F-81B8-24EF-A6BAC2E313E4}" dt="2026-03-01T13:26:36.287" v="682"/>
          <ac:spMkLst>
            <pc:docMk/>
            <pc:sldMk cId="3791642792" sldId="322"/>
            <ac:spMk id="2" creationId="{668FB286-2C13-CF94-7DB7-99709E493318}"/>
          </ac:spMkLst>
        </pc:spChg>
        <pc:spChg chg="del">
          <ac:chgData name="Temirlan Zhaxalykov" userId="S::t.zhaxalykov@kbtu.kz::037320a9-8ef1-4acb-bb74-1ab60141db9d" providerId="AD" clId="Web-{1255F8B2-546F-81B8-24EF-A6BAC2E313E4}" dt="2026-03-01T13:26:33.537" v="680"/>
          <ac:spMkLst>
            <pc:docMk/>
            <pc:sldMk cId="3791642792" sldId="322"/>
            <ac:spMk id="3" creationId="{3AF815D5-81EA-75A8-AC42-1A9102AD4A64}"/>
          </ac:spMkLst>
        </pc:spChg>
        <pc:picChg chg="add mod ord">
          <ac:chgData name="Temirlan Zhaxalykov" userId="S::t.zhaxalykov@kbtu.kz::037320a9-8ef1-4acb-bb74-1ab60141db9d" providerId="AD" clId="Web-{1255F8B2-546F-81B8-24EF-A6BAC2E313E4}" dt="2026-03-01T13:26:49.412" v="686" actId="14100"/>
          <ac:picMkLst>
            <pc:docMk/>
            <pc:sldMk cId="3791642792" sldId="322"/>
            <ac:picMk id="4" creationId="{306A4B24-FEC3-1EA7-2BF3-155AF753CC20}"/>
          </ac:picMkLst>
        </pc:picChg>
      </pc:sldChg>
      <pc:sldChg chg="new del">
        <pc:chgData name="Temirlan Zhaxalykov" userId="S::t.zhaxalykov@kbtu.kz::037320a9-8ef1-4acb-bb74-1ab60141db9d" providerId="AD" clId="Web-{1255F8B2-546F-81B8-24EF-A6BAC2E313E4}" dt="2026-03-01T13:29:14.961" v="689"/>
        <pc:sldMkLst>
          <pc:docMk/>
          <pc:sldMk cId="704313010" sldId="323"/>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p>
        </p:txBody>
      </p:sp>
      <p:sp>
        <p:nvSpPr>
          <p:cNvPr id="3" name="Подзаголовок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p>
        </p:txBody>
      </p:sp>
      <p:sp>
        <p:nvSpPr>
          <p:cNvPr id="4" name="Дата 3"/>
          <p:cNvSpPr>
            <a:spLocks noGrp="1"/>
          </p:cNvSpPr>
          <p:nvPr>
            <p:ph type="dt" sz="half" idx="10"/>
          </p:nvPr>
        </p:nvSpPr>
        <p:spPr/>
        <p:txBody>
          <a:bodyPr/>
          <a:lstStyle/>
          <a:p>
            <a:fld id="{F2FFB779-270B-4192-84BA-A697F48306DC}" type="datetimeFigureOut">
              <a:rPr lang="ru-RU" smtClean="0"/>
              <a:t>02.03.2026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285DC19C-03DA-4066-9FF7-D0BF1BC6D6F6}" type="slidenum">
              <a:rPr lang="ru-RU" smtClean="0"/>
              <a:t>‹#›</a:t>
            </a:fld>
            <a:endParaRPr lang="ru-RU"/>
          </a:p>
        </p:txBody>
      </p:sp>
    </p:spTree>
    <p:extLst>
      <p:ext uri="{BB962C8B-B14F-4D97-AF65-F5344CB8AC3E}">
        <p14:creationId xmlns:p14="http://schemas.microsoft.com/office/powerpoint/2010/main" val="1610799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Объект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F2FFB779-270B-4192-84BA-A697F48306DC}" type="datetimeFigureOut">
              <a:rPr lang="ru-RU" smtClean="0"/>
              <a:t>02.03.2026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285DC19C-03DA-4066-9FF7-D0BF1BC6D6F6}" type="slidenum">
              <a:rPr lang="ru-RU" smtClean="0"/>
              <a:t>‹#›</a:t>
            </a:fld>
            <a:endParaRPr lang="ru-RU"/>
          </a:p>
        </p:txBody>
      </p:sp>
    </p:spTree>
    <p:extLst>
      <p:ext uri="{BB962C8B-B14F-4D97-AF65-F5344CB8AC3E}">
        <p14:creationId xmlns:p14="http://schemas.microsoft.com/office/powerpoint/2010/main" val="27037117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p>
        </p:txBody>
      </p:sp>
      <p:sp>
        <p:nvSpPr>
          <p:cNvPr id="3" name="Текст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ru-RU"/>
              <a:t>Образец текста</a:t>
            </a:r>
          </a:p>
        </p:txBody>
      </p:sp>
      <p:sp>
        <p:nvSpPr>
          <p:cNvPr id="4" name="Дата 3"/>
          <p:cNvSpPr>
            <a:spLocks noGrp="1"/>
          </p:cNvSpPr>
          <p:nvPr>
            <p:ph type="dt" sz="half" idx="10"/>
          </p:nvPr>
        </p:nvSpPr>
        <p:spPr/>
        <p:txBody>
          <a:bodyPr/>
          <a:lstStyle/>
          <a:p>
            <a:fld id="{F2FFB779-270B-4192-84BA-A697F48306DC}" type="datetimeFigureOut">
              <a:rPr lang="ru-RU" smtClean="0"/>
              <a:t>02.03.2026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285DC19C-03DA-4066-9FF7-D0BF1BC6D6F6}" type="slidenum">
              <a:rPr lang="ru-RU" smtClean="0"/>
              <a:t>‹#›</a:t>
            </a:fld>
            <a:endParaRPr lang="ru-RU"/>
          </a:p>
        </p:txBody>
      </p:sp>
    </p:spTree>
    <p:extLst>
      <p:ext uri="{BB962C8B-B14F-4D97-AF65-F5344CB8AC3E}">
        <p14:creationId xmlns:p14="http://schemas.microsoft.com/office/powerpoint/2010/main" val="40763698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Объект 2"/>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Объект 3"/>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Дата 4"/>
          <p:cNvSpPr>
            <a:spLocks noGrp="1"/>
          </p:cNvSpPr>
          <p:nvPr>
            <p:ph type="dt" sz="half" idx="10"/>
          </p:nvPr>
        </p:nvSpPr>
        <p:spPr/>
        <p:txBody>
          <a:bodyPr/>
          <a:lstStyle/>
          <a:p>
            <a:fld id="{F2FFB779-270B-4192-84BA-A697F48306DC}" type="datetimeFigureOut">
              <a:rPr lang="ru-RU" smtClean="0"/>
              <a:t>02.03.2026</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285DC19C-03DA-4066-9FF7-D0BF1BC6D6F6}" type="slidenum">
              <a:rPr lang="ru-RU" smtClean="0"/>
              <a:t>‹#›</a:t>
            </a:fld>
            <a:endParaRPr lang="ru-RU"/>
          </a:p>
        </p:txBody>
      </p:sp>
    </p:spTree>
    <p:extLst>
      <p:ext uri="{BB962C8B-B14F-4D97-AF65-F5344CB8AC3E}">
        <p14:creationId xmlns:p14="http://schemas.microsoft.com/office/powerpoint/2010/main" val="26257622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365125"/>
            <a:ext cx="10515600" cy="1325563"/>
          </a:xfrm>
        </p:spPr>
        <p:txBody>
          <a:bodyPr/>
          <a:lstStyle/>
          <a:p>
            <a:r>
              <a:rPr lang="ru-RU"/>
              <a:t>Образец заголовка</a:t>
            </a:r>
          </a:p>
        </p:txBody>
      </p:sp>
      <p:sp>
        <p:nvSpPr>
          <p:cNvPr id="3" name="Текст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6"/>
          <p:cNvSpPr>
            <a:spLocks noGrp="1"/>
          </p:cNvSpPr>
          <p:nvPr>
            <p:ph type="dt" sz="half" idx="10"/>
          </p:nvPr>
        </p:nvSpPr>
        <p:spPr/>
        <p:txBody>
          <a:bodyPr/>
          <a:lstStyle/>
          <a:p>
            <a:fld id="{F2FFB779-270B-4192-84BA-A697F48306DC}" type="datetimeFigureOut">
              <a:rPr lang="ru-RU" smtClean="0"/>
              <a:t>02.03.2026</a:t>
            </a:fld>
            <a:endParaRPr lang="ru-RU"/>
          </a:p>
        </p:txBody>
      </p:sp>
      <p:sp>
        <p:nvSpPr>
          <p:cNvPr id="8" name="Нижний колонтитул 7"/>
          <p:cNvSpPr>
            <a:spLocks noGrp="1"/>
          </p:cNvSpPr>
          <p:nvPr>
            <p:ph type="ftr" sz="quarter" idx="11"/>
          </p:nvPr>
        </p:nvSpPr>
        <p:spPr/>
        <p:txBody>
          <a:bodyPr/>
          <a:lstStyle/>
          <a:p>
            <a:endParaRPr lang="ru-RU"/>
          </a:p>
        </p:txBody>
      </p:sp>
      <p:sp>
        <p:nvSpPr>
          <p:cNvPr id="9" name="Номер слайда 8"/>
          <p:cNvSpPr>
            <a:spLocks noGrp="1"/>
          </p:cNvSpPr>
          <p:nvPr>
            <p:ph type="sldNum" sz="quarter" idx="12"/>
          </p:nvPr>
        </p:nvSpPr>
        <p:spPr/>
        <p:txBody>
          <a:bodyPr/>
          <a:lstStyle/>
          <a:p>
            <a:fld id="{285DC19C-03DA-4066-9FF7-D0BF1BC6D6F6}" type="slidenum">
              <a:rPr lang="ru-RU" smtClean="0"/>
              <a:t>‹#›</a:t>
            </a:fld>
            <a:endParaRPr lang="ru-RU"/>
          </a:p>
        </p:txBody>
      </p:sp>
    </p:spTree>
    <p:extLst>
      <p:ext uri="{BB962C8B-B14F-4D97-AF65-F5344CB8AC3E}">
        <p14:creationId xmlns:p14="http://schemas.microsoft.com/office/powerpoint/2010/main" val="1880027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Дата 2"/>
          <p:cNvSpPr>
            <a:spLocks noGrp="1"/>
          </p:cNvSpPr>
          <p:nvPr>
            <p:ph type="dt" sz="half" idx="10"/>
          </p:nvPr>
        </p:nvSpPr>
        <p:spPr/>
        <p:txBody>
          <a:bodyPr/>
          <a:lstStyle/>
          <a:p>
            <a:fld id="{F2FFB779-270B-4192-84BA-A697F48306DC}" type="datetimeFigureOut">
              <a:rPr lang="ru-RU" smtClean="0"/>
              <a:t>02.03.2026</a:t>
            </a:fld>
            <a:endParaRPr lang="ru-RU"/>
          </a:p>
        </p:txBody>
      </p:sp>
      <p:sp>
        <p:nvSpPr>
          <p:cNvPr id="4" name="Нижний колонтитул 3"/>
          <p:cNvSpPr>
            <a:spLocks noGrp="1"/>
          </p:cNvSpPr>
          <p:nvPr>
            <p:ph type="ftr" sz="quarter" idx="11"/>
          </p:nvPr>
        </p:nvSpPr>
        <p:spPr/>
        <p:txBody>
          <a:bodyPr/>
          <a:lstStyle/>
          <a:p>
            <a:endParaRPr lang="ru-RU"/>
          </a:p>
        </p:txBody>
      </p:sp>
      <p:sp>
        <p:nvSpPr>
          <p:cNvPr id="5" name="Номер слайда 4"/>
          <p:cNvSpPr>
            <a:spLocks noGrp="1"/>
          </p:cNvSpPr>
          <p:nvPr>
            <p:ph type="sldNum" sz="quarter" idx="12"/>
          </p:nvPr>
        </p:nvSpPr>
        <p:spPr/>
        <p:txBody>
          <a:bodyPr/>
          <a:lstStyle/>
          <a:p>
            <a:fld id="{285DC19C-03DA-4066-9FF7-D0BF1BC6D6F6}" type="slidenum">
              <a:rPr lang="ru-RU" smtClean="0"/>
              <a:t>‹#›</a:t>
            </a:fld>
            <a:endParaRPr lang="ru-RU"/>
          </a:p>
        </p:txBody>
      </p:sp>
    </p:spTree>
    <p:extLst>
      <p:ext uri="{BB962C8B-B14F-4D97-AF65-F5344CB8AC3E}">
        <p14:creationId xmlns:p14="http://schemas.microsoft.com/office/powerpoint/2010/main" val="22953355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F2FFB779-270B-4192-84BA-A697F48306DC}" type="datetimeFigureOut">
              <a:rPr lang="ru-RU" smtClean="0"/>
              <a:t>02.03.2026</a:t>
            </a:fld>
            <a:endParaRPr lang="ru-RU"/>
          </a:p>
        </p:txBody>
      </p:sp>
      <p:sp>
        <p:nvSpPr>
          <p:cNvPr id="3" name="Нижний колонтитул 2"/>
          <p:cNvSpPr>
            <a:spLocks noGrp="1"/>
          </p:cNvSpPr>
          <p:nvPr>
            <p:ph type="ftr" sz="quarter" idx="11"/>
          </p:nvPr>
        </p:nvSpPr>
        <p:spPr/>
        <p:txBody>
          <a:bodyPr/>
          <a:lstStyle/>
          <a:p>
            <a:endParaRPr lang="ru-RU"/>
          </a:p>
        </p:txBody>
      </p:sp>
      <p:sp>
        <p:nvSpPr>
          <p:cNvPr id="4" name="Номер слайда 3"/>
          <p:cNvSpPr>
            <a:spLocks noGrp="1"/>
          </p:cNvSpPr>
          <p:nvPr>
            <p:ph type="sldNum" sz="quarter" idx="12"/>
          </p:nvPr>
        </p:nvSpPr>
        <p:spPr/>
        <p:txBody>
          <a:bodyPr/>
          <a:lstStyle/>
          <a:p>
            <a:fld id="{285DC19C-03DA-4066-9FF7-D0BF1BC6D6F6}" type="slidenum">
              <a:rPr lang="ru-RU" smtClean="0"/>
              <a:t>‹#›</a:t>
            </a:fld>
            <a:endParaRPr lang="ru-RU"/>
          </a:p>
        </p:txBody>
      </p:sp>
    </p:spTree>
    <p:extLst>
      <p:ext uri="{BB962C8B-B14F-4D97-AF65-F5344CB8AC3E}">
        <p14:creationId xmlns:p14="http://schemas.microsoft.com/office/powerpoint/2010/main" val="19887541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Объект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p:cNvSpPr>
            <a:spLocks noGrp="1"/>
          </p:cNvSpPr>
          <p:nvPr>
            <p:ph type="dt" sz="half" idx="10"/>
          </p:nvPr>
        </p:nvSpPr>
        <p:spPr/>
        <p:txBody>
          <a:bodyPr/>
          <a:lstStyle/>
          <a:p>
            <a:fld id="{F2FFB779-270B-4192-84BA-A697F48306DC}" type="datetimeFigureOut">
              <a:rPr lang="ru-RU" smtClean="0"/>
              <a:t>02.03.2026</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285DC19C-03DA-4066-9FF7-D0BF1BC6D6F6}" type="slidenum">
              <a:rPr lang="ru-RU" smtClean="0"/>
              <a:t>‹#›</a:t>
            </a:fld>
            <a:endParaRPr lang="ru-RU"/>
          </a:p>
        </p:txBody>
      </p:sp>
    </p:spTree>
    <p:extLst>
      <p:ext uri="{BB962C8B-B14F-4D97-AF65-F5344CB8AC3E}">
        <p14:creationId xmlns:p14="http://schemas.microsoft.com/office/powerpoint/2010/main" val="36656952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Рисунок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p:cNvSpPr>
            <a:spLocks noGrp="1"/>
          </p:cNvSpPr>
          <p:nvPr>
            <p:ph type="dt" sz="half" idx="10"/>
          </p:nvPr>
        </p:nvSpPr>
        <p:spPr/>
        <p:txBody>
          <a:bodyPr/>
          <a:lstStyle/>
          <a:p>
            <a:fld id="{F2FFB779-270B-4192-84BA-A697F48306DC}" type="datetimeFigureOut">
              <a:rPr lang="ru-RU" smtClean="0"/>
              <a:t>02.03.2026</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285DC19C-03DA-4066-9FF7-D0BF1BC6D6F6}" type="slidenum">
              <a:rPr lang="ru-RU" smtClean="0"/>
              <a:t>‹#›</a:t>
            </a:fld>
            <a:endParaRPr lang="ru-RU"/>
          </a:p>
        </p:txBody>
      </p:sp>
    </p:spTree>
    <p:extLst>
      <p:ext uri="{BB962C8B-B14F-4D97-AF65-F5344CB8AC3E}">
        <p14:creationId xmlns:p14="http://schemas.microsoft.com/office/powerpoint/2010/main" val="21341692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Вертикальный текст 2"/>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F2FFB779-270B-4192-84BA-A697F48306DC}" type="datetimeFigureOut">
              <a:rPr lang="ru-RU" smtClean="0"/>
              <a:t>02.03.2026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285DC19C-03DA-4066-9FF7-D0BF1BC6D6F6}" type="slidenum">
              <a:rPr lang="ru-RU" smtClean="0"/>
              <a:t>‹#›</a:t>
            </a:fld>
            <a:endParaRPr lang="ru-RU"/>
          </a:p>
        </p:txBody>
      </p:sp>
    </p:spTree>
    <p:extLst>
      <p:ext uri="{BB962C8B-B14F-4D97-AF65-F5344CB8AC3E}">
        <p14:creationId xmlns:p14="http://schemas.microsoft.com/office/powerpoint/2010/main" val="20657274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8724900" y="365125"/>
            <a:ext cx="2628900" cy="5811838"/>
          </a:xfrm>
        </p:spPr>
        <p:txBody>
          <a:bodyPr vert="eaVert"/>
          <a:lstStyle/>
          <a:p>
            <a:r>
              <a:rPr lang="ru-RU"/>
              <a:t>Образец заголовка</a:t>
            </a:r>
          </a:p>
        </p:txBody>
      </p:sp>
      <p:sp>
        <p:nvSpPr>
          <p:cNvPr id="3" name="Вертикальный текст 2"/>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F2FFB779-270B-4192-84BA-A697F48306DC}" type="datetimeFigureOut">
              <a:rPr lang="ru-RU" smtClean="0"/>
              <a:t>02.03.2026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285DC19C-03DA-4066-9FF7-D0BF1BC6D6F6}" type="slidenum">
              <a:rPr lang="ru-RU" smtClean="0"/>
              <a:t>‹#›</a:t>
            </a:fld>
            <a:endParaRPr lang="ru-RU"/>
          </a:p>
        </p:txBody>
      </p:sp>
    </p:spTree>
    <p:extLst>
      <p:ext uri="{BB962C8B-B14F-4D97-AF65-F5344CB8AC3E}">
        <p14:creationId xmlns:p14="http://schemas.microsoft.com/office/powerpoint/2010/main" val="8122617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p>
        </p:txBody>
      </p:sp>
      <p:sp>
        <p:nvSpPr>
          <p:cNvPr id="3" name="Текст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2FFB779-270B-4192-84BA-A697F48306DC}" type="datetimeFigureOut">
              <a:rPr lang="ru-RU" smtClean="0"/>
              <a:t>02.03.2026</a:t>
            </a:fld>
            <a:endParaRPr lang="ru-RU"/>
          </a:p>
        </p:txBody>
      </p:sp>
      <p:sp>
        <p:nvSpPr>
          <p:cNvPr id="5" name="Нижний колонтитул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ru-RU"/>
          </a:p>
        </p:txBody>
      </p:sp>
      <p:sp>
        <p:nvSpPr>
          <p:cNvPr id="6" name="Номер слайда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85DC19C-03DA-4066-9FF7-D0BF1BC6D6F6}" type="slidenum">
              <a:rPr lang="ru-RU" smtClean="0"/>
              <a:t>‹#›</a:t>
            </a:fld>
            <a:endParaRPr lang="ru-RU"/>
          </a:p>
        </p:txBody>
      </p:sp>
    </p:spTree>
    <p:extLst>
      <p:ext uri="{BB962C8B-B14F-4D97-AF65-F5344CB8AC3E}">
        <p14:creationId xmlns:p14="http://schemas.microsoft.com/office/powerpoint/2010/main" val="31549794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video" Target="https://www.youtube.com/embed/qgpsIBLvrGY?feature=oembed"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Layout" Target="../slideLayouts/slideLayout2.xml"/><Relationship Id="rId1" Type="http://schemas.openxmlformats.org/officeDocument/2006/relationships/video" Target="https://www.youtube.com/embed/FaTB91EQGzM?start=64&amp;feature=oembed"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F5A5072-7B47-4D32-B52A-4EBBF590B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016219D-510E-4184-9090-6D5578A87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C29501E6-A978-4A61-9689-9085AF97A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Заголовок 1"/>
          <p:cNvSpPr>
            <a:spLocks noGrp="1"/>
          </p:cNvSpPr>
          <p:nvPr>
            <p:ph type="ctrTitle"/>
          </p:nvPr>
        </p:nvSpPr>
        <p:spPr>
          <a:xfrm>
            <a:off x="1314824" y="735106"/>
            <a:ext cx="10053763" cy="2928470"/>
          </a:xfrm>
        </p:spPr>
        <p:txBody>
          <a:bodyPr anchor="b">
            <a:normAutofit/>
          </a:bodyPr>
          <a:lstStyle/>
          <a:p>
            <a:pPr algn="l"/>
            <a:r>
              <a:rPr lang="ru-RU" sz="4800">
                <a:solidFill>
                  <a:srgbClr val="FFFFFF"/>
                </a:solidFill>
                <a:latin typeface="Times New Roman"/>
                <a:cs typeface="Times New Roman"/>
              </a:rPr>
              <a:t>Lecture 7. Hash Function Applications</a:t>
            </a:r>
          </a:p>
        </p:txBody>
      </p:sp>
      <p:sp>
        <p:nvSpPr>
          <p:cNvPr id="3" name="Подзаголовок 2"/>
          <p:cNvSpPr>
            <a:spLocks noGrp="1"/>
          </p:cNvSpPr>
          <p:nvPr>
            <p:ph type="subTitle" idx="1"/>
          </p:nvPr>
        </p:nvSpPr>
        <p:spPr>
          <a:xfrm>
            <a:off x="1350682" y="4870824"/>
            <a:ext cx="10005951" cy="1458258"/>
          </a:xfrm>
        </p:spPr>
        <p:txBody>
          <a:bodyPr vert="horz" lIns="91440" tIns="45720" rIns="91440" bIns="45720" rtlCol="0" anchor="ctr">
            <a:normAutofit/>
          </a:bodyPr>
          <a:lstStyle/>
          <a:p>
            <a:pPr algn="l"/>
            <a:r>
              <a:rPr lang="ru-RU">
                <a:latin typeface="Times New Roman"/>
                <a:ea typeface="Calibri"/>
                <a:cs typeface="Times New Roman"/>
              </a:rPr>
              <a:t>CSE 1204 Applied Cryptography</a:t>
            </a:r>
          </a:p>
          <a:p>
            <a:pPr algn="l"/>
            <a:r>
              <a:rPr lang="ru-RU">
                <a:latin typeface="Times New Roman"/>
                <a:ea typeface="Calibri"/>
                <a:cs typeface="Times New Roman"/>
              </a:rPr>
              <a:t>Lectures by Zhaxalykov T.M.</a:t>
            </a:r>
            <a:endParaRPr lang="ru-RU">
              <a:latin typeface="Times New Roman"/>
              <a:cs typeface="Times New Roman"/>
            </a:endParaRPr>
          </a:p>
        </p:txBody>
      </p:sp>
    </p:spTree>
    <p:extLst>
      <p:ext uri="{BB962C8B-B14F-4D97-AF65-F5344CB8AC3E}">
        <p14:creationId xmlns:p14="http://schemas.microsoft.com/office/powerpoint/2010/main" val="13516515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7">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9">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11">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13">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Rectangle 15">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17">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Заголовок 1">
            <a:extLst>
              <a:ext uri="{FF2B5EF4-FFF2-40B4-BE49-F238E27FC236}">
                <a16:creationId xmlns:a16="http://schemas.microsoft.com/office/drawing/2014/main" id="{60CF879C-F49F-C221-47C2-B400A0A48F1A}"/>
              </a:ext>
            </a:extLst>
          </p:cNvPr>
          <p:cNvSpPr>
            <a:spLocks noGrp="1"/>
          </p:cNvSpPr>
          <p:nvPr>
            <p:ph type="title"/>
          </p:nvPr>
        </p:nvSpPr>
        <p:spPr>
          <a:xfrm>
            <a:off x="826396" y="586855"/>
            <a:ext cx="4230100" cy="3387497"/>
          </a:xfrm>
        </p:spPr>
        <p:txBody>
          <a:bodyPr anchor="b">
            <a:normAutofit/>
          </a:bodyPr>
          <a:lstStyle/>
          <a:p>
            <a:pPr algn="r"/>
            <a:r>
              <a:rPr lang="ru-RU" sz="4000" b="1">
                <a:solidFill>
                  <a:srgbClr val="FFFFFF"/>
                </a:solidFill>
                <a:latin typeface="Times New Roman"/>
                <a:cs typeface="Times New Roman"/>
              </a:rPr>
              <a:t>Agenda</a:t>
            </a:r>
          </a:p>
        </p:txBody>
      </p:sp>
      <p:sp>
        <p:nvSpPr>
          <p:cNvPr id="3" name="Объект 2">
            <a:extLst>
              <a:ext uri="{FF2B5EF4-FFF2-40B4-BE49-F238E27FC236}">
                <a16:creationId xmlns:a16="http://schemas.microsoft.com/office/drawing/2014/main" id="{BD685C0E-B3AE-4024-E3E2-A44731C15FBD}"/>
              </a:ext>
            </a:extLst>
          </p:cNvPr>
          <p:cNvSpPr>
            <a:spLocks noGrp="1"/>
          </p:cNvSpPr>
          <p:nvPr>
            <p:ph idx="1"/>
          </p:nvPr>
        </p:nvSpPr>
        <p:spPr>
          <a:xfrm>
            <a:off x="6503158" y="649480"/>
            <a:ext cx="4862447" cy="5546047"/>
          </a:xfrm>
        </p:spPr>
        <p:txBody>
          <a:bodyPr vert="horz" lIns="91440" tIns="45720" rIns="91440" bIns="45720" rtlCol="0" anchor="ctr">
            <a:normAutofit/>
          </a:bodyPr>
          <a:lstStyle/>
          <a:p>
            <a:pPr>
              <a:buNone/>
            </a:pPr>
            <a:r>
              <a:rPr lang="ru-RU" sz="2000" b="1">
                <a:highlight>
                  <a:srgbClr val="FFFFFF"/>
                </a:highlight>
                <a:latin typeface="Times New Roman"/>
                <a:cs typeface="Times New Roman"/>
              </a:rPr>
              <a:t>Password Hashing: The Problem</a:t>
            </a:r>
          </a:p>
          <a:p>
            <a:pPr>
              <a:buNone/>
            </a:pPr>
            <a:r>
              <a:rPr lang="ru-RU" sz="2000" b="1">
                <a:highlight>
                  <a:srgbClr val="FFFFFF"/>
                </a:highlight>
                <a:latin typeface="Times New Roman"/>
                <a:cs typeface="Times New Roman"/>
              </a:rPr>
              <a:t>Password Hashing Functions</a:t>
            </a:r>
          </a:p>
          <a:p>
            <a:pPr>
              <a:buNone/>
            </a:pPr>
            <a:r>
              <a:rPr lang="ru-RU" sz="2000" b="1">
                <a:highlight>
                  <a:srgbClr val="FFFFFF"/>
                </a:highlight>
                <a:latin typeface="Times New Roman"/>
                <a:cs typeface="Times New Roman"/>
              </a:rPr>
              <a:t>Merkle Trees</a:t>
            </a:r>
          </a:p>
          <a:p>
            <a:pPr>
              <a:buNone/>
            </a:pPr>
            <a:r>
              <a:rPr lang="en-US" sz="2000" b="1">
                <a:highlight>
                  <a:srgbClr val="FFFFFF"/>
                </a:highlight>
                <a:latin typeface="Times New Roman"/>
                <a:cs typeface="Times New Roman"/>
              </a:rPr>
              <a:t>Hash Chains and Time-Stamping</a:t>
            </a:r>
            <a:endParaRPr lang="ru-RU" sz="2000" b="1">
              <a:highlight>
                <a:srgbClr val="FFFFFF"/>
              </a:highlight>
              <a:latin typeface="Times New Roman"/>
              <a:cs typeface="Times New Roman"/>
            </a:endParaRPr>
          </a:p>
          <a:p>
            <a:pPr>
              <a:buNone/>
            </a:pPr>
            <a:r>
              <a:rPr lang="ru-RU" sz="2000" b="1">
                <a:highlight>
                  <a:srgbClr val="FFFFFF"/>
                </a:highlight>
                <a:latin typeface="Times New Roman"/>
                <a:cs typeface="Times New Roman"/>
              </a:rPr>
              <a:t>Commitment Schemes</a:t>
            </a:r>
          </a:p>
          <a:p>
            <a:pPr>
              <a:buNone/>
            </a:pPr>
            <a:r>
              <a:rPr lang="ru-RU" sz="2000" b="1">
                <a:highlight>
                  <a:srgbClr val="FFFFFF"/>
                </a:highlight>
                <a:latin typeface="Times New Roman"/>
                <a:cs typeface="Times New Roman"/>
              </a:rPr>
              <a:t>Hash-Based Signatures</a:t>
            </a:r>
          </a:p>
          <a:p>
            <a:pPr>
              <a:buNone/>
            </a:pPr>
            <a:r>
              <a:rPr lang="ru-RU" sz="2000" b="1">
                <a:highlight>
                  <a:srgbClr val="FFFFFF"/>
                </a:highlight>
                <a:latin typeface="Times New Roman"/>
                <a:cs typeface="Times New Roman"/>
              </a:rPr>
              <a:t>Conclusion</a:t>
            </a:r>
          </a:p>
          <a:p>
            <a:pPr marL="0" indent="0">
              <a:buNone/>
            </a:pPr>
            <a:endParaRPr lang="ru-RU" sz="2000" b="1" dirty="0">
              <a:highlight>
                <a:srgbClr val="FFFFFF"/>
              </a:highlight>
              <a:latin typeface="Times New Roman"/>
              <a:cs typeface="Times New Roman"/>
            </a:endParaRPr>
          </a:p>
        </p:txBody>
      </p:sp>
    </p:spTree>
    <p:extLst>
      <p:ext uri="{BB962C8B-B14F-4D97-AF65-F5344CB8AC3E}">
        <p14:creationId xmlns:p14="http://schemas.microsoft.com/office/powerpoint/2010/main" val="37637576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A9D071A-89EA-F38E-29FF-5585606210EF}"/>
            </a:ext>
          </a:extLst>
        </p:cNvPr>
        <p:cNvGrpSpPr/>
        <p:nvPr/>
      </p:nvGrpSpPr>
      <p:grpSpPr>
        <a:xfrm>
          <a:off x="0" y="0"/>
          <a:ext cx="0" cy="0"/>
          <a:chOff x="0" y="0"/>
          <a:chExt cx="0" cy="0"/>
        </a:xfrm>
      </p:grpSpPr>
      <p:sp useBgFill="1">
        <p:nvSpPr>
          <p:cNvPr id="22" name="Rectangle 7">
            <a:extLst>
              <a:ext uri="{FF2B5EF4-FFF2-40B4-BE49-F238E27FC236}">
                <a16:creationId xmlns:a16="http://schemas.microsoft.com/office/drawing/2014/main" id="{CA1F4345-AE26-D301-6A98-7E178377C1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9">
            <a:extLst>
              <a:ext uri="{FF2B5EF4-FFF2-40B4-BE49-F238E27FC236}">
                <a16:creationId xmlns:a16="http://schemas.microsoft.com/office/drawing/2014/main" id="{6CD4C5AD-9391-8E70-3DB7-CED592FA17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11">
            <a:extLst>
              <a:ext uri="{FF2B5EF4-FFF2-40B4-BE49-F238E27FC236}">
                <a16:creationId xmlns:a16="http://schemas.microsoft.com/office/drawing/2014/main" id="{A941C969-CA5D-C933-B278-E063A5FAC3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13">
            <a:extLst>
              <a:ext uri="{FF2B5EF4-FFF2-40B4-BE49-F238E27FC236}">
                <a16:creationId xmlns:a16="http://schemas.microsoft.com/office/drawing/2014/main" id="{58C18A83-E8B7-A447-CAE7-AF26AE91B1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Rectangle 15">
            <a:extLst>
              <a:ext uri="{FF2B5EF4-FFF2-40B4-BE49-F238E27FC236}">
                <a16:creationId xmlns:a16="http://schemas.microsoft.com/office/drawing/2014/main" id="{E3640D4C-957A-DD6F-9992-D13A97C49F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17">
            <a:extLst>
              <a:ext uri="{FF2B5EF4-FFF2-40B4-BE49-F238E27FC236}">
                <a16:creationId xmlns:a16="http://schemas.microsoft.com/office/drawing/2014/main" id="{A7E7E370-1201-9F8C-B406-ACF5AFC416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Заголовок 1">
            <a:extLst>
              <a:ext uri="{FF2B5EF4-FFF2-40B4-BE49-F238E27FC236}">
                <a16:creationId xmlns:a16="http://schemas.microsoft.com/office/drawing/2014/main" id="{AF22ECAA-E243-56B1-330E-8F10608EBC17}"/>
              </a:ext>
            </a:extLst>
          </p:cNvPr>
          <p:cNvSpPr>
            <a:spLocks noGrp="1"/>
          </p:cNvSpPr>
          <p:nvPr>
            <p:ph type="title"/>
          </p:nvPr>
        </p:nvSpPr>
        <p:spPr>
          <a:xfrm>
            <a:off x="826396" y="586855"/>
            <a:ext cx="4230100" cy="3387497"/>
          </a:xfrm>
        </p:spPr>
        <p:txBody>
          <a:bodyPr anchor="b">
            <a:normAutofit/>
          </a:bodyPr>
          <a:lstStyle/>
          <a:p>
            <a:pPr algn="r"/>
            <a:r>
              <a:rPr lang="ru-RU" sz="4000" b="1">
                <a:solidFill>
                  <a:schemeClr val="bg1"/>
                </a:solidFill>
                <a:latin typeface="Times New Roman"/>
                <a:cs typeface="Times New Roman"/>
              </a:rPr>
              <a:t>1. Password Hashing: The Problem</a:t>
            </a:r>
          </a:p>
        </p:txBody>
      </p:sp>
      <p:sp>
        <p:nvSpPr>
          <p:cNvPr id="3" name="Объект 2">
            <a:extLst>
              <a:ext uri="{FF2B5EF4-FFF2-40B4-BE49-F238E27FC236}">
                <a16:creationId xmlns:a16="http://schemas.microsoft.com/office/drawing/2014/main" id="{8A80D73F-E43F-DE02-651D-A8A4115C7F79}"/>
              </a:ext>
            </a:extLst>
          </p:cNvPr>
          <p:cNvSpPr>
            <a:spLocks noGrp="1"/>
          </p:cNvSpPr>
          <p:nvPr>
            <p:ph idx="1"/>
          </p:nvPr>
        </p:nvSpPr>
        <p:spPr>
          <a:xfrm>
            <a:off x="6503158" y="649480"/>
            <a:ext cx="4862447" cy="5546047"/>
          </a:xfrm>
        </p:spPr>
        <p:txBody>
          <a:bodyPr vert="horz" lIns="91440" tIns="45720" rIns="91440" bIns="45720" rtlCol="0" anchor="ctr">
            <a:normAutofit/>
          </a:bodyPr>
          <a:lstStyle/>
          <a:p>
            <a:pPr>
              <a:buNone/>
            </a:pPr>
            <a:r>
              <a:rPr lang="ru-RU" sz="2000" b="1">
                <a:highlight>
                  <a:srgbClr val="FFFFFF"/>
                </a:highlight>
                <a:latin typeface="Times New Roman"/>
                <a:cs typeface="Times New Roman"/>
              </a:rPr>
              <a:t>1.1 Why Not Store Passwords in Plaintext?</a:t>
            </a:r>
          </a:p>
          <a:p>
            <a:pPr>
              <a:buNone/>
            </a:pPr>
            <a:r>
              <a:rPr lang="ru-RU" sz="2000" b="1">
                <a:highlight>
                  <a:srgbClr val="FFFFFF"/>
                </a:highlight>
                <a:latin typeface="Times New Roman"/>
                <a:cs typeface="Times New Roman"/>
              </a:rPr>
              <a:t>1.2 Why Not Use SHA-256?</a:t>
            </a:r>
          </a:p>
          <a:p>
            <a:pPr>
              <a:buNone/>
            </a:pPr>
            <a:r>
              <a:rPr lang="ru-RU" sz="2000" b="1">
                <a:highlight>
                  <a:srgbClr val="FFFFFF"/>
                </a:highlight>
                <a:latin typeface="Times New Roman"/>
                <a:cs typeface="Times New Roman"/>
              </a:rPr>
              <a:t>1.3 Requirements for Password Hashing</a:t>
            </a:r>
          </a:p>
        </p:txBody>
      </p:sp>
    </p:spTree>
    <p:extLst>
      <p:ext uri="{BB962C8B-B14F-4D97-AF65-F5344CB8AC3E}">
        <p14:creationId xmlns:p14="http://schemas.microsoft.com/office/powerpoint/2010/main" val="13616237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07FC6EAD-D93D-1C51-4AFC-99BF75059AD8}"/>
              </a:ext>
            </a:extLst>
          </p:cNvPr>
          <p:cNvSpPr>
            <a:spLocks noGrp="1"/>
          </p:cNvSpPr>
          <p:nvPr>
            <p:ph type="title"/>
          </p:nvPr>
        </p:nvSpPr>
        <p:spPr>
          <a:xfrm>
            <a:off x="1371599" y="294538"/>
            <a:ext cx="9895951" cy="1033669"/>
          </a:xfrm>
        </p:spPr>
        <p:txBody>
          <a:bodyPr>
            <a:normAutofit/>
          </a:bodyPr>
          <a:lstStyle/>
          <a:p>
            <a:r>
              <a:rPr lang="ru-RU" sz="4000" b="1">
                <a:solidFill>
                  <a:srgbClr val="FFFFFF"/>
                </a:solidFill>
                <a:latin typeface="Times New Roman"/>
                <a:cs typeface="Times New Roman"/>
              </a:rPr>
              <a:t>1. Password Hashing: The Problem</a:t>
            </a:r>
          </a:p>
        </p:txBody>
      </p:sp>
      <p:sp>
        <p:nvSpPr>
          <p:cNvPr id="3" name="Объект 2">
            <a:extLst>
              <a:ext uri="{FF2B5EF4-FFF2-40B4-BE49-F238E27FC236}">
                <a16:creationId xmlns:a16="http://schemas.microsoft.com/office/drawing/2014/main" id="{83B081BC-21E2-8847-301B-9E30F9DDFF99}"/>
              </a:ext>
            </a:extLst>
          </p:cNvPr>
          <p:cNvSpPr>
            <a:spLocks noGrp="1"/>
          </p:cNvSpPr>
          <p:nvPr>
            <p:ph idx="1"/>
          </p:nvPr>
        </p:nvSpPr>
        <p:spPr>
          <a:xfrm>
            <a:off x="1371599" y="2318197"/>
            <a:ext cx="9724031" cy="3683358"/>
          </a:xfrm>
        </p:spPr>
        <p:txBody>
          <a:bodyPr vert="horz" lIns="91440" tIns="45720" rIns="91440" bIns="45720" rtlCol="0" anchor="ctr">
            <a:normAutofit/>
          </a:bodyPr>
          <a:lstStyle/>
          <a:p>
            <a:pPr marL="0" indent="0">
              <a:buNone/>
            </a:pPr>
            <a:r>
              <a:rPr lang="ru-RU" sz="2000">
                <a:highlight>
                  <a:srgbClr val="FFFFFF"/>
                </a:highlight>
                <a:latin typeface="Times New Roman"/>
                <a:cs typeface="Times New Roman"/>
              </a:rPr>
              <a:t>Password storage is one of the most critical security challenges in modern systems. Storing passwords in plaintext is catastrophic; even hashing with general-purpose functions like SHA-256 is inadequate.</a:t>
            </a:r>
            <a:endParaRPr lang="ru-RU"/>
          </a:p>
        </p:txBody>
      </p:sp>
    </p:spTree>
    <p:extLst>
      <p:ext uri="{BB962C8B-B14F-4D97-AF65-F5344CB8AC3E}">
        <p14:creationId xmlns:p14="http://schemas.microsoft.com/office/powerpoint/2010/main" val="24901712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EC6E31D3-FE1E-9AFC-A799-3F12407F5A5B}"/>
              </a:ext>
            </a:extLst>
          </p:cNvPr>
          <p:cNvSpPr>
            <a:spLocks noGrp="1"/>
          </p:cNvSpPr>
          <p:nvPr>
            <p:ph type="title"/>
          </p:nvPr>
        </p:nvSpPr>
        <p:spPr>
          <a:xfrm>
            <a:off x="1371599" y="294538"/>
            <a:ext cx="9895951" cy="1033669"/>
          </a:xfrm>
        </p:spPr>
        <p:txBody>
          <a:bodyPr>
            <a:normAutofit/>
          </a:bodyPr>
          <a:lstStyle/>
          <a:p>
            <a:r>
              <a:rPr lang="ru-RU" sz="3700" b="1">
                <a:solidFill>
                  <a:srgbClr val="FFFFFF"/>
                </a:solidFill>
                <a:latin typeface="Times New Roman"/>
                <a:cs typeface="Times New Roman"/>
              </a:rPr>
              <a:t>1.1 Why Not Store Passwords in Plaintext?</a:t>
            </a:r>
          </a:p>
        </p:txBody>
      </p:sp>
      <p:sp>
        <p:nvSpPr>
          <p:cNvPr id="3" name="Объект 2">
            <a:extLst>
              <a:ext uri="{FF2B5EF4-FFF2-40B4-BE49-F238E27FC236}">
                <a16:creationId xmlns:a16="http://schemas.microsoft.com/office/drawing/2014/main" id="{AC27693D-134B-D745-C6D8-15016147227A}"/>
              </a:ext>
            </a:extLst>
          </p:cNvPr>
          <p:cNvSpPr>
            <a:spLocks noGrp="1"/>
          </p:cNvSpPr>
          <p:nvPr>
            <p:ph idx="1"/>
          </p:nvPr>
        </p:nvSpPr>
        <p:spPr>
          <a:xfrm>
            <a:off x="1371599" y="2318197"/>
            <a:ext cx="9724031" cy="3683358"/>
          </a:xfrm>
        </p:spPr>
        <p:txBody>
          <a:bodyPr vert="horz" lIns="91440" tIns="45720" rIns="91440" bIns="45720" rtlCol="0" anchor="ctr">
            <a:normAutofit/>
          </a:bodyPr>
          <a:lstStyle/>
          <a:p>
            <a:pPr marL="0" indent="0">
              <a:buNone/>
            </a:pPr>
            <a:r>
              <a:rPr lang="en-US" sz="2000" dirty="0">
                <a:highlight>
                  <a:srgbClr val="FFFFFF"/>
                </a:highlight>
                <a:latin typeface="Times New Roman"/>
                <a:cs typeface="Times New Roman"/>
              </a:rPr>
              <a:t>If passwords are stored in plaintext, a database breach immediately compromises all user accounts. Adversaries obtain passwords directly, enabling:</a:t>
            </a:r>
            <a:endParaRPr lang="ru-RU" sz="2000" dirty="0">
              <a:highlight>
                <a:srgbClr val="FFFFFF"/>
              </a:highlight>
              <a:latin typeface="Times New Roman"/>
              <a:cs typeface="Times New Roman"/>
            </a:endParaRPr>
          </a:p>
          <a:p>
            <a:r>
              <a:rPr lang="ru-RU" sz="2000">
                <a:highlight>
                  <a:srgbClr val="FFFFFF"/>
                </a:highlight>
                <a:latin typeface="Times New Roman"/>
                <a:cs typeface="Times New Roman"/>
              </a:rPr>
              <a:t>Account takeover on the compromised service</a:t>
            </a:r>
          </a:p>
          <a:p>
            <a:r>
              <a:rPr lang="ru-RU" sz="2000">
                <a:highlight>
                  <a:srgbClr val="FFFFFF"/>
                </a:highlight>
                <a:latin typeface="Times New Roman"/>
                <a:cs typeface="Times New Roman"/>
              </a:rPr>
              <a:t>Credential stuffing: trying stolen passwords on other services (users reuse passwords)</a:t>
            </a:r>
          </a:p>
          <a:p>
            <a:r>
              <a:rPr lang="ru-RU" sz="2000">
                <a:highlight>
                  <a:srgbClr val="FFFFFF"/>
                </a:highlight>
                <a:latin typeface="Times New Roman"/>
                <a:cs typeface="Times New Roman"/>
              </a:rPr>
              <a:t>Identity theft and further attacks</a:t>
            </a:r>
          </a:p>
          <a:p>
            <a:pPr marL="0" indent="0">
              <a:buNone/>
            </a:pPr>
            <a:endParaRPr lang="ru-RU" sz="2000" b="1" dirty="0">
              <a:highlight>
                <a:srgbClr val="FFFFFF"/>
              </a:highlight>
              <a:latin typeface="Times New Roman"/>
              <a:cs typeface="Times New Roman"/>
            </a:endParaRPr>
          </a:p>
          <a:p>
            <a:pPr marL="0" indent="0">
              <a:buNone/>
            </a:pPr>
            <a:r>
              <a:rPr lang="ru-RU" sz="2000" b="1">
                <a:highlight>
                  <a:srgbClr val="FFFFFF"/>
                </a:highlight>
                <a:latin typeface="Times New Roman"/>
                <a:cs typeface="Times New Roman"/>
              </a:rPr>
              <a:t>Historical Example: </a:t>
            </a:r>
            <a:r>
              <a:rPr lang="ru-RU" sz="2000">
                <a:highlight>
                  <a:srgbClr val="FFFFFF"/>
                </a:highlight>
                <a:latin typeface="Times New Roman"/>
                <a:cs typeface="Times New Roman"/>
              </a:rPr>
              <a:t>LinkedIn breach (2012): 117 million passwords stored with SHA-1 and no salt. Result: massive credential stuffing attacks across the internet.</a:t>
            </a:r>
            <a:endParaRPr lang="ru-RU">
              <a:latin typeface="Times New Roman"/>
              <a:cs typeface="Times New Roman"/>
            </a:endParaRPr>
          </a:p>
          <a:p>
            <a:endParaRPr lang="ru-RU" sz="2000">
              <a:latin typeface="Times New Roman"/>
              <a:cs typeface="Times New Roman"/>
            </a:endParaRPr>
          </a:p>
        </p:txBody>
      </p:sp>
    </p:spTree>
    <p:extLst>
      <p:ext uri="{BB962C8B-B14F-4D97-AF65-F5344CB8AC3E}">
        <p14:creationId xmlns:p14="http://schemas.microsoft.com/office/powerpoint/2010/main" val="20276075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4F5547FF-9A12-3241-7A24-E8650786864E}"/>
              </a:ext>
            </a:extLst>
          </p:cNvPr>
          <p:cNvSpPr>
            <a:spLocks noGrp="1"/>
          </p:cNvSpPr>
          <p:nvPr>
            <p:ph type="title"/>
          </p:nvPr>
        </p:nvSpPr>
        <p:spPr>
          <a:xfrm>
            <a:off x="1371599" y="294538"/>
            <a:ext cx="9895951" cy="1033669"/>
          </a:xfrm>
        </p:spPr>
        <p:txBody>
          <a:bodyPr>
            <a:normAutofit/>
          </a:bodyPr>
          <a:lstStyle/>
          <a:p>
            <a:r>
              <a:rPr lang="ru-RU" sz="4000" b="1">
                <a:solidFill>
                  <a:srgbClr val="FFFFFF"/>
                </a:solidFill>
                <a:latin typeface="Times New Roman"/>
                <a:cs typeface="Times New Roman"/>
              </a:rPr>
              <a:t>1.2 Why Not Use SHA-256?</a:t>
            </a:r>
          </a:p>
        </p:txBody>
      </p:sp>
      <p:sp>
        <p:nvSpPr>
          <p:cNvPr id="3" name="Объект 2">
            <a:extLst>
              <a:ext uri="{FF2B5EF4-FFF2-40B4-BE49-F238E27FC236}">
                <a16:creationId xmlns:a16="http://schemas.microsoft.com/office/drawing/2014/main" id="{D8525211-A1E3-A1A9-709F-F11F30748E0C}"/>
              </a:ext>
            </a:extLst>
          </p:cNvPr>
          <p:cNvSpPr>
            <a:spLocks noGrp="1"/>
          </p:cNvSpPr>
          <p:nvPr>
            <p:ph idx="1"/>
          </p:nvPr>
        </p:nvSpPr>
        <p:spPr>
          <a:xfrm>
            <a:off x="1371599" y="2318197"/>
            <a:ext cx="9724031" cy="3683358"/>
          </a:xfrm>
        </p:spPr>
        <p:txBody>
          <a:bodyPr vert="horz" lIns="91440" tIns="45720" rIns="91440" bIns="45720" rtlCol="0" anchor="ctr">
            <a:normAutofit/>
          </a:bodyPr>
          <a:lstStyle/>
          <a:p>
            <a:pPr marL="0" indent="0">
              <a:buNone/>
            </a:pPr>
            <a:r>
              <a:rPr lang="ru-RU" sz="2000">
                <a:highlight>
                  <a:srgbClr val="FFFFFF"/>
                </a:highlight>
                <a:latin typeface="Times New Roman"/>
                <a:cs typeface="Times New Roman"/>
              </a:rPr>
              <a:t>General-purpose hash functions like SHA-256 are designed for speed. This is a vulnerability for password hashing because:</a:t>
            </a:r>
            <a:endParaRPr lang="ru-RU"/>
          </a:p>
          <a:p>
            <a:r>
              <a:rPr lang="ru-RU" sz="2000" b="1">
                <a:highlight>
                  <a:srgbClr val="FFFFFF"/>
                </a:highlight>
                <a:latin typeface="Times New Roman"/>
                <a:cs typeface="Times New Roman"/>
              </a:rPr>
              <a:t>Brute Force Speed: </a:t>
            </a:r>
            <a:r>
              <a:rPr lang="ru-RU" sz="2000">
                <a:highlight>
                  <a:srgbClr val="FFFFFF"/>
                </a:highlight>
                <a:latin typeface="Times New Roman"/>
                <a:cs typeface="Times New Roman"/>
              </a:rPr>
              <a:t>Modern GPUs compute billions of SHA-256 hashes per second. An NVIDIA RTX 4090 achieves ~30 billion hashes/second. Adversary can test entire password space rapidly.</a:t>
            </a:r>
          </a:p>
          <a:p>
            <a:endParaRPr lang="ru-RU" sz="2000">
              <a:latin typeface="Times New Roman"/>
              <a:cs typeface="Times New Roman"/>
            </a:endParaRPr>
          </a:p>
        </p:txBody>
      </p:sp>
    </p:spTree>
    <p:extLst>
      <p:ext uri="{BB962C8B-B14F-4D97-AF65-F5344CB8AC3E}">
        <p14:creationId xmlns:p14="http://schemas.microsoft.com/office/powerpoint/2010/main" val="37704542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B52AED53-C3FD-6F1F-D762-757CCFB7C0AA}"/>
              </a:ext>
            </a:extLst>
          </p:cNvPr>
          <p:cNvSpPr>
            <a:spLocks noGrp="1"/>
          </p:cNvSpPr>
          <p:nvPr>
            <p:ph type="title"/>
          </p:nvPr>
        </p:nvSpPr>
        <p:spPr>
          <a:xfrm>
            <a:off x="1371599" y="294538"/>
            <a:ext cx="9895951" cy="1033669"/>
          </a:xfrm>
        </p:spPr>
        <p:txBody>
          <a:bodyPr>
            <a:normAutofit/>
          </a:bodyPr>
          <a:lstStyle/>
          <a:p>
            <a:r>
              <a:rPr lang="ru-RU" sz="3400" b="1" dirty="0">
                <a:solidFill>
                  <a:srgbClr val="FFFFFF"/>
                </a:solidFill>
                <a:latin typeface="Times New Roman"/>
                <a:cs typeface="Times New Roman"/>
              </a:rPr>
              <a:t>Example 1.1: Cracking SHA-256 Hashed </a:t>
            </a:r>
            <a:r>
              <a:rPr lang="ru-RU" sz="3400" b="1">
                <a:solidFill>
                  <a:srgbClr val="FFFFFF"/>
                </a:solidFill>
                <a:latin typeface="Times New Roman"/>
                <a:cs typeface="Times New Roman"/>
              </a:rPr>
              <a:t>Passwords</a:t>
            </a:r>
          </a:p>
        </p:txBody>
      </p:sp>
      <p:sp>
        <p:nvSpPr>
          <p:cNvPr id="3" name="Объект 2">
            <a:extLst>
              <a:ext uri="{FF2B5EF4-FFF2-40B4-BE49-F238E27FC236}">
                <a16:creationId xmlns:a16="http://schemas.microsoft.com/office/drawing/2014/main" id="{D8EA28E8-D0C2-2A9B-7065-33B72691203D}"/>
              </a:ext>
            </a:extLst>
          </p:cNvPr>
          <p:cNvSpPr>
            <a:spLocks noGrp="1"/>
          </p:cNvSpPr>
          <p:nvPr>
            <p:ph idx="1"/>
          </p:nvPr>
        </p:nvSpPr>
        <p:spPr>
          <a:xfrm>
            <a:off x="1371599" y="2318197"/>
            <a:ext cx="9724031" cy="3683358"/>
          </a:xfrm>
        </p:spPr>
        <p:txBody>
          <a:bodyPr vert="horz" lIns="91440" tIns="45720" rIns="91440" bIns="45720" rtlCol="0" anchor="ctr">
            <a:normAutofit lnSpcReduction="10000"/>
          </a:bodyPr>
          <a:lstStyle/>
          <a:p>
            <a:pPr marL="0" indent="0">
              <a:buNone/>
            </a:pPr>
            <a:r>
              <a:rPr lang="ru-RU" sz="2000">
                <a:highlight>
                  <a:srgbClr val="FFFFFF"/>
                </a:highlight>
                <a:latin typeface="Courier New"/>
                <a:cs typeface="Courier New"/>
              </a:rPr>
              <a:t>Password: '123456' (most common password)</a:t>
            </a:r>
            <a:endParaRPr lang="ru-RU"/>
          </a:p>
          <a:p>
            <a:pPr marL="0" indent="0">
              <a:buNone/>
            </a:pPr>
            <a:r>
              <a:rPr lang="ru-RU" sz="2000">
                <a:highlight>
                  <a:srgbClr val="FFFFFF"/>
                </a:highlight>
                <a:latin typeface="Courier New"/>
                <a:cs typeface="Courier New"/>
              </a:rPr>
              <a:t>SHA-256('123456') = 8d969eef6ecad3c29a3a629280e686cf0c3f5d5a86aff3ca12020c923adc6c92</a:t>
            </a:r>
          </a:p>
          <a:p>
            <a:pPr marL="0" indent="0">
              <a:buNone/>
            </a:pPr>
            <a:r>
              <a:rPr lang="ru-RU" sz="2000">
                <a:highlight>
                  <a:srgbClr val="FFFFFF"/>
                </a:highlight>
                <a:latin typeface="Courier New"/>
                <a:cs typeface="Courier New"/>
              </a:rPr>
              <a:t>With 30 billion hashes/second, crack all 8-character lowercase passwords in ~5 seconds</a:t>
            </a:r>
          </a:p>
          <a:p>
            <a:pPr marL="0" indent="0">
              <a:buNone/>
            </a:pPr>
            <a:endParaRPr lang="ru-RU" sz="2000" dirty="0">
              <a:highlight>
                <a:srgbClr val="FFFFFF"/>
              </a:highlight>
              <a:latin typeface="Courier New"/>
              <a:cs typeface="Courier New"/>
            </a:endParaRPr>
          </a:p>
          <a:p>
            <a:r>
              <a:rPr lang="en-US" sz="2000" b="1">
                <a:highlight>
                  <a:srgbClr val="FFFFFF"/>
                </a:highlight>
                <a:latin typeface="Times New Roman"/>
                <a:cs typeface="Times New Roman"/>
              </a:rPr>
              <a:t>Rainbow Tables: </a:t>
            </a:r>
            <a:r>
              <a:rPr lang="en-US" sz="2000">
                <a:highlight>
                  <a:srgbClr val="FFFFFF"/>
                </a:highlight>
                <a:latin typeface="Times New Roman"/>
                <a:cs typeface="Times New Roman"/>
              </a:rPr>
              <a:t>Precomputed tables of hash(password) pairs. Even with salting (adding random data), fast hashes enable rapid online cracking.</a:t>
            </a:r>
            <a:endParaRPr lang="ru-RU" sz="2000">
              <a:highlight>
                <a:srgbClr val="FFFFFF"/>
              </a:highlight>
              <a:latin typeface="Times New Roman"/>
              <a:cs typeface="Times New Roman"/>
            </a:endParaRPr>
          </a:p>
          <a:p>
            <a:r>
              <a:rPr lang="ru-RU" sz="2000" b="1">
                <a:highlight>
                  <a:srgbClr val="FFFFFF"/>
                </a:highlight>
                <a:latin typeface="Times New Roman"/>
                <a:cs typeface="Times New Roman"/>
              </a:rPr>
              <a:t>Dictionary Attacks: </a:t>
            </a:r>
            <a:r>
              <a:rPr lang="ru-RU" sz="2000">
                <a:highlight>
                  <a:srgbClr val="FFFFFF"/>
                </a:highlight>
                <a:latin typeface="Times New Roman"/>
                <a:cs typeface="Times New Roman"/>
              </a:rPr>
              <a:t>Most users choose weak passwords. Top 10,000 passwords cover ~25% of users. Fast hashes enable testing millions of common passwords quickly</a:t>
            </a:r>
            <a:endParaRPr lang="ru-RU" sz="2000">
              <a:latin typeface="Times New Roman"/>
              <a:cs typeface="Times New Roman"/>
            </a:endParaRPr>
          </a:p>
          <a:p>
            <a:pPr marL="0" indent="0">
              <a:buNone/>
            </a:pPr>
            <a:endParaRPr lang="ru-RU" sz="2000"/>
          </a:p>
        </p:txBody>
      </p:sp>
    </p:spTree>
    <p:extLst>
      <p:ext uri="{BB962C8B-B14F-4D97-AF65-F5344CB8AC3E}">
        <p14:creationId xmlns:p14="http://schemas.microsoft.com/office/powerpoint/2010/main" val="40294567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A0FD1860-0532-71A7-EF61-472592D8F294}"/>
              </a:ext>
            </a:extLst>
          </p:cNvPr>
          <p:cNvSpPr>
            <a:spLocks noGrp="1"/>
          </p:cNvSpPr>
          <p:nvPr>
            <p:ph type="title"/>
          </p:nvPr>
        </p:nvSpPr>
        <p:spPr>
          <a:xfrm>
            <a:off x="1371599" y="294538"/>
            <a:ext cx="9895951" cy="1033669"/>
          </a:xfrm>
        </p:spPr>
        <p:txBody>
          <a:bodyPr>
            <a:normAutofit/>
          </a:bodyPr>
          <a:lstStyle/>
          <a:p>
            <a:r>
              <a:rPr lang="ru-RU" sz="3700" b="1">
                <a:solidFill>
                  <a:srgbClr val="FFFFFF"/>
                </a:solidFill>
                <a:latin typeface="Times New Roman"/>
                <a:cs typeface="Times New Roman"/>
              </a:rPr>
              <a:t>1.3 Requirements for Password Hashing</a:t>
            </a:r>
          </a:p>
        </p:txBody>
      </p:sp>
      <p:sp>
        <p:nvSpPr>
          <p:cNvPr id="3" name="Объект 2">
            <a:extLst>
              <a:ext uri="{FF2B5EF4-FFF2-40B4-BE49-F238E27FC236}">
                <a16:creationId xmlns:a16="http://schemas.microsoft.com/office/drawing/2014/main" id="{A7ABA331-B512-6FDF-DF50-AD9F474BA953}"/>
              </a:ext>
            </a:extLst>
          </p:cNvPr>
          <p:cNvSpPr>
            <a:spLocks noGrp="1"/>
          </p:cNvSpPr>
          <p:nvPr>
            <p:ph idx="1"/>
          </p:nvPr>
        </p:nvSpPr>
        <p:spPr>
          <a:xfrm>
            <a:off x="342900" y="1787236"/>
            <a:ext cx="11565081" cy="4797007"/>
          </a:xfrm>
        </p:spPr>
        <p:txBody>
          <a:bodyPr vert="horz" lIns="91440" tIns="45720" rIns="91440" bIns="45720" rtlCol="0" anchor="ctr">
            <a:normAutofit fontScale="92500" lnSpcReduction="10000"/>
          </a:bodyPr>
          <a:lstStyle/>
          <a:p>
            <a:r>
              <a:rPr lang="ru-RU" sz="2000" b="1" dirty="0">
                <a:highlight>
                  <a:srgbClr val="FFFFFF"/>
                </a:highlight>
                <a:latin typeface="Times New Roman"/>
                <a:cs typeface="Times New Roman"/>
              </a:rPr>
              <a:t>Definition 1.1 (Password </a:t>
            </a:r>
            <a:r>
              <a:rPr lang="ru-RU" sz="2000" b="1" dirty="0" err="1">
                <a:highlight>
                  <a:srgbClr val="FFFFFF"/>
                </a:highlight>
                <a:latin typeface="Times New Roman"/>
                <a:cs typeface="Times New Roman"/>
              </a:rPr>
              <a:t>Hashing</a:t>
            </a:r>
            <a:r>
              <a:rPr lang="ru-RU" sz="2000" b="1" dirty="0">
                <a:highlight>
                  <a:srgbClr val="FFFFFF"/>
                </a:highlight>
                <a:latin typeface="Times New Roman"/>
                <a:cs typeface="Times New Roman"/>
              </a:rPr>
              <a:t> </a:t>
            </a:r>
            <a:r>
              <a:rPr lang="ru-RU" sz="2000" b="1" dirty="0" err="1">
                <a:highlight>
                  <a:srgbClr val="FFFFFF"/>
                </a:highlight>
                <a:latin typeface="Times New Roman"/>
                <a:cs typeface="Times New Roman"/>
              </a:rPr>
              <a:t>Function</a:t>
            </a:r>
            <a:r>
              <a:rPr lang="ru-RU" sz="2000" b="1" dirty="0">
                <a:highlight>
                  <a:srgbClr val="FFFFFF"/>
                </a:highlight>
                <a:latin typeface="Times New Roman"/>
                <a:cs typeface="Times New Roman"/>
              </a:rPr>
              <a:t> </a:t>
            </a:r>
            <a:r>
              <a:rPr lang="ru-RU" sz="2000" b="1" dirty="0" err="1">
                <a:highlight>
                  <a:srgbClr val="FFFFFF"/>
                </a:highlight>
                <a:latin typeface="Times New Roman"/>
                <a:cs typeface="Times New Roman"/>
              </a:rPr>
              <a:t>Requirements</a:t>
            </a:r>
            <a:r>
              <a:rPr lang="ru-RU" sz="2000" b="1" dirty="0">
                <a:highlight>
                  <a:srgbClr val="FFFFFF"/>
                </a:highlight>
                <a:latin typeface="Times New Roman"/>
                <a:cs typeface="Times New Roman"/>
              </a:rPr>
              <a:t>): </a:t>
            </a:r>
            <a:r>
              <a:rPr lang="ru-RU" sz="2000" dirty="0">
                <a:highlight>
                  <a:srgbClr val="FFFFFF"/>
                </a:highlight>
                <a:latin typeface="Times New Roman"/>
                <a:cs typeface="Times New Roman"/>
              </a:rPr>
              <a:t>A </a:t>
            </a:r>
            <a:r>
              <a:rPr lang="ru-RU" sz="2000" dirty="0" err="1">
                <a:highlight>
                  <a:srgbClr val="FFFFFF"/>
                </a:highlight>
                <a:latin typeface="Times New Roman"/>
                <a:cs typeface="Times New Roman"/>
              </a:rPr>
              <a:t>secure</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password</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hashing</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function</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must</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be</a:t>
            </a:r>
            <a:r>
              <a:rPr lang="ru-RU" sz="2000" dirty="0">
                <a:highlight>
                  <a:srgbClr val="FFFFFF"/>
                </a:highlight>
                <a:latin typeface="Times New Roman"/>
                <a:cs typeface="Times New Roman"/>
              </a:rPr>
              <a:t>: (1) </a:t>
            </a:r>
            <a:r>
              <a:rPr lang="ru-RU" sz="2000" dirty="0" err="1">
                <a:highlight>
                  <a:srgbClr val="FFFFFF"/>
                </a:highlight>
                <a:latin typeface="Times New Roman"/>
                <a:cs typeface="Times New Roman"/>
              </a:rPr>
              <a:t>Slow</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Deliberately</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computationally</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expensive</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to</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slow</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brute</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force</a:t>
            </a:r>
            <a:r>
              <a:rPr lang="ru-RU" sz="2000" dirty="0">
                <a:highlight>
                  <a:srgbClr val="FFFFFF"/>
                </a:highlight>
                <a:latin typeface="Times New Roman"/>
                <a:cs typeface="Times New Roman"/>
              </a:rPr>
              <a:t>. (2) Memory-</a:t>
            </a:r>
            <a:r>
              <a:rPr lang="ru-RU" sz="2000" dirty="0" err="1">
                <a:highlight>
                  <a:srgbClr val="FFFFFF"/>
                </a:highlight>
                <a:latin typeface="Times New Roman"/>
                <a:cs typeface="Times New Roman"/>
              </a:rPr>
              <a:t>hard</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Require</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significant</a:t>
            </a:r>
            <a:r>
              <a:rPr lang="ru-RU" sz="2000" dirty="0">
                <a:highlight>
                  <a:srgbClr val="FFFFFF"/>
                </a:highlight>
                <a:latin typeface="Times New Roman"/>
                <a:cs typeface="Times New Roman"/>
              </a:rPr>
              <a:t> RAM, </a:t>
            </a:r>
            <a:r>
              <a:rPr lang="ru-RU" sz="2000" dirty="0" err="1">
                <a:highlight>
                  <a:srgbClr val="FFFFFF"/>
                </a:highlight>
                <a:latin typeface="Times New Roman"/>
                <a:cs typeface="Times New Roman"/>
              </a:rPr>
              <a:t>preventing</a:t>
            </a:r>
            <a:r>
              <a:rPr lang="ru-RU" sz="2000" dirty="0">
                <a:highlight>
                  <a:srgbClr val="FFFFFF"/>
                </a:highlight>
                <a:latin typeface="Times New Roman"/>
                <a:cs typeface="Times New Roman"/>
              </a:rPr>
              <a:t> GPU/ASIC </a:t>
            </a:r>
            <a:r>
              <a:rPr lang="ru-RU" sz="2000" dirty="0" err="1">
                <a:highlight>
                  <a:srgbClr val="FFFFFF"/>
                </a:highlight>
                <a:latin typeface="Times New Roman"/>
                <a:cs typeface="Times New Roman"/>
              </a:rPr>
              <a:t>acceleration</a:t>
            </a:r>
            <a:r>
              <a:rPr lang="ru-RU" sz="2000" dirty="0">
                <a:highlight>
                  <a:srgbClr val="FFFFFF"/>
                </a:highlight>
                <a:latin typeface="Times New Roman"/>
                <a:cs typeface="Times New Roman"/>
              </a:rPr>
              <a:t>. (3) </a:t>
            </a:r>
            <a:r>
              <a:rPr lang="ru-RU" sz="2000" dirty="0" err="1">
                <a:highlight>
                  <a:srgbClr val="FFFFFF"/>
                </a:highlight>
                <a:latin typeface="Times New Roman"/>
                <a:cs typeface="Times New Roman"/>
              </a:rPr>
              <a:t>Salt</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support</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Unique</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salt</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per</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password</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prevents</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rainbow</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tables</a:t>
            </a:r>
            <a:r>
              <a:rPr lang="ru-RU" sz="2000" dirty="0">
                <a:highlight>
                  <a:srgbClr val="FFFFFF"/>
                </a:highlight>
                <a:latin typeface="Times New Roman"/>
                <a:cs typeface="Times New Roman"/>
              </a:rPr>
              <a:t>. (4) </a:t>
            </a:r>
            <a:r>
              <a:rPr lang="ru-RU" sz="2000" dirty="0" err="1">
                <a:highlight>
                  <a:srgbClr val="FFFFFF"/>
                </a:highlight>
                <a:latin typeface="Times New Roman"/>
                <a:cs typeface="Times New Roman"/>
              </a:rPr>
              <a:t>Configurable</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cost</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Adjustable</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difficulty</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as</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hardware</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improves</a:t>
            </a:r>
            <a:r>
              <a:rPr lang="ru-RU" sz="2000" dirty="0">
                <a:highlight>
                  <a:srgbClr val="FFFFFF"/>
                </a:highlight>
                <a:latin typeface="Times New Roman"/>
                <a:cs typeface="Times New Roman"/>
              </a:rPr>
              <a:t>. (5) One-</a:t>
            </a:r>
            <a:r>
              <a:rPr lang="ru-RU" sz="2000" dirty="0" err="1">
                <a:highlight>
                  <a:srgbClr val="FFFFFF"/>
                </a:highlight>
                <a:latin typeface="Times New Roman"/>
                <a:cs typeface="Times New Roman"/>
              </a:rPr>
              <a:t>way</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Cannot</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reverse</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hash</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to</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obtain</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password</a:t>
            </a:r>
            <a:r>
              <a:rPr lang="ru-RU" sz="2000" dirty="0">
                <a:highlight>
                  <a:srgbClr val="FFFFFF"/>
                </a:highlight>
                <a:latin typeface="Times New Roman"/>
                <a:cs typeface="Times New Roman"/>
              </a:rPr>
              <a:t>.</a:t>
            </a:r>
          </a:p>
          <a:p>
            <a:r>
              <a:rPr lang="en-US" sz="2000" b="1" i="1" dirty="0">
                <a:highlight>
                  <a:srgbClr val="FFFFFF"/>
                </a:highlight>
                <a:latin typeface="Times New Roman"/>
                <a:cs typeface="Times New Roman"/>
              </a:rPr>
              <a:t>Key Insight: </a:t>
            </a:r>
            <a:r>
              <a:rPr lang="en-US" sz="2000" dirty="0">
                <a:highlight>
                  <a:srgbClr val="FFFFFF"/>
                </a:highlight>
                <a:latin typeface="Times New Roman"/>
                <a:cs typeface="Times New Roman"/>
              </a:rPr>
              <a:t>For password hashing, slowness is a feature, not a bug. We want legitimate authentication to take ~0.1-1 second, while brute force takes millennia.</a:t>
            </a:r>
            <a:endParaRPr lang="ru-RU" sz="2000" dirty="0">
              <a:latin typeface="Times New Roman"/>
              <a:cs typeface="Times New Roman"/>
            </a:endParaRPr>
          </a:p>
          <a:p>
            <a:r>
              <a:rPr lang="ru-RU" sz="2000" dirty="0">
                <a:latin typeface="Times New Roman"/>
                <a:cs typeface="Times New Roman"/>
              </a:rPr>
              <a:t>Определение 1.1 (Требования к функции хэширования паролей): Безопасная функция хэширования паролей должна быть: (1) медленной: намеренно требует больших вычислительных затрат, чтобы замедлить использование грубой силы. (2) Требует большого объема оперативной памяти, что препятствует ускорению на GPU/ASIC. (3) Поддержка соли: уникальная соль для каждого пароля предотвращает использование </a:t>
            </a:r>
            <a:r>
              <a:rPr lang="ru-RU" sz="2000" dirty="0" err="1">
                <a:latin typeface="Times New Roman"/>
                <a:cs typeface="Times New Roman"/>
              </a:rPr>
              <a:t>rainbow</a:t>
            </a:r>
            <a:r>
              <a:rPr lang="ru-RU" sz="2000" dirty="0">
                <a:latin typeface="Times New Roman"/>
                <a:cs typeface="Times New Roman"/>
              </a:rPr>
              <a:t> </a:t>
            </a:r>
            <a:r>
              <a:rPr lang="ru-RU" sz="2000" dirty="0" err="1">
                <a:latin typeface="Times New Roman"/>
                <a:cs typeface="Times New Roman"/>
              </a:rPr>
              <a:t>tables</a:t>
            </a:r>
            <a:r>
              <a:rPr lang="ru-RU" sz="2000" dirty="0">
                <a:latin typeface="Times New Roman"/>
                <a:cs typeface="Times New Roman"/>
              </a:rPr>
              <a:t>. (4) Настраиваемая стоимость: сложность может изменяться по мере улучшения аппаратного обеспечения. (5) Односторонний способ: Невозможно отменить хэширование для получения пароля.</a:t>
            </a:r>
          </a:p>
          <a:p>
            <a:r>
              <a:rPr lang="ru-RU" sz="2000" dirty="0">
                <a:latin typeface="Times New Roman"/>
                <a:cs typeface="Times New Roman"/>
              </a:rPr>
              <a:t>Ключевая информация: Медлительность при хэшировании паролей - это особенность, а не ошибка. Мы хотим, чтобы законная аутентификация занимала ~0,1-1 секунду, в то время как на использование грубой силы уходят тысячелетия.</a:t>
            </a:r>
          </a:p>
        </p:txBody>
      </p:sp>
    </p:spTree>
    <p:extLst>
      <p:ext uri="{BB962C8B-B14F-4D97-AF65-F5344CB8AC3E}">
        <p14:creationId xmlns:p14="http://schemas.microsoft.com/office/powerpoint/2010/main" val="41201965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DDABD1B-A5EF-08BA-0DBE-632DA99F004C}"/>
            </a:ext>
          </a:extLst>
        </p:cNvPr>
        <p:cNvGrpSpPr/>
        <p:nvPr/>
      </p:nvGrpSpPr>
      <p:grpSpPr>
        <a:xfrm>
          <a:off x="0" y="0"/>
          <a:ext cx="0" cy="0"/>
          <a:chOff x="0" y="0"/>
          <a:chExt cx="0" cy="0"/>
        </a:xfrm>
      </p:grpSpPr>
      <p:sp useBgFill="1">
        <p:nvSpPr>
          <p:cNvPr id="22" name="Rectangle 7">
            <a:extLst>
              <a:ext uri="{FF2B5EF4-FFF2-40B4-BE49-F238E27FC236}">
                <a16:creationId xmlns:a16="http://schemas.microsoft.com/office/drawing/2014/main" id="{CD2A4DB4-596D-BE1D-087F-47FBF0F6E1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9">
            <a:extLst>
              <a:ext uri="{FF2B5EF4-FFF2-40B4-BE49-F238E27FC236}">
                <a16:creationId xmlns:a16="http://schemas.microsoft.com/office/drawing/2014/main" id="{EF1D05BA-9B5C-1949-2858-59EE5C1810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11">
            <a:extLst>
              <a:ext uri="{FF2B5EF4-FFF2-40B4-BE49-F238E27FC236}">
                <a16:creationId xmlns:a16="http://schemas.microsoft.com/office/drawing/2014/main" id="{4A2481B9-C41A-707F-C281-2F671E1FBD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13">
            <a:extLst>
              <a:ext uri="{FF2B5EF4-FFF2-40B4-BE49-F238E27FC236}">
                <a16:creationId xmlns:a16="http://schemas.microsoft.com/office/drawing/2014/main" id="{36F65976-7620-939E-5E6E-A9F63DF674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Rectangle 15">
            <a:extLst>
              <a:ext uri="{FF2B5EF4-FFF2-40B4-BE49-F238E27FC236}">
                <a16:creationId xmlns:a16="http://schemas.microsoft.com/office/drawing/2014/main" id="{93C1774C-72BE-3F85-295B-B4E332EC86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17">
            <a:extLst>
              <a:ext uri="{FF2B5EF4-FFF2-40B4-BE49-F238E27FC236}">
                <a16:creationId xmlns:a16="http://schemas.microsoft.com/office/drawing/2014/main" id="{5619444E-24A8-7CDA-6B5F-3405529173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Заголовок 1">
            <a:extLst>
              <a:ext uri="{FF2B5EF4-FFF2-40B4-BE49-F238E27FC236}">
                <a16:creationId xmlns:a16="http://schemas.microsoft.com/office/drawing/2014/main" id="{DE06C608-F062-2D48-82D5-7D495FD209A8}"/>
              </a:ext>
            </a:extLst>
          </p:cNvPr>
          <p:cNvSpPr>
            <a:spLocks noGrp="1"/>
          </p:cNvSpPr>
          <p:nvPr>
            <p:ph type="title"/>
          </p:nvPr>
        </p:nvSpPr>
        <p:spPr>
          <a:xfrm>
            <a:off x="826396" y="586855"/>
            <a:ext cx="4230100" cy="3387497"/>
          </a:xfrm>
        </p:spPr>
        <p:txBody>
          <a:bodyPr anchor="b">
            <a:normAutofit/>
          </a:bodyPr>
          <a:lstStyle/>
          <a:p>
            <a:pPr algn="r"/>
            <a:r>
              <a:rPr lang="ru-RU" sz="4000" b="1">
                <a:solidFill>
                  <a:schemeClr val="bg1"/>
                </a:solidFill>
                <a:latin typeface="Times New Roman"/>
                <a:cs typeface="Times New Roman"/>
              </a:rPr>
              <a:t>2. Password Hashing Functions</a:t>
            </a:r>
          </a:p>
        </p:txBody>
      </p:sp>
      <p:sp>
        <p:nvSpPr>
          <p:cNvPr id="3" name="Объект 2">
            <a:extLst>
              <a:ext uri="{FF2B5EF4-FFF2-40B4-BE49-F238E27FC236}">
                <a16:creationId xmlns:a16="http://schemas.microsoft.com/office/drawing/2014/main" id="{D0C80EBA-E44F-3C04-CA87-B5FD0BB7D0AE}"/>
              </a:ext>
            </a:extLst>
          </p:cNvPr>
          <p:cNvSpPr>
            <a:spLocks noGrp="1"/>
          </p:cNvSpPr>
          <p:nvPr>
            <p:ph idx="1"/>
          </p:nvPr>
        </p:nvSpPr>
        <p:spPr>
          <a:xfrm>
            <a:off x="6503158" y="649480"/>
            <a:ext cx="4862447" cy="5546047"/>
          </a:xfrm>
        </p:spPr>
        <p:txBody>
          <a:bodyPr vert="horz" lIns="91440" tIns="45720" rIns="91440" bIns="45720" rtlCol="0" anchor="ctr">
            <a:normAutofit/>
          </a:bodyPr>
          <a:lstStyle/>
          <a:p>
            <a:pPr>
              <a:buNone/>
            </a:pPr>
            <a:r>
              <a:rPr lang="en-US" sz="2000" b="1" dirty="0">
                <a:highlight>
                  <a:srgbClr val="FFFFFF"/>
                </a:highlight>
                <a:latin typeface="Times New Roman"/>
                <a:cs typeface="Times New Roman"/>
              </a:rPr>
              <a:t>2.1 </a:t>
            </a:r>
            <a:r>
              <a:rPr lang="en-US" sz="2000" b="1" dirty="0" err="1">
                <a:highlight>
                  <a:srgbClr val="FFFFFF"/>
                </a:highlight>
                <a:latin typeface="Times New Roman"/>
                <a:cs typeface="Times New Roman"/>
              </a:rPr>
              <a:t>bcrypt</a:t>
            </a:r>
            <a:endParaRPr lang="en-US" sz="2000" b="1" dirty="0">
              <a:highlight>
                <a:srgbClr val="FFFFFF"/>
              </a:highlight>
              <a:latin typeface="Times New Roman"/>
              <a:cs typeface="Times New Roman"/>
            </a:endParaRPr>
          </a:p>
          <a:p>
            <a:pPr>
              <a:buNone/>
            </a:pPr>
            <a:r>
              <a:rPr lang="en-US" sz="2000" b="1" dirty="0">
                <a:highlight>
                  <a:srgbClr val="FFFFFF"/>
                </a:highlight>
                <a:latin typeface="Times New Roman"/>
                <a:cs typeface="Times New Roman"/>
              </a:rPr>
              <a:t>2.2 </a:t>
            </a:r>
            <a:r>
              <a:rPr lang="en-US" sz="2000" b="1" dirty="0" err="1">
                <a:highlight>
                  <a:srgbClr val="FFFFFF"/>
                </a:highlight>
                <a:latin typeface="Times New Roman"/>
                <a:cs typeface="Times New Roman"/>
              </a:rPr>
              <a:t>scrypt</a:t>
            </a:r>
            <a:endParaRPr lang="en-US" sz="2000" b="1" dirty="0">
              <a:highlight>
                <a:srgbClr val="FFFFFF"/>
              </a:highlight>
              <a:latin typeface="Times New Roman"/>
              <a:cs typeface="Times New Roman"/>
            </a:endParaRPr>
          </a:p>
          <a:p>
            <a:pPr>
              <a:buNone/>
            </a:pPr>
            <a:r>
              <a:rPr lang="en-US" sz="2000" b="1">
                <a:highlight>
                  <a:srgbClr val="FFFFFF"/>
                </a:highlight>
                <a:latin typeface="Times New Roman"/>
                <a:cs typeface="Times New Roman"/>
              </a:rPr>
              <a:t>2.3 Argon2</a:t>
            </a:r>
            <a:endParaRPr lang="en-US" sz="2000" b="1" dirty="0">
              <a:highlight>
                <a:srgbClr val="FFFFFF"/>
              </a:highlight>
              <a:latin typeface="Times New Roman"/>
              <a:cs typeface="Times New Roman"/>
            </a:endParaRPr>
          </a:p>
          <a:p>
            <a:pPr>
              <a:buNone/>
            </a:pPr>
            <a:r>
              <a:rPr lang="en-US" sz="2000" b="1">
                <a:highlight>
                  <a:srgbClr val="FFFFFF"/>
                </a:highlight>
                <a:latin typeface="Times New Roman"/>
                <a:cs typeface="Times New Roman"/>
              </a:rPr>
              <a:t>2.4 Comparison and Recommendations</a:t>
            </a:r>
            <a:endParaRPr lang="en-US" sz="2000" b="1" dirty="0">
              <a:highlight>
                <a:srgbClr val="FFFFFF"/>
              </a:highlight>
              <a:latin typeface="Times New Roman"/>
              <a:cs typeface="Times New Roman"/>
            </a:endParaRPr>
          </a:p>
        </p:txBody>
      </p:sp>
    </p:spTree>
    <p:extLst>
      <p:ext uri="{BB962C8B-B14F-4D97-AF65-F5344CB8AC3E}">
        <p14:creationId xmlns:p14="http://schemas.microsoft.com/office/powerpoint/2010/main" val="7890030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13139860-706A-1CB3-DE00-0917C84EE166}"/>
              </a:ext>
            </a:extLst>
          </p:cNvPr>
          <p:cNvSpPr>
            <a:spLocks noGrp="1"/>
          </p:cNvSpPr>
          <p:nvPr>
            <p:ph type="title"/>
          </p:nvPr>
        </p:nvSpPr>
        <p:spPr>
          <a:xfrm>
            <a:off x="1371599" y="294538"/>
            <a:ext cx="9895951" cy="1033669"/>
          </a:xfrm>
        </p:spPr>
        <p:txBody>
          <a:bodyPr>
            <a:normAutofit/>
          </a:bodyPr>
          <a:lstStyle/>
          <a:p>
            <a:r>
              <a:rPr lang="ru-RU" sz="4000" b="1">
                <a:solidFill>
                  <a:srgbClr val="FFFFFF"/>
                </a:solidFill>
                <a:latin typeface="Times New Roman"/>
                <a:cs typeface="Times New Roman"/>
              </a:rPr>
              <a:t>2. Password Hashing Functions</a:t>
            </a:r>
          </a:p>
        </p:txBody>
      </p:sp>
      <p:sp>
        <p:nvSpPr>
          <p:cNvPr id="3" name="Объект 2">
            <a:extLst>
              <a:ext uri="{FF2B5EF4-FFF2-40B4-BE49-F238E27FC236}">
                <a16:creationId xmlns:a16="http://schemas.microsoft.com/office/drawing/2014/main" id="{5EF1E773-9649-C737-F548-12D8FFB2699A}"/>
              </a:ext>
            </a:extLst>
          </p:cNvPr>
          <p:cNvSpPr>
            <a:spLocks noGrp="1"/>
          </p:cNvSpPr>
          <p:nvPr>
            <p:ph idx="1"/>
          </p:nvPr>
        </p:nvSpPr>
        <p:spPr>
          <a:xfrm>
            <a:off x="1371599" y="2318197"/>
            <a:ext cx="9724031" cy="3683358"/>
          </a:xfrm>
        </p:spPr>
        <p:txBody>
          <a:bodyPr vert="horz" lIns="91440" tIns="45720" rIns="91440" bIns="45720" rtlCol="0" anchor="ctr">
            <a:normAutofit/>
          </a:bodyPr>
          <a:lstStyle/>
          <a:p>
            <a:pPr marL="0" indent="0">
              <a:buNone/>
            </a:pPr>
            <a:r>
              <a:rPr lang="ru-RU" sz="2000">
                <a:highlight>
                  <a:srgbClr val="FFFFFF"/>
                </a:highlight>
                <a:latin typeface="Times New Roman"/>
                <a:cs typeface="Times New Roman"/>
              </a:rPr>
              <a:t>Modern password hashing functions are specifically designed to resist brute force attacks through computational and memory hardness.</a:t>
            </a:r>
            <a:endParaRPr lang="ru-RU"/>
          </a:p>
        </p:txBody>
      </p:sp>
    </p:spTree>
    <p:extLst>
      <p:ext uri="{BB962C8B-B14F-4D97-AF65-F5344CB8AC3E}">
        <p14:creationId xmlns:p14="http://schemas.microsoft.com/office/powerpoint/2010/main" val="40355133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690D9FCB-A959-4142-682A-19F3D9F5D8A1}"/>
              </a:ext>
            </a:extLst>
          </p:cNvPr>
          <p:cNvSpPr>
            <a:spLocks noGrp="1"/>
          </p:cNvSpPr>
          <p:nvPr>
            <p:ph type="title"/>
          </p:nvPr>
        </p:nvSpPr>
        <p:spPr>
          <a:xfrm>
            <a:off x="1371599" y="294538"/>
            <a:ext cx="9895951" cy="1033669"/>
          </a:xfrm>
        </p:spPr>
        <p:txBody>
          <a:bodyPr>
            <a:normAutofit/>
          </a:bodyPr>
          <a:lstStyle/>
          <a:p>
            <a:r>
              <a:rPr lang="en-US" sz="4000" b="1" dirty="0">
                <a:solidFill>
                  <a:srgbClr val="FFFFFF"/>
                </a:solidFill>
                <a:latin typeface="Times New Roman"/>
                <a:cs typeface="Times New Roman"/>
              </a:rPr>
              <a:t>2.1 </a:t>
            </a:r>
            <a:r>
              <a:rPr lang="en-US" sz="4000" b="1" dirty="0" err="1">
                <a:solidFill>
                  <a:srgbClr val="FFFFFF"/>
                </a:solidFill>
                <a:latin typeface="Times New Roman"/>
                <a:cs typeface="Times New Roman"/>
              </a:rPr>
              <a:t>bcrypt</a:t>
            </a:r>
            <a:endParaRPr lang="ru-RU" sz="4000" b="1" dirty="0" err="1">
              <a:solidFill>
                <a:srgbClr val="FFFFFF"/>
              </a:solidFill>
              <a:latin typeface="Times New Roman"/>
              <a:cs typeface="Times New Roman"/>
            </a:endParaRPr>
          </a:p>
        </p:txBody>
      </p:sp>
      <p:sp>
        <p:nvSpPr>
          <p:cNvPr id="3" name="Объект 2">
            <a:extLst>
              <a:ext uri="{FF2B5EF4-FFF2-40B4-BE49-F238E27FC236}">
                <a16:creationId xmlns:a16="http://schemas.microsoft.com/office/drawing/2014/main" id="{9F98DF65-4A4D-7F75-0C6E-4B1503A02B49}"/>
              </a:ext>
            </a:extLst>
          </p:cNvPr>
          <p:cNvSpPr>
            <a:spLocks noGrp="1"/>
          </p:cNvSpPr>
          <p:nvPr>
            <p:ph idx="1"/>
          </p:nvPr>
        </p:nvSpPr>
        <p:spPr>
          <a:xfrm>
            <a:off x="1371599" y="2318197"/>
            <a:ext cx="9724031" cy="3683358"/>
          </a:xfrm>
        </p:spPr>
        <p:txBody>
          <a:bodyPr vert="horz" lIns="91440" tIns="45720" rIns="91440" bIns="45720" rtlCol="0" anchor="ctr">
            <a:normAutofit/>
          </a:bodyPr>
          <a:lstStyle/>
          <a:p>
            <a:pPr marL="0" indent="0">
              <a:buNone/>
            </a:pPr>
            <a:r>
              <a:rPr lang="en-US" sz="2000" dirty="0" err="1">
                <a:highlight>
                  <a:srgbClr val="FFFFFF"/>
                </a:highlight>
                <a:latin typeface="Times New Roman"/>
                <a:cs typeface="Times New Roman"/>
              </a:rPr>
              <a:t>bcrypt</a:t>
            </a:r>
            <a:r>
              <a:rPr lang="en-US" sz="2000" dirty="0">
                <a:highlight>
                  <a:srgbClr val="FFFFFF"/>
                </a:highlight>
                <a:latin typeface="Times New Roman"/>
                <a:cs typeface="Times New Roman"/>
              </a:rPr>
              <a:t>, designed in 1999 by Niels Provos and David </a:t>
            </a:r>
            <a:r>
              <a:rPr lang="en-US" sz="2000" dirty="0" err="1">
                <a:highlight>
                  <a:srgbClr val="FFFFFF"/>
                </a:highlight>
                <a:latin typeface="Times New Roman"/>
                <a:cs typeface="Times New Roman"/>
              </a:rPr>
              <a:t>Mazières</a:t>
            </a:r>
            <a:r>
              <a:rPr lang="en-US" sz="2000" dirty="0">
                <a:highlight>
                  <a:srgbClr val="FFFFFF"/>
                </a:highlight>
                <a:latin typeface="Times New Roman"/>
                <a:cs typeface="Times New Roman"/>
              </a:rPr>
              <a:t>, was the first widely-adopted password hashing function designed to be slow.</a:t>
            </a:r>
            <a:endParaRPr lang="ru-RU" sz="2000" dirty="0">
              <a:highlight>
                <a:srgbClr val="FFFFFF"/>
              </a:highlight>
              <a:latin typeface="Times New Roman"/>
              <a:cs typeface="Times New Roman"/>
            </a:endParaRPr>
          </a:p>
        </p:txBody>
      </p:sp>
    </p:spTree>
    <p:extLst>
      <p:ext uri="{BB962C8B-B14F-4D97-AF65-F5344CB8AC3E}">
        <p14:creationId xmlns:p14="http://schemas.microsoft.com/office/powerpoint/2010/main" val="22268884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7906AF6E-6026-A1A2-7F76-AD613EDB3C72}"/>
              </a:ext>
            </a:extLst>
          </p:cNvPr>
          <p:cNvSpPr>
            <a:spLocks noGrp="1"/>
          </p:cNvSpPr>
          <p:nvPr>
            <p:ph type="title"/>
          </p:nvPr>
        </p:nvSpPr>
        <p:spPr>
          <a:xfrm>
            <a:off x="1371599" y="294538"/>
            <a:ext cx="9895951" cy="1033669"/>
          </a:xfrm>
        </p:spPr>
        <p:txBody>
          <a:bodyPr>
            <a:normAutofit/>
          </a:bodyPr>
          <a:lstStyle/>
          <a:p>
            <a:r>
              <a:rPr lang="ru-RU" sz="4000" b="1">
                <a:solidFill>
                  <a:srgbClr val="FFFFFF"/>
                </a:solidFill>
                <a:latin typeface="Times New Roman"/>
                <a:cs typeface="Times New Roman"/>
              </a:rPr>
              <a:t>Design: </a:t>
            </a:r>
            <a:endParaRPr lang="ru-RU" sz="4000">
              <a:solidFill>
                <a:srgbClr val="FFFFFF"/>
              </a:solidFill>
              <a:latin typeface="Times New Roman"/>
              <a:cs typeface="Times New Roman"/>
            </a:endParaRPr>
          </a:p>
        </p:txBody>
      </p:sp>
      <p:sp>
        <p:nvSpPr>
          <p:cNvPr id="3" name="Объект 2">
            <a:extLst>
              <a:ext uri="{FF2B5EF4-FFF2-40B4-BE49-F238E27FC236}">
                <a16:creationId xmlns:a16="http://schemas.microsoft.com/office/drawing/2014/main" id="{A19AEBB5-3119-14F9-2FA9-B7DCB4D3F3F8}"/>
              </a:ext>
            </a:extLst>
          </p:cNvPr>
          <p:cNvSpPr>
            <a:spLocks noGrp="1"/>
          </p:cNvSpPr>
          <p:nvPr>
            <p:ph idx="1"/>
          </p:nvPr>
        </p:nvSpPr>
        <p:spPr>
          <a:xfrm>
            <a:off x="148107" y="2318197"/>
            <a:ext cx="12031494" cy="3683358"/>
          </a:xfrm>
        </p:spPr>
        <p:txBody>
          <a:bodyPr vert="horz" lIns="91440" tIns="45720" rIns="91440" bIns="45720" rtlCol="0" anchor="ctr">
            <a:normAutofit/>
          </a:bodyPr>
          <a:lstStyle/>
          <a:p>
            <a:pPr marL="0" indent="0">
              <a:buNone/>
            </a:pPr>
            <a:r>
              <a:rPr lang="en-US" sz="2000" dirty="0">
                <a:highlight>
                  <a:srgbClr val="FFFFFF"/>
                </a:highlight>
                <a:latin typeface="Times New Roman"/>
                <a:cs typeface="Times New Roman"/>
              </a:rPr>
              <a:t>Based on Blowfish cipher's expensive key schedule. The cost parameter determines 2^cost iterations.</a:t>
            </a:r>
            <a:endParaRPr lang="ru-RU" sz="2000" dirty="0">
              <a:highlight>
                <a:srgbClr val="FFFFFF"/>
              </a:highlight>
              <a:latin typeface="Times New Roman"/>
              <a:cs typeface="Times New Roman"/>
            </a:endParaRPr>
          </a:p>
          <a:p>
            <a:pPr marL="0" indent="0">
              <a:buNone/>
            </a:pPr>
            <a:r>
              <a:rPr lang="en-US" sz="2000" dirty="0" err="1">
                <a:highlight>
                  <a:srgbClr val="FFFFFF"/>
                </a:highlight>
                <a:latin typeface="Courier New"/>
                <a:cs typeface="Courier New"/>
              </a:rPr>
              <a:t>bcrypt</a:t>
            </a:r>
            <a:r>
              <a:rPr lang="en-US" sz="2000" dirty="0">
                <a:highlight>
                  <a:srgbClr val="FFFFFF"/>
                </a:highlight>
                <a:latin typeface="Courier New"/>
                <a:cs typeface="Courier New"/>
              </a:rPr>
              <a:t>(password, salt, cost) = </a:t>
            </a:r>
            <a:r>
              <a:rPr lang="en-US" sz="2000" dirty="0" err="1">
                <a:highlight>
                  <a:srgbClr val="FFFFFF"/>
                </a:highlight>
                <a:latin typeface="Courier New"/>
                <a:cs typeface="Courier New"/>
              </a:rPr>
              <a:t>EksBlowfishSetup</a:t>
            </a:r>
            <a:r>
              <a:rPr lang="en-US" sz="2000" dirty="0">
                <a:highlight>
                  <a:srgbClr val="FFFFFF"/>
                </a:highlight>
                <a:latin typeface="Courier New"/>
                <a:cs typeface="Courier New"/>
              </a:rPr>
              <a:t>(cost, salt, password)</a:t>
            </a:r>
            <a:endParaRPr lang="ru-RU" sz="2000" dirty="0">
              <a:highlight>
                <a:srgbClr val="FFFFFF"/>
              </a:highlight>
              <a:latin typeface="Courier New"/>
              <a:cs typeface="Courier New"/>
            </a:endParaRPr>
          </a:p>
          <a:p>
            <a:pPr marL="0" indent="0">
              <a:buNone/>
            </a:pPr>
            <a:r>
              <a:rPr lang="ru-RU" sz="2000">
                <a:highlight>
                  <a:srgbClr val="FFFFFF"/>
                </a:highlight>
                <a:latin typeface="Courier New"/>
                <a:cs typeface="Courier New"/>
              </a:rPr>
              <a:t>  -&gt; Repeatedly expand key using expensive key schedule</a:t>
            </a:r>
            <a:endParaRPr lang="ru-RU" sz="2000"/>
          </a:p>
          <a:p>
            <a:pPr marL="0" indent="0">
              <a:buNone/>
            </a:pPr>
            <a:endParaRPr lang="ru-RU" sz="2000"/>
          </a:p>
        </p:txBody>
      </p:sp>
    </p:spTree>
    <p:extLst>
      <p:ext uri="{BB962C8B-B14F-4D97-AF65-F5344CB8AC3E}">
        <p14:creationId xmlns:p14="http://schemas.microsoft.com/office/powerpoint/2010/main" val="16907333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7516F7D6-1F8B-496F-6706-8BFD6C79EE73}"/>
              </a:ext>
            </a:extLst>
          </p:cNvPr>
          <p:cNvSpPr>
            <a:spLocks noGrp="1"/>
          </p:cNvSpPr>
          <p:nvPr>
            <p:ph type="title"/>
          </p:nvPr>
        </p:nvSpPr>
        <p:spPr>
          <a:xfrm>
            <a:off x="1371599" y="294538"/>
            <a:ext cx="9895951" cy="1033669"/>
          </a:xfrm>
        </p:spPr>
        <p:txBody>
          <a:bodyPr>
            <a:normAutofit/>
          </a:bodyPr>
          <a:lstStyle/>
          <a:p>
            <a:r>
              <a:rPr lang="ru-RU" sz="4000" b="1">
                <a:solidFill>
                  <a:srgbClr val="FFFFFF"/>
                </a:solidFill>
                <a:latin typeface="Times New Roman"/>
                <a:cs typeface="Times New Roman"/>
              </a:rPr>
              <a:t>Cost Parameter: </a:t>
            </a:r>
            <a:endParaRPr lang="ru-RU" sz="4000">
              <a:solidFill>
                <a:srgbClr val="FFFFFF"/>
              </a:solidFill>
              <a:latin typeface="Times New Roman"/>
              <a:cs typeface="Times New Roman"/>
            </a:endParaRPr>
          </a:p>
        </p:txBody>
      </p:sp>
      <p:sp>
        <p:nvSpPr>
          <p:cNvPr id="3" name="Объект 2">
            <a:extLst>
              <a:ext uri="{FF2B5EF4-FFF2-40B4-BE49-F238E27FC236}">
                <a16:creationId xmlns:a16="http://schemas.microsoft.com/office/drawing/2014/main" id="{9AE209DB-E90D-0F83-E80A-09C39E59B43F}"/>
              </a:ext>
            </a:extLst>
          </p:cNvPr>
          <p:cNvSpPr>
            <a:spLocks noGrp="1"/>
          </p:cNvSpPr>
          <p:nvPr>
            <p:ph idx="1"/>
          </p:nvPr>
        </p:nvSpPr>
        <p:spPr>
          <a:xfrm>
            <a:off x="1371599" y="2318197"/>
            <a:ext cx="9724031" cy="3683358"/>
          </a:xfrm>
        </p:spPr>
        <p:txBody>
          <a:bodyPr vert="horz" lIns="91440" tIns="45720" rIns="91440" bIns="45720" rtlCol="0" anchor="ctr">
            <a:normAutofit/>
          </a:bodyPr>
          <a:lstStyle/>
          <a:p>
            <a:r>
              <a:rPr lang="ru-RU" sz="2000">
                <a:highlight>
                  <a:srgbClr val="FFFFFF"/>
                </a:highlight>
                <a:latin typeface="Courier New"/>
                <a:cs typeface="Courier New"/>
              </a:rPr>
              <a:t>cost = 10: 2^10 = 1,024 iterations, ~0.1 seconds</a:t>
            </a:r>
          </a:p>
          <a:p>
            <a:r>
              <a:rPr lang="ru-RU" sz="2000">
                <a:highlight>
                  <a:srgbClr val="FFFFFF"/>
                </a:highlight>
                <a:latin typeface="Courier New"/>
                <a:cs typeface="Courier New"/>
              </a:rPr>
              <a:t>cost = 12: 2^12 = 4,096 iterations, ~0.4 seconds</a:t>
            </a:r>
          </a:p>
          <a:p>
            <a:r>
              <a:rPr lang="ru-RU" sz="2000">
                <a:highlight>
                  <a:srgbClr val="FFFFFF"/>
                </a:highlight>
                <a:latin typeface="Courier New"/>
                <a:cs typeface="Courier New"/>
              </a:rPr>
              <a:t>cost = 14: 2^14 = 16,384 iterations, ~1.6 seconds</a:t>
            </a:r>
          </a:p>
          <a:p>
            <a:endParaRPr lang="ru-RU" sz="2000"/>
          </a:p>
        </p:txBody>
      </p:sp>
    </p:spTree>
    <p:extLst>
      <p:ext uri="{BB962C8B-B14F-4D97-AF65-F5344CB8AC3E}">
        <p14:creationId xmlns:p14="http://schemas.microsoft.com/office/powerpoint/2010/main" val="27139530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2E454488-9E55-6DA6-B1B8-A84B2160A404}"/>
              </a:ext>
            </a:extLst>
          </p:cNvPr>
          <p:cNvSpPr>
            <a:spLocks noGrp="1"/>
          </p:cNvSpPr>
          <p:nvPr>
            <p:ph type="title"/>
          </p:nvPr>
        </p:nvSpPr>
        <p:spPr>
          <a:xfrm>
            <a:off x="1371599" y="294538"/>
            <a:ext cx="9895951" cy="1033669"/>
          </a:xfrm>
        </p:spPr>
        <p:txBody>
          <a:bodyPr>
            <a:normAutofit/>
          </a:bodyPr>
          <a:lstStyle/>
          <a:p>
            <a:r>
              <a:rPr lang="en-US" sz="4000" b="1" dirty="0">
                <a:solidFill>
                  <a:srgbClr val="FFFFFF"/>
                </a:solidFill>
                <a:latin typeface="Times New Roman"/>
                <a:cs typeface="Times New Roman"/>
              </a:rPr>
              <a:t>Example 2.1: </a:t>
            </a:r>
            <a:r>
              <a:rPr lang="en-US" sz="4000" b="1" dirty="0" err="1">
                <a:solidFill>
                  <a:srgbClr val="FFFFFF"/>
                </a:solidFill>
                <a:latin typeface="Times New Roman"/>
                <a:cs typeface="Times New Roman"/>
              </a:rPr>
              <a:t>bcrypt</a:t>
            </a:r>
            <a:r>
              <a:rPr lang="en-US" sz="4000" b="1" dirty="0">
                <a:solidFill>
                  <a:srgbClr val="FFFFFF"/>
                </a:solidFill>
                <a:latin typeface="Times New Roman"/>
                <a:cs typeface="Times New Roman"/>
              </a:rPr>
              <a:t> Hash</a:t>
            </a:r>
            <a:endParaRPr lang="ru-RU" sz="4000" b="1" dirty="0">
              <a:solidFill>
                <a:srgbClr val="FFFFFF"/>
              </a:solidFill>
              <a:latin typeface="Times New Roman"/>
              <a:cs typeface="Times New Roman"/>
            </a:endParaRPr>
          </a:p>
        </p:txBody>
      </p:sp>
      <p:sp>
        <p:nvSpPr>
          <p:cNvPr id="3" name="Объект 2">
            <a:extLst>
              <a:ext uri="{FF2B5EF4-FFF2-40B4-BE49-F238E27FC236}">
                <a16:creationId xmlns:a16="http://schemas.microsoft.com/office/drawing/2014/main" id="{6CC647BB-0984-BF66-590A-62F9850124F8}"/>
              </a:ext>
            </a:extLst>
          </p:cNvPr>
          <p:cNvSpPr>
            <a:spLocks noGrp="1"/>
          </p:cNvSpPr>
          <p:nvPr>
            <p:ph idx="1"/>
          </p:nvPr>
        </p:nvSpPr>
        <p:spPr>
          <a:xfrm>
            <a:off x="1371599" y="2318197"/>
            <a:ext cx="9724031" cy="3683358"/>
          </a:xfrm>
        </p:spPr>
        <p:txBody>
          <a:bodyPr vert="horz" lIns="91440" tIns="45720" rIns="91440" bIns="45720" rtlCol="0" anchor="ctr">
            <a:normAutofit/>
          </a:bodyPr>
          <a:lstStyle/>
          <a:p>
            <a:pPr marL="0" indent="0">
              <a:buNone/>
            </a:pPr>
            <a:r>
              <a:rPr lang="en-US" sz="2000" dirty="0">
                <a:highlight>
                  <a:srgbClr val="FFFFFF"/>
                </a:highlight>
                <a:latin typeface="Courier New"/>
                <a:cs typeface="Courier New"/>
              </a:rPr>
              <a:t>Password: '</a:t>
            </a:r>
            <a:r>
              <a:rPr lang="en-US" sz="2000" dirty="0" err="1">
                <a:highlight>
                  <a:srgbClr val="FFFFFF"/>
                </a:highlight>
                <a:latin typeface="Courier New"/>
                <a:cs typeface="Courier New"/>
              </a:rPr>
              <a:t>correcthorsebatterystaple</a:t>
            </a:r>
            <a:r>
              <a:rPr lang="en-US" sz="2000" dirty="0">
                <a:highlight>
                  <a:srgbClr val="FFFFFF"/>
                </a:highlight>
                <a:latin typeface="Courier New"/>
                <a:cs typeface="Courier New"/>
              </a:rPr>
              <a:t>'</a:t>
            </a:r>
            <a:endParaRPr lang="ru-RU" sz="2000" dirty="0">
              <a:highlight>
                <a:srgbClr val="FFFFFF"/>
              </a:highlight>
              <a:latin typeface="Courier New"/>
              <a:cs typeface="Courier New"/>
            </a:endParaRPr>
          </a:p>
          <a:p>
            <a:pPr marL="0" indent="0">
              <a:buNone/>
            </a:pPr>
            <a:r>
              <a:rPr lang="ru-RU" sz="2000">
                <a:highlight>
                  <a:srgbClr val="FFFFFF"/>
                </a:highlight>
                <a:latin typeface="Courier New"/>
                <a:cs typeface="Courier New"/>
              </a:rPr>
              <a:t>Salt: randomly generated 128-bit salt</a:t>
            </a:r>
          </a:p>
          <a:p>
            <a:pPr marL="0" indent="0">
              <a:buNone/>
            </a:pPr>
            <a:r>
              <a:rPr lang="ru-RU" sz="2000">
                <a:highlight>
                  <a:srgbClr val="FFFFFF"/>
                </a:highlight>
                <a:latin typeface="Courier New"/>
                <a:cs typeface="Courier New"/>
              </a:rPr>
              <a:t>Cost: 12</a:t>
            </a:r>
          </a:p>
          <a:p>
            <a:pPr marL="0" indent="0">
              <a:buNone/>
            </a:pPr>
            <a:r>
              <a:rPr lang="ru-RU" sz="2000">
                <a:highlight>
                  <a:srgbClr val="FFFFFF"/>
                </a:highlight>
                <a:latin typeface="Courier New"/>
                <a:cs typeface="Courier New"/>
              </a:rPr>
              <a:t>Output: $2b$12$R9h/cIPz0gi.URNNX3kh2O4LPm8EH.PZ9oLkM8rLVILYGPMZd/4m6</a:t>
            </a:r>
          </a:p>
          <a:p>
            <a:pPr marL="0" indent="0">
              <a:buNone/>
            </a:pPr>
            <a:endParaRPr lang="ru-RU" sz="2000" dirty="0">
              <a:highlight>
                <a:srgbClr val="FFFFFF"/>
              </a:highlight>
              <a:latin typeface="Courier New"/>
              <a:cs typeface="Courier New"/>
            </a:endParaRPr>
          </a:p>
          <a:p>
            <a:pPr marL="0" indent="0">
              <a:buNone/>
            </a:pPr>
            <a:r>
              <a:rPr lang="en-US" sz="2000" dirty="0">
                <a:highlight>
                  <a:srgbClr val="FFFFFF"/>
                </a:highlight>
                <a:latin typeface="Times New Roman"/>
                <a:cs typeface="Times New Roman"/>
              </a:rPr>
              <a:t>Format encodes: algorithm version, cost, salt, and hash in single string.</a:t>
            </a:r>
            <a:endParaRPr lang="ru-RU" sz="2000">
              <a:highlight>
                <a:srgbClr val="FFFFFF"/>
              </a:highlight>
              <a:latin typeface="Times New Roman"/>
              <a:cs typeface="Times New Roman"/>
            </a:endParaRPr>
          </a:p>
          <a:p>
            <a:pPr marL="0" indent="0">
              <a:buNone/>
            </a:pPr>
            <a:endParaRPr lang="ru-RU" sz="2000"/>
          </a:p>
        </p:txBody>
      </p:sp>
    </p:spTree>
    <p:extLst>
      <p:ext uri="{BB962C8B-B14F-4D97-AF65-F5344CB8AC3E}">
        <p14:creationId xmlns:p14="http://schemas.microsoft.com/office/powerpoint/2010/main" val="23433615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530C3D5D-1F35-66C2-C3B4-52CB0B9538A3}"/>
              </a:ext>
            </a:extLst>
          </p:cNvPr>
          <p:cNvSpPr>
            <a:spLocks noGrp="1"/>
          </p:cNvSpPr>
          <p:nvPr>
            <p:ph type="title"/>
          </p:nvPr>
        </p:nvSpPr>
        <p:spPr>
          <a:xfrm>
            <a:off x="1371599" y="294538"/>
            <a:ext cx="9895951" cy="1033669"/>
          </a:xfrm>
        </p:spPr>
        <p:txBody>
          <a:bodyPr>
            <a:normAutofit/>
          </a:bodyPr>
          <a:lstStyle/>
          <a:p>
            <a:r>
              <a:rPr lang="ru-RU" sz="4000" b="1">
                <a:solidFill>
                  <a:srgbClr val="FFFFFF"/>
                </a:solidFill>
                <a:latin typeface="Times New Roman"/>
                <a:cs typeface="Times New Roman"/>
              </a:rPr>
              <a:t>Advantages and Limitations</a:t>
            </a:r>
          </a:p>
        </p:txBody>
      </p:sp>
      <p:sp>
        <p:nvSpPr>
          <p:cNvPr id="3" name="Объект 2">
            <a:extLst>
              <a:ext uri="{FF2B5EF4-FFF2-40B4-BE49-F238E27FC236}">
                <a16:creationId xmlns:a16="http://schemas.microsoft.com/office/drawing/2014/main" id="{6DB10346-5D39-CD98-A4F7-052F4182E240}"/>
              </a:ext>
            </a:extLst>
          </p:cNvPr>
          <p:cNvSpPr>
            <a:spLocks noGrp="1"/>
          </p:cNvSpPr>
          <p:nvPr>
            <p:ph idx="1"/>
          </p:nvPr>
        </p:nvSpPr>
        <p:spPr>
          <a:xfrm>
            <a:off x="1371599" y="2318197"/>
            <a:ext cx="9724031" cy="3683358"/>
          </a:xfrm>
        </p:spPr>
        <p:txBody>
          <a:bodyPr vert="horz" lIns="91440" tIns="45720" rIns="91440" bIns="45720" rtlCol="0" anchor="ctr">
            <a:normAutofit/>
          </a:bodyPr>
          <a:lstStyle/>
          <a:p>
            <a:pPr marL="0" indent="0">
              <a:buNone/>
            </a:pPr>
            <a:r>
              <a:rPr lang="ru-RU" sz="2000" b="1">
                <a:highlight>
                  <a:srgbClr val="FFFFFF"/>
                </a:highlight>
                <a:latin typeface="Times New Roman"/>
                <a:cs typeface="Times New Roman"/>
              </a:rPr>
              <a:t>Advantages:</a:t>
            </a:r>
            <a:endParaRPr lang="ru-RU" sz="2000">
              <a:highlight>
                <a:srgbClr val="FFFFFF"/>
              </a:highlight>
              <a:latin typeface="Times New Roman"/>
              <a:cs typeface="Times New Roman"/>
            </a:endParaRPr>
          </a:p>
          <a:p>
            <a:r>
              <a:rPr lang="ru-RU" sz="2000">
                <a:highlight>
                  <a:srgbClr val="FFFFFF"/>
                </a:highlight>
                <a:latin typeface="Times New Roman"/>
                <a:cs typeface="Times New Roman"/>
              </a:rPr>
              <a:t>Battle-tested: 25+ years of use and analysis</a:t>
            </a:r>
          </a:p>
          <a:p>
            <a:r>
              <a:rPr lang="ru-RU" sz="2000">
                <a:highlight>
                  <a:srgbClr val="FFFFFF"/>
                </a:highlight>
                <a:latin typeface="Times New Roman"/>
                <a:cs typeface="Times New Roman"/>
              </a:rPr>
              <a:t>Built-in salt generation</a:t>
            </a:r>
          </a:p>
          <a:p>
            <a:r>
              <a:rPr lang="ru-RU" sz="2000">
                <a:highlight>
                  <a:srgbClr val="FFFFFF"/>
                </a:highlight>
                <a:latin typeface="Times New Roman"/>
                <a:cs typeface="Times New Roman"/>
              </a:rPr>
              <a:t>Configurable cost factor</a:t>
            </a:r>
          </a:p>
          <a:p>
            <a:r>
              <a:rPr lang="ru-RU" sz="2000">
                <a:highlight>
                  <a:srgbClr val="FFFFFF"/>
                </a:highlight>
                <a:latin typeface="Times New Roman"/>
                <a:cs typeface="Times New Roman"/>
              </a:rPr>
              <a:t>Widely supported in libraries and frameworks</a:t>
            </a:r>
          </a:p>
          <a:p>
            <a:pPr marL="0" indent="0">
              <a:buNone/>
            </a:pPr>
            <a:r>
              <a:rPr lang="ru-RU" sz="2000" b="1">
                <a:highlight>
                  <a:srgbClr val="FFFFFF"/>
                </a:highlight>
                <a:latin typeface="Times New Roman"/>
                <a:cs typeface="Times New Roman"/>
              </a:rPr>
              <a:t>Limitations:</a:t>
            </a:r>
            <a:endParaRPr lang="ru-RU" sz="2000">
              <a:highlight>
                <a:srgbClr val="FFFFFF"/>
              </a:highlight>
              <a:latin typeface="Times New Roman"/>
              <a:cs typeface="Times New Roman"/>
            </a:endParaRPr>
          </a:p>
          <a:p>
            <a:r>
              <a:rPr lang="en-US" sz="2000" dirty="0">
                <a:highlight>
                  <a:srgbClr val="FFFFFF"/>
                </a:highlight>
                <a:latin typeface="Times New Roman"/>
                <a:cs typeface="Times New Roman"/>
              </a:rPr>
              <a:t>Maximum password length: 72 bytes</a:t>
            </a:r>
            <a:endParaRPr lang="ru-RU" sz="2000" dirty="0">
              <a:highlight>
                <a:srgbClr val="FFFFFF"/>
              </a:highlight>
              <a:latin typeface="Times New Roman"/>
              <a:cs typeface="Times New Roman"/>
            </a:endParaRPr>
          </a:p>
          <a:p>
            <a:r>
              <a:rPr lang="ru-RU" sz="2000">
                <a:highlight>
                  <a:srgbClr val="FFFFFF"/>
                </a:highlight>
                <a:latin typeface="Times New Roman"/>
                <a:cs typeface="Times New Roman"/>
              </a:rPr>
              <a:t>Not memory-hard: vulnerable to GPU/ASIC acceleration</a:t>
            </a:r>
          </a:p>
          <a:p>
            <a:r>
              <a:rPr lang="ru-RU" sz="2000">
                <a:highlight>
                  <a:srgbClr val="FFFFFF"/>
                </a:highlight>
                <a:latin typeface="Times New Roman"/>
                <a:cs typeface="Times New Roman"/>
              </a:rPr>
              <a:t>Cost increases require full redesign of infrastructure</a:t>
            </a:r>
          </a:p>
          <a:p>
            <a:endParaRPr lang="ru-RU" sz="2000">
              <a:latin typeface="Times New Roman"/>
              <a:cs typeface="Times New Roman"/>
            </a:endParaRPr>
          </a:p>
        </p:txBody>
      </p:sp>
    </p:spTree>
    <p:extLst>
      <p:ext uri="{BB962C8B-B14F-4D97-AF65-F5344CB8AC3E}">
        <p14:creationId xmlns:p14="http://schemas.microsoft.com/office/powerpoint/2010/main" val="41793648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Мультимедиа в Интернете 3" title="Password Storage Tier List: encryption, hashing, salting, bcrypt, and beyond">
            <a:hlinkClick r:id="" action="ppaction://noaction"/>
            <a:extLst>
              <a:ext uri="{FF2B5EF4-FFF2-40B4-BE49-F238E27FC236}">
                <a16:creationId xmlns:a16="http://schemas.microsoft.com/office/drawing/2014/main" id="{DFC79517-E6C5-35FC-BCB7-28790DC24C10}"/>
              </a:ext>
            </a:extLst>
          </p:cNvPr>
          <p:cNvPicPr>
            <a:picLocks noGrp="1" noRot="1" noChangeAspect="1"/>
          </p:cNvPicPr>
          <p:nvPr>
            <p:ph idx="1"/>
            <a:videoFile r:link="rId1"/>
          </p:nvPr>
        </p:nvPicPr>
        <p:blipFill>
          <a:blip r:embed="rId3"/>
          <a:stretch>
            <a:fillRect/>
          </a:stretch>
        </p:blipFill>
        <p:spPr>
          <a:xfrm>
            <a:off x="1655" y="11852"/>
            <a:ext cx="12165637" cy="6841251"/>
          </a:xfrm>
          <a:prstGeom prst="rect">
            <a:avLst/>
          </a:prstGeom>
        </p:spPr>
      </p:pic>
    </p:spTree>
    <p:extLst>
      <p:ext uri="{BB962C8B-B14F-4D97-AF65-F5344CB8AC3E}">
        <p14:creationId xmlns:p14="http://schemas.microsoft.com/office/powerpoint/2010/main" val="40731766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0D849F54-EA22-7CD3-F580-AA12E2367D23}"/>
              </a:ext>
            </a:extLst>
          </p:cNvPr>
          <p:cNvSpPr>
            <a:spLocks noGrp="1"/>
          </p:cNvSpPr>
          <p:nvPr>
            <p:ph type="title"/>
          </p:nvPr>
        </p:nvSpPr>
        <p:spPr>
          <a:xfrm>
            <a:off x="1371599" y="294538"/>
            <a:ext cx="9895951" cy="1033669"/>
          </a:xfrm>
        </p:spPr>
        <p:txBody>
          <a:bodyPr>
            <a:normAutofit/>
          </a:bodyPr>
          <a:lstStyle/>
          <a:p>
            <a:r>
              <a:rPr lang="en-US" sz="4000" b="1" dirty="0">
                <a:solidFill>
                  <a:srgbClr val="FFFFFF"/>
                </a:solidFill>
                <a:latin typeface="Times New Roman"/>
                <a:cs typeface="Times New Roman"/>
              </a:rPr>
              <a:t>2.2 </a:t>
            </a:r>
            <a:r>
              <a:rPr lang="en-US" sz="4000" b="1" dirty="0" err="1">
                <a:solidFill>
                  <a:srgbClr val="FFFFFF"/>
                </a:solidFill>
                <a:latin typeface="Times New Roman"/>
                <a:cs typeface="Times New Roman"/>
              </a:rPr>
              <a:t>scrypt</a:t>
            </a:r>
            <a:endParaRPr lang="ru-RU" sz="4000" b="1" dirty="0" err="1">
              <a:solidFill>
                <a:srgbClr val="FFFFFF"/>
              </a:solidFill>
              <a:latin typeface="Times New Roman"/>
              <a:cs typeface="Times New Roman"/>
            </a:endParaRPr>
          </a:p>
        </p:txBody>
      </p:sp>
      <p:sp>
        <p:nvSpPr>
          <p:cNvPr id="3" name="Объект 2">
            <a:extLst>
              <a:ext uri="{FF2B5EF4-FFF2-40B4-BE49-F238E27FC236}">
                <a16:creationId xmlns:a16="http://schemas.microsoft.com/office/drawing/2014/main" id="{01194474-5DE7-40E0-778C-3937DBEE6DB0}"/>
              </a:ext>
            </a:extLst>
          </p:cNvPr>
          <p:cNvSpPr>
            <a:spLocks noGrp="1"/>
          </p:cNvSpPr>
          <p:nvPr>
            <p:ph idx="1"/>
          </p:nvPr>
        </p:nvSpPr>
        <p:spPr>
          <a:xfrm>
            <a:off x="1371599" y="2318197"/>
            <a:ext cx="9724031" cy="3683358"/>
          </a:xfrm>
        </p:spPr>
        <p:txBody>
          <a:bodyPr vert="horz" lIns="91440" tIns="45720" rIns="91440" bIns="45720" rtlCol="0" anchor="ctr">
            <a:normAutofit/>
          </a:bodyPr>
          <a:lstStyle/>
          <a:p>
            <a:r>
              <a:rPr lang="en-US" sz="2000">
                <a:highlight>
                  <a:srgbClr val="FFFFFF"/>
                </a:highlight>
                <a:latin typeface="Times New Roman"/>
                <a:cs typeface="Times New Roman"/>
              </a:rPr>
              <a:t>scrypt, designed in 2009 by Colin Percival, introduced memory-hardness to password hashing.</a:t>
            </a:r>
            <a:endParaRPr lang="ru-RU" sz="2000">
              <a:highlight>
                <a:srgbClr val="FFFFFF"/>
              </a:highlight>
              <a:latin typeface="Times New Roman"/>
              <a:cs typeface="Times New Roman"/>
            </a:endParaRPr>
          </a:p>
          <a:p>
            <a:r>
              <a:rPr lang="en-US" sz="2000" b="1">
                <a:highlight>
                  <a:srgbClr val="FFFFFF"/>
                </a:highlight>
                <a:latin typeface="Times New Roman"/>
                <a:cs typeface="Times New Roman"/>
              </a:rPr>
              <a:t>Key Innovation: </a:t>
            </a:r>
            <a:r>
              <a:rPr lang="en-US" sz="2000">
                <a:highlight>
                  <a:srgbClr val="FFFFFF"/>
                </a:highlight>
                <a:latin typeface="Times New Roman"/>
                <a:cs typeface="Times New Roman"/>
              </a:rPr>
              <a:t>Memory-hard function. Requires storing large amounts of data in RAM during computation, preventing efficient GPU/ASIC implementation.</a:t>
            </a:r>
            <a:endParaRPr lang="ru-RU" sz="2000">
              <a:latin typeface="Times New Roman"/>
              <a:cs typeface="Times New Roman"/>
            </a:endParaRPr>
          </a:p>
          <a:p>
            <a:endParaRPr lang="ru-RU" sz="2000">
              <a:latin typeface="Times New Roman"/>
              <a:cs typeface="Times New Roman"/>
            </a:endParaRPr>
          </a:p>
        </p:txBody>
      </p:sp>
    </p:spTree>
    <p:extLst>
      <p:ext uri="{BB962C8B-B14F-4D97-AF65-F5344CB8AC3E}">
        <p14:creationId xmlns:p14="http://schemas.microsoft.com/office/powerpoint/2010/main" val="32949331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D911F4CD-E8F0-B67E-88A8-5539EEA4400B}"/>
              </a:ext>
            </a:extLst>
          </p:cNvPr>
          <p:cNvSpPr>
            <a:spLocks noGrp="1"/>
          </p:cNvSpPr>
          <p:nvPr>
            <p:ph type="title"/>
          </p:nvPr>
        </p:nvSpPr>
        <p:spPr>
          <a:xfrm>
            <a:off x="1371599" y="294538"/>
            <a:ext cx="9895951" cy="1033669"/>
          </a:xfrm>
        </p:spPr>
        <p:txBody>
          <a:bodyPr>
            <a:normAutofit/>
          </a:bodyPr>
          <a:lstStyle/>
          <a:p>
            <a:r>
              <a:rPr lang="en-US" sz="4000" b="1" dirty="0">
                <a:solidFill>
                  <a:srgbClr val="FFFFFF"/>
                </a:solidFill>
                <a:latin typeface="Times New Roman"/>
                <a:cs typeface="Times New Roman"/>
              </a:rPr>
              <a:t>2.2 </a:t>
            </a:r>
            <a:r>
              <a:rPr lang="en-US" sz="4000" b="1" dirty="0" err="1">
                <a:solidFill>
                  <a:srgbClr val="FFFFFF"/>
                </a:solidFill>
                <a:latin typeface="Times New Roman"/>
                <a:cs typeface="Times New Roman"/>
              </a:rPr>
              <a:t>scrypt</a:t>
            </a:r>
            <a:endParaRPr lang="ru-RU" sz="4000">
              <a:solidFill>
                <a:srgbClr val="FFFFFF"/>
              </a:solidFill>
              <a:latin typeface="Times New Roman"/>
              <a:cs typeface="Times New Roman"/>
            </a:endParaRPr>
          </a:p>
        </p:txBody>
      </p:sp>
      <p:sp>
        <p:nvSpPr>
          <p:cNvPr id="3" name="Объект 2">
            <a:extLst>
              <a:ext uri="{FF2B5EF4-FFF2-40B4-BE49-F238E27FC236}">
                <a16:creationId xmlns:a16="http://schemas.microsoft.com/office/drawing/2014/main" id="{A75B7BC1-B17C-93B7-61FA-626276A651A8}"/>
              </a:ext>
            </a:extLst>
          </p:cNvPr>
          <p:cNvSpPr>
            <a:spLocks noGrp="1"/>
          </p:cNvSpPr>
          <p:nvPr>
            <p:ph idx="1"/>
          </p:nvPr>
        </p:nvSpPr>
        <p:spPr>
          <a:xfrm>
            <a:off x="1371599" y="2318197"/>
            <a:ext cx="9724031" cy="3683358"/>
          </a:xfrm>
        </p:spPr>
        <p:txBody>
          <a:bodyPr vert="horz" lIns="91440" tIns="45720" rIns="91440" bIns="45720" rtlCol="0" anchor="ctr">
            <a:normAutofit/>
          </a:bodyPr>
          <a:lstStyle/>
          <a:p>
            <a:pPr marL="0" indent="0">
              <a:buNone/>
            </a:pPr>
            <a:r>
              <a:rPr lang="ru-RU" sz="1700" b="1">
                <a:highlight>
                  <a:srgbClr val="FFFFFF"/>
                </a:highlight>
                <a:latin typeface="Times New Roman"/>
                <a:cs typeface="Times New Roman"/>
              </a:rPr>
              <a:t>Parameters:</a:t>
            </a:r>
            <a:endParaRPr lang="ru-RU" sz="1700">
              <a:highlight>
                <a:srgbClr val="FFFFFF"/>
              </a:highlight>
              <a:latin typeface="Times New Roman"/>
              <a:cs typeface="Times New Roman"/>
            </a:endParaRPr>
          </a:p>
          <a:p>
            <a:r>
              <a:rPr lang="ru-RU" sz="1700" b="1">
                <a:highlight>
                  <a:srgbClr val="FFFFFF"/>
                </a:highlight>
                <a:latin typeface="Times New Roman"/>
                <a:cs typeface="Times New Roman"/>
              </a:rPr>
              <a:t>N: </a:t>
            </a:r>
            <a:r>
              <a:rPr lang="ru-RU" sz="1700">
                <a:highlight>
                  <a:srgbClr val="FFFFFF"/>
                </a:highlight>
                <a:latin typeface="Times New Roman"/>
                <a:cs typeface="Times New Roman"/>
              </a:rPr>
              <a:t>CPU/memory cost parameter (typically 2^14 to 2^20)</a:t>
            </a:r>
          </a:p>
          <a:p>
            <a:r>
              <a:rPr lang="ru-RU" sz="1700" b="1">
                <a:highlight>
                  <a:srgbClr val="FFFFFF"/>
                </a:highlight>
                <a:latin typeface="Times New Roman"/>
                <a:cs typeface="Times New Roman"/>
              </a:rPr>
              <a:t>r: </a:t>
            </a:r>
            <a:r>
              <a:rPr lang="ru-RU" sz="1700">
                <a:highlight>
                  <a:srgbClr val="FFFFFF"/>
                </a:highlight>
                <a:latin typeface="Times New Roman"/>
                <a:cs typeface="Times New Roman"/>
              </a:rPr>
              <a:t>Block size parameter</a:t>
            </a:r>
          </a:p>
          <a:p>
            <a:r>
              <a:rPr lang="ru-RU" sz="1700" b="1">
                <a:highlight>
                  <a:srgbClr val="FFFFFF"/>
                </a:highlight>
                <a:latin typeface="Times New Roman"/>
                <a:cs typeface="Times New Roman"/>
              </a:rPr>
              <a:t>p: </a:t>
            </a:r>
            <a:r>
              <a:rPr lang="ru-RU" sz="1700">
                <a:highlight>
                  <a:srgbClr val="FFFFFF"/>
                </a:highlight>
                <a:latin typeface="Times New Roman"/>
                <a:cs typeface="Times New Roman"/>
              </a:rPr>
              <a:t>Parallelization parameter</a:t>
            </a:r>
          </a:p>
          <a:p>
            <a:r>
              <a:rPr lang="en-US" sz="1700" dirty="0">
                <a:highlight>
                  <a:srgbClr val="FFFFFF"/>
                </a:highlight>
                <a:latin typeface="Times New Roman"/>
                <a:cs typeface="Times New Roman"/>
              </a:rPr>
              <a:t>Memory required: 128 * N * r bytes</a:t>
            </a:r>
            <a:endParaRPr lang="ru-RU" sz="1700" dirty="0">
              <a:highlight>
                <a:srgbClr val="FFFFFF"/>
              </a:highlight>
              <a:latin typeface="Times New Roman"/>
              <a:cs typeface="Times New Roman"/>
            </a:endParaRPr>
          </a:p>
          <a:p>
            <a:pPr marL="0" indent="0">
              <a:buNone/>
            </a:pPr>
            <a:r>
              <a:rPr lang="ru-RU" sz="1700" b="1">
                <a:highlight>
                  <a:srgbClr val="FFFFFF"/>
                </a:highlight>
                <a:latin typeface="Times New Roman"/>
                <a:cs typeface="Times New Roman"/>
              </a:rPr>
              <a:t>Algorithm Overview:</a:t>
            </a:r>
            <a:endParaRPr lang="ru-RU" sz="1700">
              <a:highlight>
                <a:srgbClr val="FFFFFF"/>
              </a:highlight>
              <a:latin typeface="Times New Roman"/>
              <a:cs typeface="Times New Roman"/>
            </a:endParaRPr>
          </a:p>
          <a:p>
            <a:r>
              <a:rPr lang="ru-RU" sz="1700">
                <a:highlight>
                  <a:srgbClr val="FFFFFF"/>
                </a:highlight>
                <a:latin typeface="Times New Roman"/>
                <a:cs typeface="Times New Roman"/>
              </a:rPr>
              <a:t>Generate initial value using PBKDF2</a:t>
            </a:r>
          </a:p>
          <a:p>
            <a:r>
              <a:rPr lang="en-US" sz="1700" dirty="0">
                <a:highlight>
                  <a:srgbClr val="FFFFFF"/>
                </a:highlight>
                <a:latin typeface="Times New Roman"/>
                <a:cs typeface="Times New Roman"/>
              </a:rPr>
              <a:t>Fill memory with sequential hash computations (</a:t>
            </a:r>
            <a:r>
              <a:rPr lang="en-US" sz="1700" dirty="0" err="1">
                <a:highlight>
                  <a:srgbClr val="FFFFFF"/>
                </a:highlight>
                <a:latin typeface="Times New Roman"/>
                <a:cs typeface="Times New Roman"/>
              </a:rPr>
              <a:t>ROMix</a:t>
            </a:r>
            <a:r>
              <a:rPr lang="en-US" sz="1700" dirty="0">
                <a:highlight>
                  <a:srgbClr val="FFFFFF"/>
                </a:highlight>
                <a:latin typeface="Times New Roman"/>
                <a:cs typeface="Times New Roman"/>
              </a:rPr>
              <a:t>)</a:t>
            </a:r>
            <a:endParaRPr lang="ru-RU" sz="1700" dirty="0">
              <a:highlight>
                <a:srgbClr val="FFFFFF"/>
              </a:highlight>
              <a:latin typeface="Times New Roman"/>
              <a:cs typeface="Times New Roman"/>
            </a:endParaRPr>
          </a:p>
          <a:p>
            <a:r>
              <a:rPr lang="ru-RU" sz="1700">
                <a:highlight>
                  <a:srgbClr val="FFFFFF"/>
                </a:highlight>
                <a:latin typeface="Times New Roman"/>
                <a:cs typeface="Times New Roman"/>
              </a:rPr>
              <a:t>Access memory in pseudorandom order (cannot be precomputed)</a:t>
            </a:r>
          </a:p>
          <a:p>
            <a:r>
              <a:rPr lang="ru-RU" sz="1700">
                <a:highlight>
                  <a:srgbClr val="FFFFFF"/>
                </a:highlight>
                <a:latin typeface="Times New Roman"/>
                <a:cs typeface="Times New Roman"/>
              </a:rPr>
              <a:t>Extract final hash value</a:t>
            </a:r>
          </a:p>
          <a:p>
            <a:endParaRPr lang="ru-RU" sz="1700">
              <a:latin typeface="Times New Roman"/>
              <a:cs typeface="Times New Roman"/>
            </a:endParaRPr>
          </a:p>
        </p:txBody>
      </p:sp>
    </p:spTree>
    <p:extLst>
      <p:ext uri="{BB962C8B-B14F-4D97-AF65-F5344CB8AC3E}">
        <p14:creationId xmlns:p14="http://schemas.microsoft.com/office/powerpoint/2010/main" val="15956842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0481722B-17EF-50C7-FE07-B79D37B5AFA7}"/>
              </a:ext>
            </a:extLst>
          </p:cNvPr>
          <p:cNvSpPr>
            <a:spLocks noGrp="1"/>
          </p:cNvSpPr>
          <p:nvPr>
            <p:ph type="title"/>
          </p:nvPr>
        </p:nvSpPr>
        <p:spPr>
          <a:xfrm>
            <a:off x="1371599" y="294538"/>
            <a:ext cx="9895951" cy="1033669"/>
          </a:xfrm>
        </p:spPr>
        <p:txBody>
          <a:bodyPr>
            <a:normAutofit/>
          </a:bodyPr>
          <a:lstStyle/>
          <a:p>
            <a:r>
              <a:rPr lang="en-US" sz="4000" b="1" dirty="0">
                <a:solidFill>
                  <a:srgbClr val="FFFFFF"/>
                </a:solidFill>
                <a:latin typeface="Times New Roman"/>
                <a:cs typeface="Times New Roman"/>
              </a:rPr>
              <a:t>Example 2.2: </a:t>
            </a:r>
            <a:r>
              <a:rPr lang="en-US" sz="4000" b="1" dirty="0" err="1">
                <a:solidFill>
                  <a:srgbClr val="FFFFFF"/>
                </a:solidFill>
                <a:latin typeface="Times New Roman"/>
                <a:cs typeface="Times New Roman"/>
              </a:rPr>
              <a:t>scrypt</a:t>
            </a:r>
            <a:r>
              <a:rPr lang="en-US" sz="4000" b="1" dirty="0">
                <a:solidFill>
                  <a:srgbClr val="FFFFFF"/>
                </a:solidFill>
                <a:latin typeface="Times New Roman"/>
                <a:cs typeface="Times New Roman"/>
              </a:rPr>
              <a:t> Configuration</a:t>
            </a:r>
            <a:endParaRPr lang="ru-RU" sz="4000" b="1" dirty="0">
              <a:solidFill>
                <a:srgbClr val="FFFFFF"/>
              </a:solidFill>
              <a:latin typeface="Times New Roman"/>
              <a:cs typeface="Times New Roman"/>
            </a:endParaRPr>
          </a:p>
        </p:txBody>
      </p:sp>
      <p:sp>
        <p:nvSpPr>
          <p:cNvPr id="3" name="Объект 2">
            <a:extLst>
              <a:ext uri="{FF2B5EF4-FFF2-40B4-BE49-F238E27FC236}">
                <a16:creationId xmlns:a16="http://schemas.microsoft.com/office/drawing/2014/main" id="{452DA44E-A936-7AE2-2541-B4FDD62B3F8A}"/>
              </a:ext>
            </a:extLst>
          </p:cNvPr>
          <p:cNvSpPr>
            <a:spLocks noGrp="1"/>
          </p:cNvSpPr>
          <p:nvPr>
            <p:ph idx="1"/>
          </p:nvPr>
        </p:nvSpPr>
        <p:spPr>
          <a:xfrm>
            <a:off x="1371599" y="2318197"/>
            <a:ext cx="9724031" cy="3683358"/>
          </a:xfrm>
        </p:spPr>
        <p:txBody>
          <a:bodyPr vert="horz" lIns="91440" tIns="45720" rIns="91440" bIns="45720" rtlCol="0" anchor="ctr">
            <a:normAutofit/>
          </a:bodyPr>
          <a:lstStyle/>
          <a:p>
            <a:r>
              <a:rPr lang="ru-RU" sz="2000">
                <a:highlight>
                  <a:srgbClr val="FFFFFF"/>
                </a:highlight>
                <a:latin typeface="Courier New"/>
                <a:cs typeface="Courier New"/>
              </a:rPr>
              <a:t>Conservative: N=2^14, r=8, p=1 -&gt; 16 MB RAM, ~0.1s</a:t>
            </a:r>
          </a:p>
          <a:p>
            <a:r>
              <a:rPr lang="ru-RU" sz="2000">
                <a:highlight>
                  <a:srgbClr val="FFFFFF"/>
                </a:highlight>
                <a:latin typeface="Courier New"/>
                <a:cs typeface="Courier New"/>
              </a:rPr>
              <a:t>Moderate: N=2^16, r=8, p=1 -&gt; 64 MB RAM, ~0.4s</a:t>
            </a:r>
          </a:p>
          <a:p>
            <a:r>
              <a:rPr lang="ru-RU" sz="2000">
                <a:highlight>
                  <a:srgbClr val="FFFFFF"/>
                </a:highlight>
                <a:latin typeface="Courier New"/>
                <a:cs typeface="Courier New"/>
              </a:rPr>
              <a:t>Aggressive: N=2^20, r=8, p=1 -&gt; 1 GB RAM, ~5s</a:t>
            </a:r>
          </a:p>
          <a:p>
            <a:endParaRPr lang="ru-RU" sz="2000"/>
          </a:p>
        </p:txBody>
      </p:sp>
    </p:spTree>
    <p:extLst>
      <p:ext uri="{BB962C8B-B14F-4D97-AF65-F5344CB8AC3E}">
        <p14:creationId xmlns:p14="http://schemas.microsoft.com/office/powerpoint/2010/main" val="42092944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9D013248-EEC6-C5D4-5DEF-849743AD41B6}"/>
              </a:ext>
            </a:extLst>
          </p:cNvPr>
          <p:cNvSpPr>
            <a:spLocks noGrp="1"/>
          </p:cNvSpPr>
          <p:nvPr>
            <p:ph type="title"/>
          </p:nvPr>
        </p:nvSpPr>
        <p:spPr>
          <a:xfrm>
            <a:off x="1371599" y="294538"/>
            <a:ext cx="9895951" cy="1033669"/>
          </a:xfrm>
        </p:spPr>
        <p:txBody>
          <a:bodyPr>
            <a:normAutofit/>
          </a:bodyPr>
          <a:lstStyle/>
          <a:p>
            <a:r>
              <a:rPr lang="en-US" sz="4000" b="1" dirty="0">
                <a:solidFill>
                  <a:srgbClr val="FFFFFF"/>
                </a:solidFill>
                <a:latin typeface="Times New Roman"/>
                <a:cs typeface="Times New Roman"/>
              </a:rPr>
              <a:t>2.2 </a:t>
            </a:r>
            <a:r>
              <a:rPr lang="en-US" sz="4000" b="1" dirty="0" err="1">
                <a:solidFill>
                  <a:srgbClr val="FFFFFF"/>
                </a:solidFill>
                <a:latin typeface="Times New Roman"/>
                <a:cs typeface="Times New Roman"/>
              </a:rPr>
              <a:t>scrypt</a:t>
            </a:r>
            <a:endParaRPr lang="ru-RU" sz="4000" dirty="0" err="1">
              <a:solidFill>
                <a:srgbClr val="FFFFFF"/>
              </a:solidFill>
              <a:latin typeface="Times New Roman"/>
              <a:cs typeface="Times New Roman"/>
            </a:endParaRPr>
          </a:p>
        </p:txBody>
      </p:sp>
      <p:sp>
        <p:nvSpPr>
          <p:cNvPr id="3" name="Объект 2">
            <a:extLst>
              <a:ext uri="{FF2B5EF4-FFF2-40B4-BE49-F238E27FC236}">
                <a16:creationId xmlns:a16="http://schemas.microsoft.com/office/drawing/2014/main" id="{45045C3F-2FB1-6E88-F24C-E5F584B79A3E}"/>
              </a:ext>
            </a:extLst>
          </p:cNvPr>
          <p:cNvSpPr>
            <a:spLocks noGrp="1"/>
          </p:cNvSpPr>
          <p:nvPr>
            <p:ph idx="1"/>
          </p:nvPr>
        </p:nvSpPr>
        <p:spPr>
          <a:xfrm>
            <a:off x="1371599" y="2318197"/>
            <a:ext cx="9724031" cy="3683358"/>
          </a:xfrm>
        </p:spPr>
        <p:txBody>
          <a:bodyPr vert="horz" lIns="91440" tIns="45720" rIns="91440" bIns="45720" rtlCol="0" anchor="ctr">
            <a:normAutofit/>
          </a:bodyPr>
          <a:lstStyle/>
          <a:p>
            <a:pPr marL="0" indent="0">
              <a:buNone/>
            </a:pPr>
            <a:r>
              <a:rPr lang="ru-RU" sz="2000" b="1">
                <a:highlight>
                  <a:srgbClr val="FFFFFF"/>
                </a:highlight>
                <a:latin typeface="Times New Roman"/>
                <a:cs typeface="Times New Roman"/>
              </a:rPr>
              <a:t>Advantages:</a:t>
            </a:r>
            <a:endParaRPr lang="ru-RU" sz="2000">
              <a:highlight>
                <a:srgbClr val="FFFFFF"/>
              </a:highlight>
              <a:latin typeface="Times New Roman"/>
              <a:cs typeface="Times New Roman"/>
            </a:endParaRPr>
          </a:p>
          <a:p>
            <a:r>
              <a:rPr lang="ru-RU" sz="2000">
                <a:highlight>
                  <a:srgbClr val="FFFFFF"/>
                </a:highlight>
                <a:latin typeface="Times New Roman"/>
                <a:cs typeface="Times New Roman"/>
              </a:rPr>
              <a:t>Memory-hard: GPU/ASIC attacks expensive due to RAM requirements</a:t>
            </a:r>
          </a:p>
          <a:p>
            <a:r>
              <a:rPr lang="ru-RU" sz="2000">
                <a:highlight>
                  <a:srgbClr val="FFFFFF"/>
                </a:highlight>
                <a:latin typeface="Times New Roman"/>
                <a:cs typeface="Times New Roman"/>
              </a:rPr>
              <a:t>Tunable parameters for different security/performance trade-offs</a:t>
            </a:r>
          </a:p>
          <a:p>
            <a:r>
              <a:rPr lang="ru-RU" sz="2000">
                <a:highlight>
                  <a:srgbClr val="FFFFFF"/>
                </a:highlight>
                <a:latin typeface="Times New Roman"/>
                <a:cs typeface="Times New Roman"/>
              </a:rPr>
              <a:t>Used by cryptocurrencies (Litecoin) for proof-of-work</a:t>
            </a:r>
          </a:p>
          <a:p>
            <a:pPr marL="0" indent="0">
              <a:buNone/>
            </a:pPr>
            <a:r>
              <a:rPr lang="ru-RU" sz="2000" b="1">
                <a:highlight>
                  <a:srgbClr val="FFFFFF"/>
                </a:highlight>
                <a:latin typeface="Times New Roman"/>
                <a:cs typeface="Times New Roman"/>
              </a:rPr>
              <a:t>Limitations:</a:t>
            </a:r>
            <a:endParaRPr lang="ru-RU" sz="2000">
              <a:highlight>
                <a:srgbClr val="FFFFFF"/>
              </a:highlight>
              <a:latin typeface="Times New Roman"/>
              <a:cs typeface="Times New Roman"/>
            </a:endParaRPr>
          </a:p>
          <a:p>
            <a:r>
              <a:rPr lang="ru-RU" sz="2000">
                <a:highlight>
                  <a:srgbClr val="FFFFFF"/>
                </a:highlight>
                <a:latin typeface="Times New Roman"/>
                <a:cs typeface="Times New Roman"/>
              </a:rPr>
              <a:t>Complex to configure correctly</a:t>
            </a:r>
          </a:p>
          <a:p>
            <a:r>
              <a:rPr lang="en-US" sz="2000">
                <a:highlight>
                  <a:srgbClr val="FFFFFF"/>
                </a:highlight>
                <a:latin typeface="Times New Roman"/>
                <a:cs typeface="Times New Roman"/>
              </a:rPr>
              <a:t>Less widely adopted than bcrypt</a:t>
            </a:r>
            <a:endParaRPr lang="ru-RU" sz="2000">
              <a:highlight>
                <a:srgbClr val="FFFFFF"/>
              </a:highlight>
              <a:latin typeface="Times New Roman"/>
              <a:cs typeface="Times New Roman"/>
            </a:endParaRPr>
          </a:p>
          <a:p>
            <a:r>
              <a:rPr lang="ru-RU" sz="2000">
                <a:highlight>
                  <a:srgbClr val="FFFFFF"/>
                </a:highlight>
                <a:latin typeface="Times New Roman"/>
                <a:cs typeface="Times New Roman"/>
              </a:rPr>
              <a:t>Vulnerable to cache-timing attacks in some implementations</a:t>
            </a:r>
          </a:p>
          <a:p>
            <a:endParaRPr lang="ru-RU" sz="2000">
              <a:latin typeface="Times New Roman"/>
              <a:cs typeface="Times New Roman"/>
            </a:endParaRPr>
          </a:p>
        </p:txBody>
      </p:sp>
    </p:spTree>
    <p:extLst>
      <p:ext uri="{BB962C8B-B14F-4D97-AF65-F5344CB8AC3E}">
        <p14:creationId xmlns:p14="http://schemas.microsoft.com/office/powerpoint/2010/main" val="27403614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9DE2731F-2BC8-DD93-C2F8-0E1E3EF8E1A4}"/>
              </a:ext>
            </a:extLst>
          </p:cNvPr>
          <p:cNvSpPr>
            <a:spLocks noGrp="1"/>
          </p:cNvSpPr>
          <p:nvPr>
            <p:ph type="title"/>
          </p:nvPr>
        </p:nvSpPr>
        <p:spPr>
          <a:xfrm>
            <a:off x="1371599" y="294538"/>
            <a:ext cx="9895951" cy="1033669"/>
          </a:xfrm>
        </p:spPr>
        <p:txBody>
          <a:bodyPr>
            <a:normAutofit/>
          </a:bodyPr>
          <a:lstStyle/>
          <a:p>
            <a:r>
              <a:rPr lang="ru-RU" sz="4000" b="1">
                <a:solidFill>
                  <a:srgbClr val="FFFFFF"/>
                </a:solidFill>
                <a:latin typeface="Times New Roman"/>
                <a:cs typeface="Times New Roman"/>
              </a:rPr>
              <a:t>2.3 Argon2</a:t>
            </a:r>
          </a:p>
        </p:txBody>
      </p:sp>
      <p:sp>
        <p:nvSpPr>
          <p:cNvPr id="3" name="Объект 2">
            <a:extLst>
              <a:ext uri="{FF2B5EF4-FFF2-40B4-BE49-F238E27FC236}">
                <a16:creationId xmlns:a16="http://schemas.microsoft.com/office/drawing/2014/main" id="{F4045540-8182-98F9-D9AD-29766B27C815}"/>
              </a:ext>
            </a:extLst>
          </p:cNvPr>
          <p:cNvSpPr>
            <a:spLocks noGrp="1"/>
          </p:cNvSpPr>
          <p:nvPr>
            <p:ph idx="1"/>
          </p:nvPr>
        </p:nvSpPr>
        <p:spPr>
          <a:xfrm>
            <a:off x="1371599" y="2318197"/>
            <a:ext cx="9724031" cy="3683358"/>
          </a:xfrm>
        </p:spPr>
        <p:txBody>
          <a:bodyPr vert="horz" lIns="91440" tIns="45720" rIns="91440" bIns="45720" rtlCol="0" anchor="ctr">
            <a:normAutofit/>
          </a:bodyPr>
          <a:lstStyle/>
          <a:p>
            <a:pPr marL="0" indent="0">
              <a:buNone/>
            </a:pPr>
            <a:r>
              <a:rPr lang="en-US" sz="2000" dirty="0">
                <a:highlight>
                  <a:srgbClr val="FFFFFF"/>
                </a:highlight>
                <a:latin typeface="Times New Roman"/>
                <a:cs typeface="Times New Roman"/>
              </a:rPr>
              <a:t>Argon2, winner of the 2015 Password Hashing Competition, represents the state-of-the-art in password hashing.</a:t>
            </a:r>
            <a:endParaRPr lang="ru-RU" sz="2000" dirty="0">
              <a:highlight>
                <a:srgbClr val="FFFFFF"/>
              </a:highlight>
              <a:latin typeface="Times New Roman"/>
              <a:cs typeface="Times New Roman"/>
            </a:endParaRPr>
          </a:p>
          <a:p>
            <a:pPr marL="0" indent="0">
              <a:buNone/>
            </a:pPr>
            <a:r>
              <a:rPr lang="ru-RU" sz="2000" b="1">
                <a:highlight>
                  <a:srgbClr val="FFFFFF"/>
                </a:highlight>
                <a:latin typeface="Times New Roman"/>
                <a:cs typeface="Times New Roman"/>
              </a:rPr>
              <a:t>Variants:</a:t>
            </a:r>
            <a:endParaRPr lang="ru-RU" sz="2000">
              <a:highlight>
                <a:srgbClr val="FFFFFF"/>
              </a:highlight>
              <a:latin typeface="Times New Roman"/>
              <a:cs typeface="Times New Roman"/>
            </a:endParaRPr>
          </a:p>
          <a:p>
            <a:r>
              <a:rPr lang="ru-RU" sz="2000" b="1">
                <a:highlight>
                  <a:srgbClr val="FFFFFF"/>
                </a:highlight>
                <a:latin typeface="Times New Roman"/>
                <a:cs typeface="Times New Roman"/>
              </a:rPr>
              <a:t>Argon2d: </a:t>
            </a:r>
            <a:r>
              <a:rPr lang="ru-RU" sz="2000">
                <a:highlight>
                  <a:srgbClr val="FFFFFF"/>
                </a:highlight>
                <a:latin typeface="Times New Roman"/>
                <a:cs typeface="Times New Roman"/>
              </a:rPr>
              <a:t>Data-dependent (maximizes resistance to GPU cracking but vulnerable to side-channel attacks)</a:t>
            </a:r>
          </a:p>
          <a:p>
            <a:r>
              <a:rPr lang="ru-RU" sz="2000" b="1">
                <a:highlight>
                  <a:srgbClr val="FFFFFF"/>
                </a:highlight>
                <a:latin typeface="Times New Roman"/>
                <a:cs typeface="Times New Roman"/>
              </a:rPr>
              <a:t>Argon2i: </a:t>
            </a:r>
            <a:r>
              <a:rPr lang="ru-RU" sz="2000">
                <a:highlight>
                  <a:srgbClr val="FFFFFF"/>
                </a:highlight>
                <a:latin typeface="Times New Roman"/>
                <a:cs typeface="Times New Roman"/>
              </a:rPr>
              <a:t>Data-independent (resistant to side-channel attacks but slightly weaker against GPU)</a:t>
            </a:r>
          </a:p>
          <a:p>
            <a:r>
              <a:rPr lang="ru-RU" sz="2000" b="1">
                <a:highlight>
                  <a:srgbClr val="FFFFFF"/>
                </a:highlight>
                <a:latin typeface="Times New Roman"/>
                <a:cs typeface="Times New Roman"/>
              </a:rPr>
              <a:t>Argon2id: </a:t>
            </a:r>
            <a:r>
              <a:rPr lang="ru-RU" sz="2000">
                <a:highlight>
                  <a:srgbClr val="FFFFFF"/>
                </a:highlight>
                <a:latin typeface="Times New Roman"/>
                <a:cs typeface="Times New Roman"/>
              </a:rPr>
              <a:t>Hybrid (recommended for most applications—combines benefits of both)</a:t>
            </a:r>
          </a:p>
          <a:p>
            <a:endParaRPr lang="ru-RU" sz="2000">
              <a:latin typeface="Times New Roman"/>
              <a:cs typeface="Times New Roman"/>
            </a:endParaRPr>
          </a:p>
        </p:txBody>
      </p:sp>
    </p:spTree>
    <p:extLst>
      <p:ext uri="{BB962C8B-B14F-4D97-AF65-F5344CB8AC3E}">
        <p14:creationId xmlns:p14="http://schemas.microsoft.com/office/powerpoint/2010/main" val="30847331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19C81FBD-C1A0-E0D1-644C-1EEAD92E4287}"/>
              </a:ext>
            </a:extLst>
          </p:cNvPr>
          <p:cNvSpPr>
            <a:spLocks noGrp="1"/>
          </p:cNvSpPr>
          <p:nvPr>
            <p:ph type="title"/>
          </p:nvPr>
        </p:nvSpPr>
        <p:spPr>
          <a:xfrm>
            <a:off x="1371599" y="294538"/>
            <a:ext cx="9895951" cy="1033669"/>
          </a:xfrm>
        </p:spPr>
        <p:txBody>
          <a:bodyPr>
            <a:normAutofit/>
          </a:bodyPr>
          <a:lstStyle/>
          <a:p>
            <a:r>
              <a:rPr lang="ru-RU" sz="4000" b="1">
                <a:solidFill>
                  <a:srgbClr val="FFFFFF"/>
                </a:solidFill>
                <a:latin typeface="Times New Roman"/>
                <a:cs typeface="Times New Roman"/>
              </a:rPr>
              <a:t>2.3 Argon2</a:t>
            </a:r>
            <a:endParaRPr lang="ru-RU" sz="4000">
              <a:solidFill>
                <a:srgbClr val="FFFFFF"/>
              </a:solidFill>
              <a:latin typeface="Times New Roman"/>
              <a:cs typeface="Times New Roman"/>
            </a:endParaRPr>
          </a:p>
        </p:txBody>
      </p:sp>
      <p:sp>
        <p:nvSpPr>
          <p:cNvPr id="3" name="Объект 2">
            <a:extLst>
              <a:ext uri="{FF2B5EF4-FFF2-40B4-BE49-F238E27FC236}">
                <a16:creationId xmlns:a16="http://schemas.microsoft.com/office/drawing/2014/main" id="{96CD1EBD-C7A7-1045-F708-EE838D034CDC}"/>
              </a:ext>
            </a:extLst>
          </p:cNvPr>
          <p:cNvSpPr>
            <a:spLocks noGrp="1"/>
          </p:cNvSpPr>
          <p:nvPr>
            <p:ph idx="1"/>
          </p:nvPr>
        </p:nvSpPr>
        <p:spPr>
          <a:xfrm>
            <a:off x="1371599" y="2318197"/>
            <a:ext cx="9724031" cy="3683358"/>
          </a:xfrm>
        </p:spPr>
        <p:txBody>
          <a:bodyPr vert="horz" lIns="91440" tIns="45720" rIns="91440" bIns="45720" rtlCol="0" anchor="ctr">
            <a:normAutofit/>
          </a:bodyPr>
          <a:lstStyle/>
          <a:p>
            <a:pPr marL="0" indent="0">
              <a:buNone/>
            </a:pPr>
            <a:r>
              <a:rPr lang="ru-RU" sz="2000" b="1">
                <a:highlight>
                  <a:srgbClr val="FFFFFF"/>
                </a:highlight>
                <a:latin typeface="Times New Roman"/>
                <a:cs typeface="Times New Roman"/>
              </a:rPr>
              <a:t>Parameters:</a:t>
            </a:r>
            <a:endParaRPr lang="ru-RU" sz="2000">
              <a:highlight>
                <a:srgbClr val="FFFFFF"/>
              </a:highlight>
              <a:latin typeface="Times New Roman"/>
              <a:cs typeface="Times New Roman"/>
            </a:endParaRPr>
          </a:p>
          <a:p>
            <a:r>
              <a:rPr lang="ru-RU" sz="2000" b="1">
                <a:highlight>
                  <a:srgbClr val="FFFFFF"/>
                </a:highlight>
                <a:latin typeface="Times New Roman"/>
                <a:cs typeface="Times New Roman"/>
              </a:rPr>
              <a:t>m: </a:t>
            </a:r>
            <a:r>
              <a:rPr lang="ru-RU" sz="2000">
                <a:highlight>
                  <a:srgbClr val="FFFFFF"/>
                </a:highlight>
                <a:latin typeface="Times New Roman"/>
                <a:cs typeface="Times New Roman"/>
              </a:rPr>
              <a:t>Memory cost in KB (typically 64 MB to 4 GB)</a:t>
            </a:r>
          </a:p>
          <a:p>
            <a:r>
              <a:rPr lang="ru-RU" sz="2000" b="1">
                <a:highlight>
                  <a:srgbClr val="FFFFFF"/>
                </a:highlight>
                <a:latin typeface="Times New Roman"/>
                <a:cs typeface="Times New Roman"/>
              </a:rPr>
              <a:t>t: </a:t>
            </a:r>
            <a:r>
              <a:rPr lang="ru-RU" sz="2000">
                <a:highlight>
                  <a:srgbClr val="FFFFFF"/>
                </a:highlight>
                <a:latin typeface="Times New Roman"/>
                <a:cs typeface="Times New Roman"/>
              </a:rPr>
              <a:t>Time cost (number of iterations, typically 3-10)</a:t>
            </a:r>
          </a:p>
          <a:p>
            <a:r>
              <a:rPr lang="ru-RU" sz="2000" b="1">
                <a:highlight>
                  <a:srgbClr val="FFFFFF"/>
                </a:highlight>
                <a:latin typeface="Times New Roman"/>
                <a:cs typeface="Times New Roman"/>
              </a:rPr>
              <a:t>p: </a:t>
            </a:r>
            <a:r>
              <a:rPr lang="ru-RU" sz="2000">
                <a:highlight>
                  <a:srgbClr val="FFFFFF"/>
                </a:highlight>
                <a:latin typeface="Times New Roman"/>
                <a:cs typeface="Times New Roman"/>
              </a:rPr>
              <a:t>Parallelism degree (number of threads, typically 1-4)</a:t>
            </a:r>
          </a:p>
          <a:p>
            <a:pPr marL="0" indent="0">
              <a:buNone/>
            </a:pPr>
            <a:endParaRPr lang="ru-RU" sz="2000" b="1" dirty="0">
              <a:highlight>
                <a:srgbClr val="FFFFFF"/>
              </a:highlight>
              <a:latin typeface="Times New Roman"/>
              <a:cs typeface="Times New Roman"/>
            </a:endParaRPr>
          </a:p>
          <a:p>
            <a:pPr marL="0" indent="0">
              <a:buNone/>
            </a:pPr>
            <a:r>
              <a:rPr lang="ru-RU" sz="2000" b="1">
                <a:highlight>
                  <a:srgbClr val="FFFFFF"/>
                </a:highlight>
                <a:latin typeface="Times New Roman"/>
                <a:cs typeface="Times New Roman"/>
              </a:rPr>
              <a:t>Algorithm Overview:</a:t>
            </a:r>
            <a:endParaRPr lang="ru-RU" sz="2000">
              <a:highlight>
                <a:srgbClr val="FFFFFF"/>
              </a:highlight>
              <a:latin typeface="Times New Roman"/>
              <a:cs typeface="Times New Roman"/>
            </a:endParaRPr>
          </a:p>
          <a:p>
            <a:r>
              <a:rPr lang="en-US" sz="2000" dirty="0">
                <a:highlight>
                  <a:srgbClr val="FFFFFF"/>
                </a:highlight>
                <a:latin typeface="Times New Roman"/>
                <a:cs typeface="Times New Roman"/>
              </a:rPr>
              <a:t>Argon2 fills memory with blocks derived from password and salt. It then processes memory with data-dependent (Argon2d) or data-independent (Argon2i) patterns. Multiple passes increase computational cost while maintaining memory requirements.</a:t>
            </a:r>
            <a:endParaRPr lang="ru-RU" sz="2000" dirty="0">
              <a:highlight>
                <a:srgbClr val="FFFFFF"/>
              </a:highlight>
              <a:latin typeface="Times New Roman"/>
              <a:cs typeface="Times New Roman"/>
            </a:endParaRPr>
          </a:p>
          <a:p>
            <a:endParaRPr lang="ru-RU" sz="2000">
              <a:latin typeface="Times New Roman"/>
              <a:cs typeface="Times New Roman"/>
            </a:endParaRPr>
          </a:p>
        </p:txBody>
      </p:sp>
    </p:spTree>
    <p:extLst>
      <p:ext uri="{BB962C8B-B14F-4D97-AF65-F5344CB8AC3E}">
        <p14:creationId xmlns:p14="http://schemas.microsoft.com/office/powerpoint/2010/main" val="20372162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3E44382-6BE1-81DC-C68B-5F04834DEBE3}"/>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F0C1A41-C5B3-D786-A8B0-66FDE3ADA4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564BB1C-3D02-42EF-EA08-5AA0541F03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0B05180-D62D-0BF2-FF8F-A04303A15A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56CF84B2-C3DE-64A0-62CB-1A5C706AF6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9881F97-F279-00FF-8B03-9B8489178D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90F0EF83-7294-8B95-2C0B-9CC22735849C}"/>
              </a:ext>
            </a:extLst>
          </p:cNvPr>
          <p:cNvSpPr>
            <a:spLocks noGrp="1"/>
          </p:cNvSpPr>
          <p:nvPr>
            <p:ph type="title"/>
          </p:nvPr>
        </p:nvSpPr>
        <p:spPr>
          <a:xfrm>
            <a:off x="1371599" y="294538"/>
            <a:ext cx="9895951" cy="1033669"/>
          </a:xfrm>
        </p:spPr>
        <p:txBody>
          <a:bodyPr>
            <a:normAutofit/>
          </a:bodyPr>
          <a:lstStyle/>
          <a:p>
            <a:r>
              <a:rPr lang="ru-RU" sz="4000" b="1">
                <a:solidFill>
                  <a:schemeClr val="bg1"/>
                </a:solidFill>
                <a:latin typeface="Times New Roman"/>
                <a:cs typeface="Times New Roman"/>
              </a:rPr>
              <a:t>Example 2.3: Argon2id Configuration</a:t>
            </a:r>
            <a:endParaRPr lang="ru-RU" sz="4000">
              <a:solidFill>
                <a:schemeClr val="bg1"/>
              </a:solidFill>
              <a:latin typeface="Times New Roman"/>
              <a:cs typeface="Times New Roman"/>
            </a:endParaRPr>
          </a:p>
        </p:txBody>
      </p:sp>
      <p:sp>
        <p:nvSpPr>
          <p:cNvPr id="3" name="Объект 2">
            <a:extLst>
              <a:ext uri="{FF2B5EF4-FFF2-40B4-BE49-F238E27FC236}">
                <a16:creationId xmlns:a16="http://schemas.microsoft.com/office/drawing/2014/main" id="{D54E8613-053C-202D-42C3-E4715BB78B51}"/>
              </a:ext>
            </a:extLst>
          </p:cNvPr>
          <p:cNvSpPr>
            <a:spLocks noGrp="1"/>
          </p:cNvSpPr>
          <p:nvPr>
            <p:ph idx="1"/>
          </p:nvPr>
        </p:nvSpPr>
        <p:spPr>
          <a:xfrm>
            <a:off x="1371599" y="2318197"/>
            <a:ext cx="9724031" cy="3683358"/>
          </a:xfrm>
        </p:spPr>
        <p:txBody>
          <a:bodyPr vert="horz" lIns="91440" tIns="45720" rIns="91440" bIns="45720" rtlCol="0" anchor="ctr">
            <a:normAutofit/>
          </a:bodyPr>
          <a:lstStyle/>
          <a:p>
            <a:pPr>
              <a:buFont typeface="Arial"/>
              <a:buChar char="•"/>
            </a:pPr>
            <a:r>
              <a:rPr lang="ru-RU" sz="2000">
                <a:highlight>
                  <a:srgbClr val="FFFFFF"/>
                </a:highlight>
                <a:latin typeface="Courier New"/>
                <a:cs typeface="Courier New"/>
              </a:rPr>
              <a:t>OWASP Recommended: m=19456 (19 MB), t=2, p=1</a:t>
            </a:r>
            <a:endParaRPr lang="en-US" sz="2000">
              <a:highlight>
                <a:srgbClr val="FFFFFF"/>
              </a:highlight>
              <a:latin typeface="Courier New"/>
              <a:cs typeface="Courier New"/>
            </a:endParaRPr>
          </a:p>
          <a:p>
            <a:pPr>
              <a:buFont typeface="Arial"/>
            </a:pPr>
            <a:r>
              <a:rPr lang="ru-RU" sz="2000">
                <a:highlight>
                  <a:srgbClr val="FFFFFF"/>
                </a:highlight>
                <a:latin typeface="Courier New"/>
                <a:cs typeface="Courier New"/>
              </a:rPr>
              <a:t>High Security: m=65536 (64 MB), t=3, p=4</a:t>
            </a:r>
            <a:endParaRPr lang="en-US" sz="2000">
              <a:highlight>
                <a:srgbClr val="FFFFFF"/>
              </a:highlight>
              <a:latin typeface="Courier New"/>
              <a:cs typeface="Courier New"/>
            </a:endParaRPr>
          </a:p>
          <a:p>
            <a:pPr>
              <a:buFont typeface="Arial"/>
              <a:buChar char="•"/>
            </a:pPr>
            <a:r>
              <a:rPr lang="ru-RU" sz="2000">
                <a:highlight>
                  <a:srgbClr val="FFFFFF"/>
                </a:highlight>
                <a:latin typeface="Courier New"/>
                <a:cs typeface="Courier New"/>
              </a:rPr>
              <a:t>Maximum: m=4194304 (4 GB), t=10, p=1</a:t>
            </a:r>
          </a:p>
          <a:p>
            <a:pPr marL="0" indent="0">
              <a:buNone/>
            </a:pPr>
            <a:endParaRPr lang="ru-RU" sz="2000" b="1" dirty="0">
              <a:highlight>
                <a:srgbClr val="FFFFFF"/>
              </a:highlight>
              <a:latin typeface="Times New Roman"/>
              <a:cs typeface="Times New Roman"/>
            </a:endParaRPr>
          </a:p>
        </p:txBody>
      </p:sp>
    </p:spTree>
    <p:extLst>
      <p:ext uri="{BB962C8B-B14F-4D97-AF65-F5344CB8AC3E}">
        <p14:creationId xmlns:p14="http://schemas.microsoft.com/office/powerpoint/2010/main" val="28322184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C2E1D32A-9160-626D-9439-59C9A342EE99}"/>
              </a:ext>
            </a:extLst>
          </p:cNvPr>
          <p:cNvSpPr>
            <a:spLocks noGrp="1"/>
          </p:cNvSpPr>
          <p:nvPr>
            <p:ph type="title"/>
          </p:nvPr>
        </p:nvSpPr>
        <p:spPr>
          <a:xfrm>
            <a:off x="1371599" y="294538"/>
            <a:ext cx="9895951" cy="1033669"/>
          </a:xfrm>
        </p:spPr>
        <p:txBody>
          <a:bodyPr>
            <a:normAutofit/>
          </a:bodyPr>
          <a:lstStyle/>
          <a:p>
            <a:r>
              <a:rPr lang="ru-RU" sz="4000" b="1">
                <a:solidFill>
                  <a:srgbClr val="FFFFFF"/>
                </a:solidFill>
                <a:latin typeface="Times New Roman"/>
                <a:cs typeface="Times New Roman"/>
              </a:rPr>
              <a:t>2.3 Argon2</a:t>
            </a:r>
            <a:endParaRPr lang="ru-RU" sz="4000">
              <a:solidFill>
                <a:srgbClr val="FFFFFF"/>
              </a:solidFill>
              <a:latin typeface="Times New Roman"/>
              <a:cs typeface="Times New Roman"/>
            </a:endParaRPr>
          </a:p>
        </p:txBody>
      </p:sp>
      <p:sp>
        <p:nvSpPr>
          <p:cNvPr id="3" name="Объект 2">
            <a:extLst>
              <a:ext uri="{FF2B5EF4-FFF2-40B4-BE49-F238E27FC236}">
                <a16:creationId xmlns:a16="http://schemas.microsoft.com/office/drawing/2014/main" id="{5ADBF4D5-E1E2-501B-8965-21411DF51523}"/>
              </a:ext>
            </a:extLst>
          </p:cNvPr>
          <p:cNvSpPr>
            <a:spLocks noGrp="1"/>
          </p:cNvSpPr>
          <p:nvPr>
            <p:ph idx="1"/>
          </p:nvPr>
        </p:nvSpPr>
        <p:spPr>
          <a:xfrm>
            <a:off x="1371599" y="2318197"/>
            <a:ext cx="9724031" cy="3683358"/>
          </a:xfrm>
        </p:spPr>
        <p:txBody>
          <a:bodyPr vert="horz" lIns="91440" tIns="45720" rIns="91440" bIns="45720" rtlCol="0" anchor="ctr">
            <a:normAutofit/>
          </a:bodyPr>
          <a:lstStyle/>
          <a:p>
            <a:pPr marL="0" indent="0">
              <a:buNone/>
            </a:pPr>
            <a:r>
              <a:rPr lang="ru-RU" sz="2000" b="1">
                <a:highlight>
                  <a:srgbClr val="FFFFFF"/>
                </a:highlight>
                <a:latin typeface="Times New Roman"/>
                <a:cs typeface="Times New Roman"/>
              </a:rPr>
              <a:t>Advantages:</a:t>
            </a:r>
            <a:endParaRPr lang="ru-RU" sz="2000">
              <a:highlight>
                <a:srgbClr val="FFFFFF"/>
              </a:highlight>
              <a:latin typeface="Times New Roman"/>
              <a:cs typeface="Times New Roman"/>
            </a:endParaRPr>
          </a:p>
          <a:p>
            <a:r>
              <a:rPr lang="ru-RU" sz="2000">
                <a:highlight>
                  <a:srgbClr val="FFFFFF"/>
                </a:highlight>
                <a:latin typeface="Times New Roman"/>
                <a:cs typeface="Times New Roman"/>
              </a:rPr>
              <a:t>Winner of Password Hashing Competition (extensive cryptanalysis)</a:t>
            </a:r>
          </a:p>
          <a:p>
            <a:r>
              <a:rPr lang="ru-RU" sz="2000">
                <a:highlight>
                  <a:srgbClr val="FFFFFF"/>
                </a:highlight>
                <a:latin typeface="Times New Roman"/>
                <a:cs typeface="Times New Roman"/>
              </a:rPr>
              <a:t>Memory-hard with tunable parameters</a:t>
            </a:r>
          </a:p>
          <a:p>
            <a:r>
              <a:rPr lang="ru-RU" sz="2000">
                <a:highlight>
                  <a:srgbClr val="FFFFFF"/>
                </a:highlight>
                <a:latin typeface="Times New Roman"/>
                <a:cs typeface="Times New Roman"/>
              </a:rPr>
              <a:t>Three variants for different security models</a:t>
            </a:r>
          </a:p>
          <a:p>
            <a:r>
              <a:rPr lang="ru-RU" sz="2000">
                <a:highlight>
                  <a:srgbClr val="FFFFFF"/>
                </a:highlight>
                <a:latin typeface="Times New Roman"/>
                <a:cs typeface="Times New Roman"/>
              </a:rPr>
              <a:t>Resistant to time-memory trade-offs</a:t>
            </a:r>
          </a:p>
          <a:p>
            <a:r>
              <a:rPr lang="ru-RU" sz="2000">
                <a:highlight>
                  <a:srgbClr val="FFFFFF"/>
                </a:highlight>
                <a:latin typeface="Times New Roman"/>
                <a:cs typeface="Times New Roman"/>
              </a:rPr>
              <a:t>Excellent GPU/ASIC resistance</a:t>
            </a:r>
          </a:p>
          <a:p>
            <a:pPr marL="0" indent="0">
              <a:buNone/>
            </a:pPr>
            <a:endParaRPr lang="ru-RU" sz="2000" b="1" dirty="0">
              <a:highlight>
                <a:srgbClr val="FFFFFF"/>
              </a:highlight>
              <a:latin typeface="Times New Roman"/>
              <a:cs typeface="Times New Roman"/>
            </a:endParaRPr>
          </a:p>
          <a:p>
            <a:pPr marL="0" indent="0">
              <a:buNone/>
            </a:pPr>
            <a:r>
              <a:rPr lang="ru-RU" sz="2000" b="1">
                <a:highlight>
                  <a:srgbClr val="FFFFFF"/>
                </a:highlight>
                <a:latin typeface="Times New Roman"/>
                <a:cs typeface="Times New Roman"/>
              </a:rPr>
              <a:t>Current Status: </a:t>
            </a:r>
            <a:r>
              <a:rPr lang="ru-RU" sz="2000">
                <a:highlight>
                  <a:srgbClr val="FFFFFF"/>
                </a:highlight>
                <a:latin typeface="Times New Roman"/>
                <a:cs typeface="Times New Roman"/>
              </a:rPr>
              <a:t>Argon2id is the recommended choice for new applications. Industry consensus for password hashing as of 2020+.</a:t>
            </a:r>
            <a:endParaRPr lang="ru-RU">
              <a:latin typeface="Times New Roman"/>
              <a:cs typeface="Times New Roman"/>
            </a:endParaRPr>
          </a:p>
          <a:p>
            <a:endParaRPr lang="ru-RU" sz="2000" dirty="0">
              <a:latin typeface="Times New Roman"/>
              <a:cs typeface="Times New Roman"/>
            </a:endParaRPr>
          </a:p>
        </p:txBody>
      </p:sp>
    </p:spTree>
    <p:extLst>
      <p:ext uri="{BB962C8B-B14F-4D97-AF65-F5344CB8AC3E}">
        <p14:creationId xmlns:p14="http://schemas.microsoft.com/office/powerpoint/2010/main" val="33508171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Заголовок 1">
            <a:extLst>
              <a:ext uri="{FF2B5EF4-FFF2-40B4-BE49-F238E27FC236}">
                <a16:creationId xmlns:a16="http://schemas.microsoft.com/office/drawing/2014/main" id="{7FC558C3-56B0-B51C-6354-63BB9DF27C36}"/>
              </a:ext>
            </a:extLst>
          </p:cNvPr>
          <p:cNvSpPr>
            <a:spLocks noGrp="1"/>
          </p:cNvSpPr>
          <p:nvPr>
            <p:ph type="title"/>
          </p:nvPr>
        </p:nvSpPr>
        <p:spPr>
          <a:xfrm>
            <a:off x="1371597" y="348865"/>
            <a:ext cx="10044023" cy="877729"/>
          </a:xfrm>
        </p:spPr>
        <p:txBody>
          <a:bodyPr anchor="ctr">
            <a:normAutofit/>
          </a:bodyPr>
          <a:lstStyle/>
          <a:p>
            <a:r>
              <a:rPr lang="ru-RU" sz="4000" b="1">
                <a:solidFill>
                  <a:srgbClr val="FFFFFF"/>
                </a:solidFill>
                <a:latin typeface="Times New Roman"/>
                <a:cs typeface="Times New Roman"/>
              </a:rPr>
              <a:t>2.4 Comparison and Recommendations</a:t>
            </a:r>
          </a:p>
        </p:txBody>
      </p:sp>
      <p:graphicFrame>
        <p:nvGraphicFramePr>
          <p:cNvPr id="5" name="Объект 4">
            <a:extLst>
              <a:ext uri="{FF2B5EF4-FFF2-40B4-BE49-F238E27FC236}">
                <a16:creationId xmlns:a16="http://schemas.microsoft.com/office/drawing/2014/main" id="{EE9BD9D6-0190-B506-FB84-1569378B080B}"/>
              </a:ext>
            </a:extLst>
          </p:cNvPr>
          <p:cNvGraphicFramePr>
            <a:graphicFrameLocks noGrp="1"/>
          </p:cNvGraphicFramePr>
          <p:nvPr>
            <p:ph idx="1"/>
            <p:extLst>
              <p:ext uri="{D42A27DB-BD31-4B8C-83A1-F6EECF244321}">
                <p14:modId xmlns:p14="http://schemas.microsoft.com/office/powerpoint/2010/main" val="1873732775"/>
              </p:ext>
            </p:extLst>
          </p:nvPr>
        </p:nvGraphicFramePr>
        <p:xfrm>
          <a:off x="741019" y="2112579"/>
          <a:ext cx="10733904" cy="4192808"/>
        </p:xfrm>
        <a:graphic>
          <a:graphicData uri="http://schemas.openxmlformats.org/drawingml/2006/table">
            <a:tbl>
              <a:tblPr firstRow="1" bandRow="1">
                <a:tableStyleId>{5C22544A-7EE6-4342-B048-85BDC9FD1C3A}</a:tableStyleId>
              </a:tblPr>
              <a:tblGrid>
                <a:gridCol w="1958891">
                  <a:extLst>
                    <a:ext uri="{9D8B030D-6E8A-4147-A177-3AD203B41FA5}">
                      <a16:colId xmlns:a16="http://schemas.microsoft.com/office/drawing/2014/main" val="2329842737"/>
                    </a:ext>
                  </a:extLst>
                </a:gridCol>
                <a:gridCol w="1345387">
                  <a:extLst>
                    <a:ext uri="{9D8B030D-6E8A-4147-A177-3AD203B41FA5}">
                      <a16:colId xmlns:a16="http://schemas.microsoft.com/office/drawing/2014/main" val="1516022294"/>
                    </a:ext>
                  </a:extLst>
                </a:gridCol>
                <a:gridCol w="2839960">
                  <a:extLst>
                    <a:ext uri="{9D8B030D-6E8A-4147-A177-3AD203B41FA5}">
                      <a16:colId xmlns:a16="http://schemas.microsoft.com/office/drawing/2014/main" val="586733820"/>
                    </a:ext>
                  </a:extLst>
                </a:gridCol>
                <a:gridCol w="3064282">
                  <a:extLst>
                    <a:ext uri="{9D8B030D-6E8A-4147-A177-3AD203B41FA5}">
                      <a16:colId xmlns:a16="http://schemas.microsoft.com/office/drawing/2014/main" val="2324222040"/>
                    </a:ext>
                  </a:extLst>
                </a:gridCol>
                <a:gridCol w="1525384">
                  <a:extLst>
                    <a:ext uri="{9D8B030D-6E8A-4147-A177-3AD203B41FA5}">
                      <a16:colId xmlns:a16="http://schemas.microsoft.com/office/drawing/2014/main" val="3904557039"/>
                    </a:ext>
                  </a:extLst>
                </a:gridCol>
              </a:tblGrid>
              <a:tr h="1048202">
                <a:tc>
                  <a:txBody>
                    <a:bodyPr/>
                    <a:lstStyle/>
                    <a:p>
                      <a:pPr rtl="0">
                        <a:buNone/>
                      </a:pPr>
                      <a:r>
                        <a:rPr lang="af-ZA" sz="2000" b="1">
                          <a:solidFill>
                            <a:srgbClr val="1F1F1F"/>
                          </a:solidFill>
                          <a:effectLst/>
                          <a:latin typeface="Google Sans Text"/>
                        </a:rPr>
                        <a:t>Function</a:t>
                      </a:r>
                      <a:endParaRPr lang="af-ZA" sz="2000">
                        <a:solidFill>
                          <a:srgbClr val="1F1F1F"/>
                        </a:solidFill>
                        <a:effectLst/>
                        <a:latin typeface="Google Sans Text"/>
                      </a:endParaRPr>
                    </a:p>
                  </a:txBody>
                  <a:tcPr marL="155673" marR="194592" marT="259456" marB="259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af-ZA" sz="2000" b="1">
                          <a:solidFill>
                            <a:srgbClr val="1F1F1F"/>
                          </a:solidFill>
                          <a:effectLst/>
                          <a:latin typeface="Google Sans Text"/>
                        </a:rPr>
                        <a:t>Year</a:t>
                      </a:r>
                      <a:endParaRPr lang="af-ZA" sz="2000">
                        <a:solidFill>
                          <a:srgbClr val="1F1F1F"/>
                        </a:solidFill>
                        <a:effectLst/>
                        <a:latin typeface="Google Sans Text"/>
                      </a:endParaRPr>
                    </a:p>
                  </a:txBody>
                  <a:tcPr marL="155673" marR="194592" marT="259456" marB="259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af-ZA" sz="2000" b="1">
                          <a:solidFill>
                            <a:srgbClr val="1F1F1F"/>
                          </a:solidFill>
                          <a:effectLst/>
                          <a:latin typeface="Google Sans Text"/>
                        </a:rPr>
                        <a:t>Memory-Hard</a:t>
                      </a:r>
                      <a:endParaRPr lang="af-ZA" sz="2000">
                        <a:solidFill>
                          <a:srgbClr val="1F1F1F"/>
                        </a:solidFill>
                        <a:effectLst/>
                        <a:latin typeface="Google Sans Text"/>
                      </a:endParaRPr>
                    </a:p>
                  </a:txBody>
                  <a:tcPr marL="155673" marR="194592" marT="259456" marB="259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af-ZA" sz="2000" b="1">
                          <a:solidFill>
                            <a:srgbClr val="1F1F1F"/>
                          </a:solidFill>
                          <a:effectLst/>
                          <a:latin typeface="Google Sans Text"/>
                        </a:rPr>
                        <a:t>GPU Resistance</a:t>
                      </a:r>
                      <a:endParaRPr lang="af-ZA" sz="2000">
                        <a:solidFill>
                          <a:srgbClr val="1F1F1F"/>
                        </a:solidFill>
                        <a:effectLst/>
                        <a:latin typeface="Google Sans Text"/>
                      </a:endParaRPr>
                    </a:p>
                  </a:txBody>
                  <a:tcPr marL="155673" marR="194592" marT="259456" marB="259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af-ZA" sz="2000" b="1">
                          <a:solidFill>
                            <a:srgbClr val="1F1F1F"/>
                          </a:solidFill>
                          <a:effectLst/>
                          <a:latin typeface="Google Sans Text"/>
                        </a:rPr>
                        <a:t>Status</a:t>
                      </a:r>
                      <a:endParaRPr lang="af-ZA" sz="2000">
                        <a:solidFill>
                          <a:srgbClr val="1F1F1F"/>
                        </a:solidFill>
                        <a:effectLst/>
                        <a:latin typeface="Google Sans Text"/>
                      </a:endParaRPr>
                    </a:p>
                  </a:txBody>
                  <a:tcPr marL="155673" marR="155673" marT="259456" marB="259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99923033"/>
                  </a:ext>
                </a:extLst>
              </a:tr>
              <a:tr h="1048202">
                <a:tc>
                  <a:txBody>
                    <a:bodyPr/>
                    <a:lstStyle/>
                    <a:p>
                      <a:pPr rtl="0">
                        <a:buNone/>
                      </a:pPr>
                      <a:r>
                        <a:rPr lang="af-ZA" sz="2000" b="1">
                          <a:solidFill>
                            <a:srgbClr val="1F1F1F"/>
                          </a:solidFill>
                          <a:effectLst/>
                          <a:latin typeface="Google Sans Text"/>
                        </a:rPr>
                        <a:t>bcrypt</a:t>
                      </a:r>
                      <a:endParaRPr lang="af-ZA" sz="2000">
                        <a:solidFill>
                          <a:srgbClr val="1F1F1F"/>
                        </a:solidFill>
                        <a:effectLst/>
                        <a:latin typeface="Google Sans Text"/>
                      </a:endParaRPr>
                    </a:p>
                  </a:txBody>
                  <a:tcPr marL="155673" marR="194592" marT="259456" marB="259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ru-RU" sz="2000">
                          <a:solidFill>
                            <a:srgbClr val="1F1F1F"/>
                          </a:solidFill>
                          <a:effectLst/>
                          <a:latin typeface="Google Sans Text"/>
                        </a:rPr>
                        <a:t>1999</a:t>
                      </a:r>
                    </a:p>
                  </a:txBody>
                  <a:tcPr marL="155673" marR="194592" marT="259456" marB="259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af-ZA" sz="2000">
                          <a:solidFill>
                            <a:srgbClr val="1F1F1F"/>
                          </a:solidFill>
                          <a:effectLst/>
                          <a:latin typeface="Google Sans Text"/>
                        </a:rPr>
                        <a:t>No</a:t>
                      </a:r>
                    </a:p>
                  </a:txBody>
                  <a:tcPr marL="155673" marR="194592" marT="259456" marB="259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af-ZA" sz="2000">
                          <a:solidFill>
                            <a:srgbClr val="1F1F1F"/>
                          </a:solidFill>
                          <a:effectLst/>
                          <a:latin typeface="Google Sans Text"/>
                        </a:rPr>
                        <a:t>Moderate</a:t>
                      </a:r>
                    </a:p>
                  </a:txBody>
                  <a:tcPr marL="155673" marR="194592" marT="259456" marB="259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af-ZA" sz="2000">
                          <a:solidFill>
                            <a:srgbClr val="1F1F1F"/>
                          </a:solidFill>
                          <a:effectLst/>
                          <a:latin typeface="Google Sans Text"/>
                        </a:rPr>
                        <a:t>Good</a:t>
                      </a:r>
                    </a:p>
                  </a:txBody>
                  <a:tcPr marL="155673" marR="155673" marT="259456" marB="259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49925418"/>
                  </a:ext>
                </a:extLst>
              </a:tr>
              <a:tr h="1048202">
                <a:tc>
                  <a:txBody>
                    <a:bodyPr/>
                    <a:lstStyle/>
                    <a:p>
                      <a:pPr rtl="0">
                        <a:buNone/>
                      </a:pPr>
                      <a:r>
                        <a:rPr lang="af-ZA" sz="2000" b="1">
                          <a:solidFill>
                            <a:srgbClr val="1F1F1F"/>
                          </a:solidFill>
                          <a:effectLst/>
                          <a:latin typeface="Google Sans Text"/>
                        </a:rPr>
                        <a:t>scrypt</a:t>
                      </a:r>
                      <a:endParaRPr lang="af-ZA" sz="2000">
                        <a:solidFill>
                          <a:srgbClr val="1F1F1F"/>
                        </a:solidFill>
                        <a:effectLst/>
                        <a:latin typeface="Google Sans Text"/>
                      </a:endParaRPr>
                    </a:p>
                  </a:txBody>
                  <a:tcPr marL="155673" marR="194592" marT="259456" marB="259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ru-RU" sz="2000">
                          <a:solidFill>
                            <a:srgbClr val="1F1F1F"/>
                          </a:solidFill>
                          <a:effectLst/>
                          <a:latin typeface="Google Sans Text"/>
                        </a:rPr>
                        <a:t>2009</a:t>
                      </a:r>
                    </a:p>
                  </a:txBody>
                  <a:tcPr marL="155673" marR="194592" marT="259456" marB="259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af-ZA" sz="2000">
                          <a:solidFill>
                            <a:srgbClr val="1F1F1F"/>
                          </a:solidFill>
                          <a:effectLst/>
                          <a:latin typeface="Google Sans Text"/>
                        </a:rPr>
                        <a:t>Yes</a:t>
                      </a:r>
                    </a:p>
                  </a:txBody>
                  <a:tcPr marL="155673" marR="194592" marT="259456" marB="259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af-ZA" sz="2000">
                          <a:solidFill>
                            <a:srgbClr val="1F1F1F"/>
                          </a:solidFill>
                          <a:effectLst/>
                          <a:latin typeface="Google Sans Text"/>
                        </a:rPr>
                        <a:t>High</a:t>
                      </a:r>
                    </a:p>
                  </a:txBody>
                  <a:tcPr marL="155673" marR="194592" marT="259456" marB="259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af-ZA" sz="2000">
                          <a:solidFill>
                            <a:srgbClr val="1F1F1F"/>
                          </a:solidFill>
                          <a:effectLst/>
                          <a:latin typeface="Google Sans Text"/>
                        </a:rPr>
                        <a:t>Good</a:t>
                      </a:r>
                    </a:p>
                  </a:txBody>
                  <a:tcPr marL="155673" marR="155673" marT="259456" marB="259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57302514"/>
                  </a:ext>
                </a:extLst>
              </a:tr>
              <a:tr h="1048202">
                <a:tc>
                  <a:txBody>
                    <a:bodyPr/>
                    <a:lstStyle/>
                    <a:p>
                      <a:pPr rtl="0">
                        <a:buNone/>
                      </a:pPr>
                      <a:r>
                        <a:rPr lang="af-ZA" sz="2000" b="1">
                          <a:solidFill>
                            <a:srgbClr val="1F1F1F"/>
                          </a:solidFill>
                          <a:effectLst/>
                          <a:latin typeface="Google Sans Text"/>
                        </a:rPr>
                        <a:t>Argon2</a:t>
                      </a:r>
                      <a:endParaRPr lang="af-ZA" sz="2000">
                        <a:solidFill>
                          <a:srgbClr val="1F1F1F"/>
                        </a:solidFill>
                        <a:effectLst/>
                        <a:latin typeface="Google Sans Text"/>
                      </a:endParaRPr>
                    </a:p>
                  </a:txBody>
                  <a:tcPr marL="155673" marR="194592" marT="259456" marB="259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ru-RU" sz="2000">
                          <a:solidFill>
                            <a:srgbClr val="1F1F1F"/>
                          </a:solidFill>
                          <a:effectLst/>
                          <a:latin typeface="Google Sans Text"/>
                        </a:rPr>
                        <a:t>2015</a:t>
                      </a:r>
                    </a:p>
                  </a:txBody>
                  <a:tcPr marL="155673" marR="194592" marT="259456" marB="259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af-ZA" sz="2000">
                          <a:solidFill>
                            <a:srgbClr val="1F1F1F"/>
                          </a:solidFill>
                          <a:effectLst/>
                          <a:latin typeface="Google Sans Text"/>
                        </a:rPr>
                        <a:t>Yes</a:t>
                      </a:r>
                    </a:p>
                  </a:txBody>
                  <a:tcPr marL="155673" marR="194592" marT="259456" marB="259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af-ZA" sz="2000">
                          <a:solidFill>
                            <a:srgbClr val="1F1F1F"/>
                          </a:solidFill>
                          <a:effectLst/>
                          <a:latin typeface="Google Sans Text"/>
                        </a:rPr>
                        <a:t>Excellent</a:t>
                      </a:r>
                    </a:p>
                  </a:txBody>
                  <a:tcPr marL="155673" marR="194592" marT="259456" marB="259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af-ZA" sz="2000">
                          <a:solidFill>
                            <a:srgbClr val="1F1F1F"/>
                          </a:solidFill>
                          <a:effectLst/>
                          <a:latin typeface="Google Sans Text"/>
                        </a:rPr>
                        <a:t>Best</a:t>
                      </a:r>
                    </a:p>
                  </a:txBody>
                  <a:tcPr marL="155673" marR="155673" marT="259456" marB="259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59775291"/>
                  </a:ext>
                </a:extLst>
              </a:tr>
            </a:tbl>
          </a:graphicData>
        </a:graphic>
      </p:graphicFrame>
    </p:spTree>
    <p:extLst>
      <p:ext uri="{BB962C8B-B14F-4D97-AF65-F5344CB8AC3E}">
        <p14:creationId xmlns:p14="http://schemas.microsoft.com/office/powerpoint/2010/main" val="224521820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9536AF9B-100E-8521-DEED-8929E68962F8}"/>
              </a:ext>
            </a:extLst>
          </p:cNvPr>
          <p:cNvSpPr>
            <a:spLocks noGrp="1"/>
          </p:cNvSpPr>
          <p:nvPr>
            <p:ph type="title"/>
          </p:nvPr>
        </p:nvSpPr>
        <p:spPr>
          <a:xfrm>
            <a:off x="1371599" y="294538"/>
            <a:ext cx="9895951" cy="1033669"/>
          </a:xfrm>
        </p:spPr>
        <p:txBody>
          <a:bodyPr>
            <a:normAutofit/>
          </a:bodyPr>
          <a:lstStyle/>
          <a:p>
            <a:r>
              <a:rPr lang="ru-RU" sz="4000" b="1">
                <a:solidFill>
                  <a:srgbClr val="FFFFFF"/>
                </a:solidFill>
                <a:latin typeface="Times New Roman"/>
                <a:cs typeface="Times New Roman"/>
              </a:rPr>
              <a:t>2.4 Comparison and Recommendations</a:t>
            </a:r>
            <a:endParaRPr lang="ru-RU" sz="4000">
              <a:solidFill>
                <a:srgbClr val="FFFFFF"/>
              </a:solidFill>
              <a:latin typeface="Times New Roman"/>
              <a:cs typeface="Times New Roman"/>
            </a:endParaRPr>
          </a:p>
        </p:txBody>
      </p:sp>
      <p:sp>
        <p:nvSpPr>
          <p:cNvPr id="3" name="Объект 2">
            <a:extLst>
              <a:ext uri="{FF2B5EF4-FFF2-40B4-BE49-F238E27FC236}">
                <a16:creationId xmlns:a16="http://schemas.microsoft.com/office/drawing/2014/main" id="{00C97001-1733-EC0E-A254-4C980E1DBCA0}"/>
              </a:ext>
            </a:extLst>
          </p:cNvPr>
          <p:cNvSpPr>
            <a:spLocks noGrp="1"/>
          </p:cNvSpPr>
          <p:nvPr>
            <p:ph idx="1"/>
          </p:nvPr>
        </p:nvSpPr>
        <p:spPr>
          <a:xfrm>
            <a:off x="1371599" y="2318197"/>
            <a:ext cx="9724031" cy="3683358"/>
          </a:xfrm>
        </p:spPr>
        <p:txBody>
          <a:bodyPr vert="horz" lIns="91440" tIns="45720" rIns="91440" bIns="45720" rtlCol="0" anchor="ctr">
            <a:normAutofit/>
          </a:bodyPr>
          <a:lstStyle/>
          <a:p>
            <a:pPr marL="0" indent="0">
              <a:buNone/>
            </a:pPr>
            <a:r>
              <a:rPr lang="ru-RU" sz="2000" b="1">
                <a:highlight>
                  <a:srgbClr val="FFFFFF"/>
                </a:highlight>
                <a:latin typeface="Times New Roman"/>
                <a:cs typeface="Times New Roman"/>
              </a:rPr>
              <a:t>Recommendations:</a:t>
            </a:r>
            <a:endParaRPr lang="ru-RU" sz="2000">
              <a:highlight>
                <a:srgbClr val="FFFFFF"/>
              </a:highlight>
              <a:latin typeface="Times New Roman"/>
              <a:cs typeface="Times New Roman"/>
            </a:endParaRPr>
          </a:p>
          <a:p>
            <a:r>
              <a:rPr lang="ru-RU" sz="2000" b="1">
                <a:highlight>
                  <a:srgbClr val="FFFFFF"/>
                </a:highlight>
                <a:latin typeface="Times New Roman"/>
                <a:cs typeface="Times New Roman"/>
              </a:rPr>
              <a:t>New Applications: </a:t>
            </a:r>
            <a:r>
              <a:rPr lang="ru-RU" sz="2000">
                <a:highlight>
                  <a:srgbClr val="FFFFFF"/>
                </a:highlight>
                <a:latin typeface="Times New Roman"/>
                <a:cs typeface="Times New Roman"/>
              </a:rPr>
              <a:t>Use Argon2id with OWASP recommended parameters</a:t>
            </a:r>
          </a:p>
          <a:p>
            <a:r>
              <a:rPr lang="en-US" sz="2000" b="1">
                <a:highlight>
                  <a:srgbClr val="FFFFFF"/>
                </a:highlight>
                <a:latin typeface="Times New Roman"/>
                <a:cs typeface="Times New Roman"/>
              </a:rPr>
              <a:t>Existing bcrypt: </a:t>
            </a:r>
            <a:r>
              <a:rPr lang="en-US" sz="2000">
                <a:highlight>
                  <a:srgbClr val="FFFFFF"/>
                </a:highlight>
                <a:latin typeface="Times New Roman"/>
                <a:cs typeface="Times New Roman"/>
              </a:rPr>
              <a:t>If working well, no urgent need to migrate. Consider Argon2 for new passwords.</a:t>
            </a:r>
            <a:endParaRPr lang="ru-RU" sz="2000">
              <a:highlight>
                <a:srgbClr val="FFFFFF"/>
              </a:highlight>
              <a:latin typeface="Times New Roman"/>
              <a:cs typeface="Times New Roman"/>
            </a:endParaRPr>
          </a:p>
          <a:p>
            <a:r>
              <a:rPr lang="ru-RU" sz="2000" b="1">
                <a:highlight>
                  <a:srgbClr val="FFFFFF"/>
                </a:highlight>
                <a:latin typeface="Times New Roman"/>
                <a:cs typeface="Times New Roman"/>
              </a:rPr>
              <a:t>High-Security: </a:t>
            </a:r>
            <a:r>
              <a:rPr lang="ru-RU" sz="2000">
                <a:highlight>
                  <a:srgbClr val="FFFFFF"/>
                </a:highlight>
                <a:latin typeface="Times New Roman"/>
                <a:cs typeface="Times New Roman"/>
              </a:rPr>
              <a:t>Argon2id with increased memory (64+ MB)</a:t>
            </a:r>
          </a:p>
          <a:p>
            <a:r>
              <a:rPr lang="ru-RU" sz="2000" b="1">
                <a:highlight>
                  <a:srgbClr val="FFFFFF"/>
                </a:highlight>
                <a:latin typeface="Times New Roman"/>
                <a:cs typeface="Times New Roman"/>
              </a:rPr>
              <a:t>Never Use: </a:t>
            </a:r>
            <a:r>
              <a:rPr lang="ru-RU" sz="2000">
                <a:highlight>
                  <a:srgbClr val="FFFFFF"/>
                </a:highlight>
                <a:latin typeface="Times New Roman"/>
                <a:cs typeface="Times New Roman"/>
              </a:rPr>
              <a:t>SHA-256, MD5, or any fast hash for passwords</a:t>
            </a:r>
          </a:p>
          <a:p>
            <a:endParaRPr lang="ru-RU" sz="2000">
              <a:latin typeface="Times New Roman"/>
              <a:cs typeface="Times New Roman"/>
            </a:endParaRPr>
          </a:p>
        </p:txBody>
      </p:sp>
    </p:spTree>
    <p:extLst>
      <p:ext uri="{BB962C8B-B14F-4D97-AF65-F5344CB8AC3E}">
        <p14:creationId xmlns:p14="http://schemas.microsoft.com/office/powerpoint/2010/main" val="9898860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BDC90EF-1B40-FC31-EEED-07335DB7CC3B}"/>
            </a:ext>
          </a:extLst>
        </p:cNvPr>
        <p:cNvGrpSpPr/>
        <p:nvPr/>
      </p:nvGrpSpPr>
      <p:grpSpPr>
        <a:xfrm>
          <a:off x="0" y="0"/>
          <a:ext cx="0" cy="0"/>
          <a:chOff x="0" y="0"/>
          <a:chExt cx="0" cy="0"/>
        </a:xfrm>
      </p:grpSpPr>
      <p:sp useBgFill="1">
        <p:nvSpPr>
          <p:cNvPr id="22" name="Rectangle 7">
            <a:extLst>
              <a:ext uri="{FF2B5EF4-FFF2-40B4-BE49-F238E27FC236}">
                <a16:creationId xmlns:a16="http://schemas.microsoft.com/office/drawing/2014/main" id="{4D3BBA5F-7887-1ACC-9B38-DA038D5ACF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9">
            <a:extLst>
              <a:ext uri="{FF2B5EF4-FFF2-40B4-BE49-F238E27FC236}">
                <a16:creationId xmlns:a16="http://schemas.microsoft.com/office/drawing/2014/main" id="{B339CFA1-61E8-AFF9-4DBD-447345869D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11">
            <a:extLst>
              <a:ext uri="{FF2B5EF4-FFF2-40B4-BE49-F238E27FC236}">
                <a16:creationId xmlns:a16="http://schemas.microsoft.com/office/drawing/2014/main" id="{897FC833-EABA-8EE3-99C1-3BCE738317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13">
            <a:extLst>
              <a:ext uri="{FF2B5EF4-FFF2-40B4-BE49-F238E27FC236}">
                <a16:creationId xmlns:a16="http://schemas.microsoft.com/office/drawing/2014/main" id="{FB42C29C-0D56-F0BE-6D3D-8D2938EB27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Rectangle 15">
            <a:extLst>
              <a:ext uri="{FF2B5EF4-FFF2-40B4-BE49-F238E27FC236}">
                <a16:creationId xmlns:a16="http://schemas.microsoft.com/office/drawing/2014/main" id="{FC6CA667-A62C-935F-A836-FA4AF6F7BB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17">
            <a:extLst>
              <a:ext uri="{FF2B5EF4-FFF2-40B4-BE49-F238E27FC236}">
                <a16:creationId xmlns:a16="http://schemas.microsoft.com/office/drawing/2014/main" id="{66234FD2-C809-A518-78DC-C9182112CB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Заголовок 1">
            <a:extLst>
              <a:ext uri="{FF2B5EF4-FFF2-40B4-BE49-F238E27FC236}">
                <a16:creationId xmlns:a16="http://schemas.microsoft.com/office/drawing/2014/main" id="{DFAE1A75-AB09-D4F5-76BB-A4A67B78632B}"/>
              </a:ext>
            </a:extLst>
          </p:cNvPr>
          <p:cNvSpPr>
            <a:spLocks noGrp="1"/>
          </p:cNvSpPr>
          <p:nvPr>
            <p:ph type="title"/>
          </p:nvPr>
        </p:nvSpPr>
        <p:spPr>
          <a:xfrm>
            <a:off x="826396" y="586855"/>
            <a:ext cx="4230100" cy="3387497"/>
          </a:xfrm>
        </p:spPr>
        <p:txBody>
          <a:bodyPr anchor="b">
            <a:normAutofit/>
          </a:bodyPr>
          <a:lstStyle/>
          <a:p>
            <a:pPr algn="r"/>
            <a:r>
              <a:rPr lang="ru-RU" sz="4000" b="1">
                <a:solidFill>
                  <a:schemeClr val="bg1"/>
                </a:solidFill>
                <a:latin typeface="Times New Roman"/>
                <a:cs typeface="Times New Roman"/>
              </a:rPr>
              <a:t>3. Merkle Trees</a:t>
            </a:r>
          </a:p>
        </p:txBody>
      </p:sp>
      <p:sp>
        <p:nvSpPr>
          <p:cNvPr id="3" name="Объект 2">
            <a:extLst>
              <a:ext uri="{FF2B5EF4-FFF2-40B4-BE49-F238E27FC236}">
                <a16:creationId xmlns:a16="http://schemas.microsoft.com/office/drawing/2014/main" id="{A403C35A-B92D-4953-7D35-5EE222739C14}"/>
              </a:ext>
            </a:extLst>
          </p:cNvPr>
          <p:cNvSpPr>
            <a:spLocks noGrp="1"/>
          </p:cNvSpPr>
          <p:nvPr>
            <p:ph idx="1"/>
          </p:nvPr>
        </p:nvSpPr>
        <p:spPr>
          <a:xfrm>
            <a:off x="6503158" y="649480"/>
            <a:ext cx="4862447" cy="5546047"/>
          </a:xfrm>
        </p:spPr>
        <p:txBody>
          <a:bodyPr vert="horz" lIns="91440" tIns="45720" rIns="91440" bIns="45720" rtlCol="0" anchor="ctr">
            <a:normAutofit/>
          </a:bodyPr>
          <a:lstStyle/>
          <a:p>
            <a:pPr>
              <a:buNone/>
            </a:pPr>
            <a:r>
              <a:rPr lang="en-US" sz="2000" b="1">
                <a:highlight>
                  <a:srgbClr val="FFFFFF"/>
                </a:highlight>
                <a:latin typeface="Times New Roman"/>
                <a:cs typeface="Times New Roman"/>
              </a:rPr>
              <a:t>3.1 Structure and Construction</a:t>
            </a:r>
          </a:p>
          <a:p>
            <a:pPr>
              <a:buNone/>
            </a:pPr>
            <a:r>
              <a:rPr lang="en-US" sz="2000" b="1">
                <a:highlight>
                  <a:srgbClr val="FFFFFF"/>
                </a:highlight>
                <a:latin typeface="Times New Roman"/>
                <a:cs typeface="Times New Roman"/>
              </a:rPr>
              <a:t>3.2 Merkle Proofs</a:t>
            </a:r>
          </a:p>
          <a:p>
            <a:pPr>
              <a:buNone/>
            </a:pPr>
            <a:r>
              <a:rPr lang="en-US" sz="2000" b="1">
                <a:highlight>
                  <a:srgbClr val="FFFFFF"/>
                </a:highlight>
                <a:latin typeface="Times New Roman"/>
                <a:cs typeface="Times New Roman"/>
              </a:rPr>
              <a:t>3.3 Applications</a:t>
            </a:r>
          </a:p>
        </p:txBody>
      </p:sp>
    </p:spTree>
    <p:extLst>
      <p:ext uri="{BB962C8B-B14F-4D97-AF65-F5344CB8AC3E}">
        <p14:creationId xmlns:p14="http://schemas.microsoft.com/office/powerpoint/2010/main" val="366893066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3D7B0A0A-2BCE-91F6-A883-9EF49816F1AE}"/>
              </a:ext>
            </a:extLst>
          </p:cNvPr>
          <p:cNvSpPr>
            <a:spLocks noGrp="1"/>
          </p:cNvSpPr>
          <p:nvPr>
            <p:ph type="title"/>
          </p:nvPr>
        </p:nvSpPr>
        <p:spPr>
          <a:xfrm>
            <a:off x="1371599" y="294538"/>
            <a:ext cx="9895951" cy="1033669"/>
          </a:xfrm>
        </p:spPr>
        <p:txBody>
          <a:bodyPr>
            <a:normAutofit/>
          </a:bodyPr>
          <a:lstStyle/>
          <a:p>
            <a:r>
              <a:rPr lang="ru-RU" sz="4000" b="1">
                <a:solidFill>
                  <a:srgbClr val="FFFFFF"/>
                </a:solidFill>
                <a:latin typeface="Times New Roman"/>
                <a:cs typeface="Times New Roman"/>
              </a:rPr>
              <a:t>3. Merkle Trees</a:t>
            </a:r>
          </a:p>
        </p:txBody>
      </p:sp>
      <p:sp>
        <p:nvSpPr>
          <p:cNvPr id="3" name="Объект 2">
            <a:extLst>
              <a:ext uri="{FF2B5EF4-FFF2-40B4-BE49-F238E27FC236}">
                <a16:creationId xmlns:a16="http://schemas.microsoft.com/office/drawing/2014/main" id="{2DC4BEEE-43DB-AD8F-E1CF-5116961A9A05}"/>
              </a:ext>
            </a:extLst>
          </p:cNvPr>
          <p:cNvSpPr>
            <a:spLocks noGrp="1"/>
          </p:cNvSpPr>
          <p:nvPr>
            <p:ph idx="1"/>
          </p:nvPr>
        </p:nvSpPr>
        <p:spPr>
          <a:xfrm>
            <a:off x="1371599" y="2318197"/>
            <a:ext cx="9724031" cy="3683358"/>
          </a:xfrm>
        </p:spPr>
        <p:txBody>
          <a:bodyPr vert="horz" lIns="91440" tIns="45720" rIns="91440" bIns="45720" rtlCol="0" anchor="ctr">
            <a:normAutofit/>
          </a:bodyPr>
          <a:lstStyle/>
          <a:p>
            <a:pPr marL="0" indent="0">
              <a:buNone/>
            </a:pPr>
            <a:r>
              <a:rPr lang="ru-RU" sz="2000">
                <a:highlight>
                  <a:srgbClr val="FFFFFF"/>
                </a:highlight>
                <a:latin typeface="Times New Roman"/>
                <a:cs typeface="Times New Roman"/>
              </a:rPr>
              <a:t>Merkle trees, invented by Ralph Merkle in 1979, provide efficient verification of data integrity for large datasets.</a:t>
            </a:r>
            <a:endParaRPr lang="ru-RU">
              <a:latin typeface="Times New Roman"/>
              <a:cs typeface="Times New Roman"/>
            </a:endParaRPr>
          </a:p>
        </p:txBody>
      </p:sp>
    </p:spTree>
    <p:extLst>
      <p:ext uri="{BB962C8B-B14F-4D97-AF65-F5344CB8AC3E}">
        <p14:creationId xmlns:p14="http://schemas.microsoft.com/office/powerpoint/2010/main" val="302481554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1F95F489-8B2F-EDA4-208C-5D1EE301BEA6}"/>
              </a:ext>
            </a:extLst>
          </p:cNvPr>
          <p:cNvSpPr>
            <a:spLocks noGrp="1"/>
          </p:cNvSpPr>
          <p:nvPr>
            <p:ph type="title"/>
          </p:nvPr>
        </p:nvSpPr>
        <p:spPr>
          <a:xfrm>
            <a:off x="1371599" y="294538"/>
            <a:ext cx="9895951" cy="1033669"/>
          </a:xfrm>
        </p:spPr>
        <p:txBody>
          <a:bodyPr>
            <a:normAutofit/>
          </a:bodyPr>
          <a:lstStyle/>
          <a:p>
            <a:r>
              <a:rPr lang="ru-RU" sz="4000" b="1">
                <a:solidFill>
                  <a:srgbClr val="FFFFFF"/>
                </a:solidFill>
                <a:latin typeface="Times New Roman"/>
                <a:cs typeface="Times New Roman"/>
              </a:rPr>
              <a:t>3.1 Structure and Construction</a:t>
            </a:r>
          </a:p>
        </p:txBody>
      </p:sp>
      <p:sp>
        <p:nvSpPr>
          <p:cNvPr id="3" name="Объект 2">
            <a:extLst>
              <a:ext uri="{FF2B5EF4-FFF2-40B4-BE49-F238E27FC236}">
                <a16:creationId xmlns:a16="http://schemas.microsoft.com/office/drawing/2014/main" id="{06637137-64F1-C165-0FF2-D7886B5D5D89}"/>
              </a:ext>
            </a:extLst>
          </p:cNvPr>
          <p:cNvSpPr>
            <a:spLocks noGrp="1"/>
          </p:cNvSpPr>
          <p:nvPr>
            <p:ph idx="1"/>
          </p:nvPr>
        </p:nvSpPr>
        <p:spPr>
          <a:xfrm>
            <a:off x="1371599" y="2318197"/>
            <a:ext cx="9724031" cy="3683358"/>
          </a:xfrm>
        </p:spPr>
        <p:txBody>
          <a:bodyPr vert="horz" lIns="91440" tIns="45720" rIns="91440" bIns="45720" rtlCol="0" anchor="ctr">
            <a:normAutofit/>
          </a:bodyPr>
          <a:lstStyle/>
          <a:p>
            <a:pPr marL="0" indent="0">
              <a:buNone/>
            </a:pPr>
            <a:r>
              <a:rPr lang="en-US" sz="2000" b="1" dirty="0">
                <a:highlight>
                  <a:srgbClr val="FFFFFF"/>
                </a:highlight>
                <a:latin typeface="Times New Roman"/>
                <a:cs typeface="Times New Roman"/>
              </a:rPr>
              <a:t>Definition 3.1 (Merkle Tree): </a:t>
            </a:r>
            <a:r>
              <a:rPr lang="en-US" sz="2000" dirty="0">
                <a:highlight>
                  <a:srgbClr val="FFFFFF"/>
                </a:highlight>
                <a:latin typeface="Times New Roman"/>
                <a:cs typeface="Times New Roman"/>
              </a:rPr>
              <a:t>A Merkle tree (or hash tree) is a binary tree where: (1) Each leaf node contains a hash of a data block, (2) Each internal node contains the hash of its children's concatenated hashes, (3) The root hash summarizes the entire dataset</a:t>
            </a:r>
            <a:endParaRPr lang="ru-RU" sz="2000" dirty="0">
              <a:latin typeface="Times New Roman"/>
              <a:cs typeface="Times New Roman"/>
            </a:endParaRPr>
          </a:p>
        </p:txBody>
      </p:sp>
    </p:spTree>
    <p:extLst>
      <p:ext uri="{BB962C8B-B14F-4D97-AF65-F5344CB8AC3E}">
        <p14:creationId xmlns:p14="http://schemas.microsoft.com/office/powerpoint/2010/main" val="277304570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Объект 3" descr="Introduction to Merkle Tree - GeeksforGeeks">
            <a:extLst>
              <a:ext uri="{FF2B5EF4-FFF2-40B4-BE49-F238E27FC236}">
                <a16:creationId xmlns:a16="http://schemas.microsoft.com/office/drawing/2014/main" id="{E7C3E86D-5581-5662-EF50-7ED66D575315}"/>
              </a:ext>
            </a:extLst>
          </p:cNvPr>
          <p:cNvPicPr>
            <a:picLocks noGrp="1" noChangeAspect="1"/>
          </p:cNvPicPr>
          <p:nvPr>
            <p:ph idx="1"/>
          </p:nvPr>
        </p:nvPicPr>
        <p:blipFill>
          <a:blip r:embed="rId2"/>
          <a:stretch>
            <a:fillRect/>
          </a:stretch>
        </p:blipFill>
        <p:spPr>
          <a:xfrm>
            <a:off x="6015" y="1119"/>
            <a:ext cx="12201435" cy="6841252"/>
          </a:xfrm>
          <a:prstGeom prst="rect">
            <a:avLst/>
          </a:prstGeom>
        </p:spPr>
      </p:pic>
    </p:spTree>
    <p:extLst>
      <p:ext uri="{BB962C8B-B14F-4D97-AF65-F5344CB8AC3E}">
        <p14:creationId xmlns:p14="http://schemas.microsoft.com/office/powerpoint/2010/main" val="383695396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E68FC4E7-C3AF-4C7D-9758-B2CB18675562}"/>
              </a:ext>
            </a:extLst>
          </p:cNvPr>
          <p:cNvSpPr>
            <a:spLocks noGrp="1"/>
          </p:cNvSpPr>
          <p:nvPr>
            <p:ph type="title"/>
          </p:nvPr>
        </p:nvSpPr>
        <p:spPr>
          <a:xfrm>
            <a:off x="1371599" y="294538"/>
            <a:ext cx="9895951" cy="1033669"/>
          </a:xfrm>
        </p:spPr>
        <p:txBody>
          <a:bodyPr>
            <a:normAutofit/>
          </a:bodyPr>
          <a:lstStyle/>
          <a:p>
            <a:r>
              <a:rPr lang="ru-RU" sz="4000" b="1">
                <a:solidFill>
                  <a:srgbClr val="FFFFFF"/>
                </a:solidFill>
                <a:latin typeface="Times New Roman"/>
                <a:cs typeface="Times New Roman"/>
              </a:rPr>
              <a:t>3.1 Structure and Construction</a:t>
            </a:r>
            <a:endParaRPr lang="ru-RU" sz="4000">
              <a:solidFill>
                <a:srgbClr val="FFFFFF"/>
              </a:solidFill>
              <a:latin typeface="Times New Roman"/>
              <a:cs typeface="Times New Roman"/>
            </a:endParaRPr>
          </a:p>
        </p:txBody>
      </p:sp>
      <p:sp>
        <p:nvSpPr>
          <p:cNvPr id="3" name="Объект 2">
            <a:extLst>
              <a:ext uri="{FF2B5EF4-FFF2-40B4-BE49-F238E27FC236}">
                <a16:creationId xmlns:a16="http://schemas.microsoft.com/office/drawing/2014/main" id="{1642051B-EFF0-B462-5DFC-2482A3D674DE}"/>
              </a:ext>
            </a:extLst>
          </p:cNvPr>
          <p:cNvSpPr>
            <a:spLocks noGrp="1"/>
          </p:cNvSpPr>
          <p:nvPr>
            <p:ph idx="1"/>
          </p:nvPr>
        </p:nvSpPr>
        <p:spPr>
          <a:xfrm>
            <a:off x="1371599" y="2318197"/>
            <a:ext cx="9724031" cy="3683358"/>
          </a:xfrm>
        </p:spPr>
        <p:txBody>
          <a:bodyPr vert="horz" lIns="91440" tIns="45720" rIns="91440" bIns="45720" rtlCol="0" anchor="ctr">
            <a:normAutofit/>
          </a:bodyPr>
          <a:lstStyle/>
          <a:p>
            <a:pPr marL="0" indent="0">
              <a:buNone/>
            </a:pPr>
            <a:r>
              <a:rPr lang="ru-RU" sz="2000" b="1">
                <a:highlight>
                  <a:srgbClr val="FFFFFF"/>
                </a:highlight>
                <a:latin typeface="Times New Roman"/>
                <a:cs typeface="Times New Roman"/>
              </a:rPr>
              <a:t>Construction Algorithm:</a:t>
            </a:r>
            <a:endParaRPr lang="ru-RU" sz="2000">
              <a:highlight>
                <a:srgbClr val="FFFFFF"/>
              </a:highlight>
              <a:latin typeface="Times New Roman"/>
              <a:cs typeface="Times New Roman"/>
            </a:endParaRPr>
          </a:p>
          <a:p>
            <a:r>
              <a:rPr lang="ru-RU" sz="2000">
                <a:highlight>
                  <a:srgbClr val="FFFFFF"/>
                </a:highlight>
                <a:latin typeface="Times New Roman"/>
                <a:cs typeface="Times New Roman"/>
              </a:rPr>
              <a:t>Divide data into n blocks D₀, D₁, ..., Dₙ₋₁</a:t>
            </a:r>
          </a:p>
          <a:p>
            <a:r>
              <a:rPr lang="ru-RU" sz="2000">
                <a:highlight>
                  <a:srgbClr val="FFFFFF"/>
                </a:highlight>
                <a:latin typeface="Times New Roman"/>
                <a:cs typeface="Times New Roman"/>
              </a:rPr>
              <a:t>Compute leaf hashes: Hᵢ = H(Dᵢ)</a:t>
            </a:r>
          </a:p>
          <a:p>
            <a:r>
              <a:rPr lang="ru-RU" sz="2000">
                <a:highlight>
                  <a:srgbClr val="FFFFFF"/>
                </a:highlight>
                <a:latin typeface="Times New Roman"/>
                <a:cs typeface="Times New Roman"/>
              </a:rPr>
              <a:t>If n is odd, duplicate last hash</a:t>
            </a:r>
          </a:p>
          <a:p>
            <a:r>
              <a:rPr lang="en-US" sz="2000">
                <a:highlight>
                  <a:srgbClr val="FFFFFF"/>
                </a:highlight>
                <a:latin typeface="Times New Roman"/>
                <a:cs typeface="Times New Roman"/>
              </a:rPr>
              <a:t>Compute parent layer: H'ᵢ = H(H₂ᵢ || H₂ᵢ₊₁)</a:t>
            </a:r>
            <a:endParaRPr lang="ru-RU" sz="2000">
              <a:highlight>
                <a:srgbClr val="FFFFFF"/>
              </a:highlight>
              <a:latin typeface="Times New Roman"/>
              <a:cs typeface="Times New Roman"/>
            </a:endParaRPr>
          </a:p>
          <a:p>
            <a:r>
              <a:rPr lang="en-US" sz="2000" dirty="0">
                <a:highlight>
                  <a:srgbClr val="FFFFFF"/>
                </a:highlight>
                <a:latin typeface="Times New Roman"/>
                <a:cs typeface="Times New Roman"/>
              </a:rPr>
              <a:t>Repeat until single root hash remains</a:t>
            </a:r>
            <a:endParaRPr lang="ru-RU" sz="2000" dirty="0">
              <a:highlight>
                <a:srgbClr val="FFFFFF"/>
              </a:highlight>
              <a:latin typeface="Times New Roman"/>
              <a:cs typeface="Times New Roman"/>
            </a:endParaRPr>
          </a:p>
          <a:p>
            <a:endParaRPr lang="ru-RU" sz="2000">
              <a:latin typeface="Times New Roman"/>
              <a:cs typeface="Times New Roman"/>
            </a:endParaRPr>
          </a:p>
        </p:txBody>
      </p:sp>
    </p:spTree>
    <p:extLst>
      <p:ext uri="{BB962C8B-B14F-4D97-AF65-F5344CB8AC3E}">
        <p14:creationId xmlns:p14="http://schemas.microsoft.com/office/powerpoint/2010/main" val="31650285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DF2BC9B9-4ABC-0DFD-D0F7-AA2215695A60}"/>
              </a:ext>
            </a:extLst>
          </p:cNvPr>
          <p:cNvSpPr>
            <a:spLocks noGrp="1"/>
          </p:cNvSpPr>
          <p:nvPr>
            <p:ph type="title"/>
          </p:nvPr>
        </p:nvSpPr>
        <p:spPr>
          <a:xfrm>
            <a:off x="1371599" y="294538"/>
            <a:ext cx="9895951" cy="1033669"/>
          </a:xfrm>
        </p:spPr>
        <p:txBody>
          <a:bodyPr>
            <a:normAutofit/>
          </a:bodyPr>
          <a:lstStyle/>
          <a:p>
            <a:r>
              <a:rPr lang="ru-RU" sz="4000" b="1">
                <a:solidFill>
                  <a:srgbClr val="FFFFFF"/>
                </a:solidFill>
                <a:latin typeface="Times New Roman"/>
                <a:cs typeface="Times New Roman"/>
              </a:rPr>
              <a:t>3.2 Merkle Proofs</a:t>
            </a:r>
          </a:p>
        </p:txBody>
      </p:sp>
      <p:sp>
        <p:nvSpPr>
          <p:cNvPr id="3" name="Объект 2">
            <a:extLst>
              <a:ext uri="{FF2B5EF4-FFF2-40B4-BE49-F238E27FC236}">
                <a16:creationId xmlns:a16="http://schemas.microsoft.com/office/drawing/2014/main" id="{031B00D2-0D6B-092C-005C-668E93722AB1}"/>
              </a:ext>
            </a:extLst>
          </p:cNvPr>
          <p:cNvSpPr>
            <a:spLocks noGrp="1"/>
          </p:cNvSpPr>
          <p:nvPr>
            <p:ph idx="1"/>
          </p:nvPr>
        </p:nvSpPr>
        <p:spPr>
          <a:xfrm>
            <a:off x="1371599" y="2318197"/>
            <a:ext cx="9724031" cy="3683358"/>
          </a:xfrm>
        </p:spPr>
        <p:txBody>
          <a:bodyPr vert="horz" lIns="91440" tIns="45720" rIns="91440" bIns="45720" rtlCol="0" anchor="ctr">
            <a:normAutofit/>
          </a:bodyPr>
          <a:lstStyle/>
          <a:p>
            <a:r>
              <a:rPr lang="en-US" sz="2000">
                <a:highlight>
                  <a:srgbClr val="FFFFFF"/>
                </a:highlight>
                <a:latin typeface="Times New Roman"/>
                <a:cs typeface="Times New Roman"/>
              </a:rPr>
              <a:t>The key advantage of Merkle trees is efficient membership proofs.</a:t>
            </a:r>
            <a:endParaRPr lang="ru-RU" sz="2000">
              <a:highlight>
                <a:srgbClr val="FFFFFF"/>
              </a:highlight>
              <a:latin typeface="Times New Roman"/>
              <a:cs typeface="Times New Roman"/>
            </a:endParaRPr>
          </a:p>
          <a:p>
            <a:r>
              <a:rPr lang="en-US" sz="2000" b="1" dirty="0">
                <a:highlight>
                  <a:srgbClr val="FFFFFF"/>
                </a:highlight>
                <a:latin typeface="Times New Roman"/>
                <a:cs typeface="Times New Roman"/>
              </a:rPr>
              <a:t>Definition 3.2 (Merkle Proof): </a:t>
            </a:r>
            <a:r>
              <a:rPr lang="en-US" sz="2000" dirty="0">
                <a:highlight>
                  <a:srgbClr val="FFFFFF"/>
                </a:highlight>
                <a:latin typeface="Times New Roman"/>
                <a:cs typeface="Times New Roman"/>
              </a:rPr>
              <a:t>A Merkle proof (or authentication path) for data block Dᵢ consists of the hashes of sibling nodes along the path from Dᵢ to the root. This allows verifying Dᵢ is in the tree without possessing all data.</a:t>
            </a:r>
            <a:endParaRPr lang="ru-RU" sz="2000" dirty="0">
              <a:highlight>
                <a:srgbClr val="FFFFFF"/>
              </a:highlight>
              <a:latin typeface="Times New Roman"/>
              <a:cs typeface="Times New Roman"/>
            </a:endParaRPr>
          </a:p>
          <a:p>
            <a:endParaRPr lang="ru-RU" sz="2000">
              <a:latin typeface="Times New Roman"/>
              <a:cs typeface="Times New Roman"/>
            </a:endParaRPr>
          </a:p>
        </p:txBody>
      </p:sp>
    </p:spTree>
    <p:extLst>
      <p:ext uri="{BB962C8B-B14F-4D97-AF65-F5344CB8AC3E}">
        <p14:creationId xmlns:p14="http://schemas.microsoft.com/office/powerpoint/2010/main" val="414479704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C6C44CC1-EAAF-300A-A757-8932E30D6732}"/>
              </a:ext>
            </a:extLst>
          </p:cNvPr>
          <p:cNvSpPr>
            <a:spLocks noGrp="1"/>
          </p:cNvSpPr>
          <p:nvPr>
            <p:ph type="title"/>
          </p:nvPr>
        </p:nvSpPr>
        <p:spPr>
          <a:xfrm>
            <a:off x="1371599" y="294538"/>
            <a:ext cx="9895951" cy="1033669"/>
          </a:xfrm>
        </p:spPr>
        <p:txBody>
          <a:bodyPr>
            <a:normAutofit/>
          </a:bodyPr>
          <a:lstStyle/>
          <a:p>
            <a:r>
              <a:rPr lang="ru-RU" sz="4000" b="1">
                <a:solidFill>
                  <a:srgbClr val="FFFFFF"/>
                </a:solidFill>
                <a:latin typeface="Arial"/>
                <a:cs typeface="Arial"/>
              </a:rPr>
              <a:t>Example 3.1: Merkle Proof</a:t>
            </a:r>
          </a:p>
        </p:txBody>
      </p:sp>
      <p:sp>
        <p:nvSpPr>
          <p:cNvPr id="3" name="Объект 2">
            <a:extLst>
              <a:ext uri="{FF2B5EF4-FFF2-40B4-BE49-F238E27FC236}">
                <a16:creationId xmlns:a16="http://schemas.microsoft.com/office/drawing/2014/main" id="{208226F8-EB0A-0B95-7A01-401C2DB62B06}"/>
              </a:ext>
            </a:extLst>
          </p:cNvPr>
          <p:cNvSpPr>
            <a:spLocks noGrp="1"/>
          </p:cNvSpPr>
          <p:nvPr>
            <p:ph idx="1"/>
          </p:nvPr>
        </p:nvSpPr>
        <p:spPr>
          <a:xfrm>
            <a:off x="1371599" y="2318197"/>
            <a:ext cx="9724031" cy="3683358"/>
          </a:xfrm>
        </p:spPr>
        <p:txBody>
          <a:bodyPr vert="horz" lIns="91440" tIns="45720" rIns="91440" bIns="45720" rtlCol="0" anchor="ctr">
            <a:normAutofit/>
          </a:bodyPr>
          <a:lstStyle/>
          <a:p>
            <a:pPr marL="0" indent="0">
              <a:buNone/>
            </a:pPr>
            <a:r>
              <a:rPr lang="ru-RU" sz="2000">
                <a:highlight>
                  <a:srgbClr val="FFFFFF"/>
                </a:highlight>
                <a:latin typeface="Times New Roman"/>
                <a:cs typeface="Times New Roman"/>
              </a:rPr>
              <a:t>To prove D₁ is in tree with root R:</a:t>
            </a:r>
            <a:endParaRPr lang="ru-RU">
              <a:latin typeface="Times New Roman"/>
              <a:cs typeface="Times New Roman"/>
            </a:endParaRPr>
          </a:p>
          <a:p>
            <a:pPr marL="0" indent="0">
              <a:buNone/>
            </a:pPr>
            <a:r>
              <a:rPr lang="ru-RU" sz="2000">
                <a:highlight>
                  <a:srgbClr val="FFFFFF"/>
                </a:highlight>
                <a:latin typeface="Courier New"/>
                <a:cs typeface="Courier New"/>
              </a:rPr>
              <a:t>Proof = [H0, H23]  // Sibling hashes along path</a:t>
            </a:r>
          </a:p>
          <a:p>
            <a:pPr marL="0" indent="0">
              <a:buNone/>
            </a:pPr>
            <a:r>
              <a:rPr lang="ru-RU" sz="2000">
                <a:highlight>
                  <a:srgbClr val="FFFFFF"/>
                </a:highlight>
                <a:latin typeface="Courier New"/>
                <a:cs typeface="Courier New"/>
              </a:rPr>
              <a:t>Verification: Compute H1 = H(D1), H01 = H(H0||H1), R' = H(H01||H23), Check R' = R</a:t>
            </a:r>
          </a:p>
          <a:p>
            <a:pPr marL="0" indent="0">
              <a:buNone/>
            </a:pPr>
            <a:endParaRPr lang="ru-RU" sz="2000"/>
          </a:p>
        </p:txBody>
      </p:sp>
    </p:spTree>
    <p:extLst>
      <p:ext uri="{BB962C8B-B14F-4D97-AF65-F5344CB8AC3E}">
        <p14:creationId xmlns:p14="http://schemas.microsoft.com/office/powerpoint/2010/main" val="304730701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1F8690FB-C32F-E044-9DD0-D9FE3801338C}"/>
              </a:ext>
            </a:extLst>
          </p:cNvPr>
          <p:cNvSpPr>
            <a:spLocks noGrp="1"/>
          </p:cNvSpPr>
          <p:nvPr>
            <p:ph type="title"/>
          </p:nvPr>
        </p:nvSpPr>
        <p:spPr>
          <a:xfrm>
            <a:off x="1371599" y="294538"/>
            <a:ext cx="9895951" cy="1033669"/>
          </a:xfrm>
        </p:spPr>
        <p:txBody>
          <a:bodyPr>
            <a:normAutofit/>
          </a:bodyPr>
          <a:lstStyle/>
          <a:p>
            <a:r>
              <a:rPr lang="ru-RU" sz="4000" b="1">
                <a:solidFill>
                  <a:srgbClr val="FFFFFF"/>
                </a:solidFill>
                <a:latin typeface="Times New Roman"/>
                <a:cs typeface="Times New Roman"/>
              </a:rPr>
              <a:t>Example 3.1: Merkle Proof</a:t>
            </a:r>
            <a:endParaRPr lang="ru-RU" sz="4000">
              <a:solidFill>
                <a:srgbClr val="FFFFFF"/>
              </a:solidFill>
              <a:latin typeface="Times New Roman"/>
              <a:cs typeface="Times New Roman"/>
            </a:endParaRPr>
          </a:p>
        </p:txBody>
      </p:sp>
      <p:sp>
        <p:nvSpPr>
          <p:cNvPr id="3" name="Объект 2">
            <a:extLst>
              <a:ext uri="{FF2B5EF4-FFF2-40B4-BE49-F238E27FC236}">
                <a16:creationId xmlns:a16="http://schemas.microsoft.com/office/drawing/2014/main" id="{24F67AAC-F949-5319-91DA-1B2E42C78DF0}"/>
              </a:ext>
            </a:extLst>
          </p:cNvPr>
          <p:cNvSpPr>
            <a:spLocks noGrp="1"/>
          </p:cNvSpPr>
          <p:nvPr>
            <p:ph idx="1"/>
          </p:nvPr>
        </p:nvSpPr>
        <p:spPr>
          <a:xfrm>
            <a:off x="1371599" y="2318197"/>
            <a:ext cx="9724031" cy="3683358"/>
          </a:xfrm>
        </p:spPr>
        <p:txBody>
          <a:bodyPr vert="horz" lIns="91440" tIns="45720" rIns="91440" bIns="45720" rtlCol="0" anchor="ctr">
            <a:normAutofit/>
          </a:bodyPr>
          <a:lstStyle/>
          <a:p>
            <a:r>
              <a:rPr lang="en-US" sz="2000" b="1">
                <a:highlight>
                  <a:srgbClr val="FFFFFF"/>
                </a:highlight>
                <a:latin typeface="Times New Roman"/>
                <a:cs typeface="Times New Roman"/>
              </a:rPr>
              <a:t>Theorem 3.1: </a:t>
            </a:r>
            <a:r>
              <a:rPr lang="en-US" sz="2000">
                <a:highlight>
                  <a:srgbClr val="FFFFFF"/>
                </a:highlight>
                <a:latin typeface="Times New Roman"/>
                <a:cs typeface="Times New Roman"/>
              </a:rPr>
              <a:t>For a Merkle tree with n leaves, a membership proof requires O(log n) hashes and O(log n) hash computations to verify.</a:t>
            </a:r>
            <a:endParaRPr lang="ru-RU" sz="2000">
              <a:highlight>
                <a:srgbClr val="FFFFFF"/>
              </a:highlight>
              <a:latin typeface="Times New Roman"/>
              <a:cs typeface="Times New Roman"/>
            </a:endParaRPr>
          </a:p>
          <a:p>
            <a:r>
              <a:rPr lang="ru-RU" sz="2000">
                <a:highlight>
                  <a:srgbClr val="FFFFFF"/>
                </a:highlight>
                <a:latin typeface="Times New Roman"/>
                <a:cs typeface="Times New Roman"/>
              </a:rPr>
              <a:t>This logarithmic efficiency is why Merkle trees scale to billions of records.</a:t>
            </a:r>
            <a:endParaRPr lang="ru-RU" sz="2000">
              <a:latin typeface="Times New Roman"/>
              <a:cs typeface="Times New Roman"/>
            </a:endParaRPr>
          </a:p>
          <a:p>
            <a:endParaRPr lang="ru-RU" sz="2000">
              <a:latin typeface="Times New Roman"/>
              <a:cs typeface="Times New Roman"/>
            </a:endParaRPr>
          </a:p>
        </p:txBody>
      </p:sp>
    </p:spTree>
    <p:extLst>
      <p:ext uri="{BB962C8B-B14F-4D97-AF65-F5344CB8AC3E}">
        <p14:creationId xmlns:p14="http://schemas.microsoft.com/office/powerpoint/2010/main" val="141996331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CEE5EAFE-DDFE-FFCC-441B-25B6199C53BF}"/>
              </a:ext>
            </a:extLst>
          </p:cNvPr>
          <p:cNvSpPr>
            <a:spLocks noGrp="1"/>
          </p:cNvSpPr>
          <p:nvPr>
            <p:ph type="title"/>
          </p:nvPr>
        </p:nvSpPr>
        <p:spPr>
          <a:xfrm>
            <a:off x="1371599" y="294538"/>
            <a:ext cx="9895951" cy="1033669"/>
          </a:xfrm>
        </p:spPr>
        <p:txBody>
          <a:bodyPr>
            <a:normAutofit/>
          </a:bodyPr>
          <a:lstStyle/>
          <a:p>
            <a:r>
              <a:rPr lang="ru-RU" sz="4000" b="1">
                <a:solidFill>
                  <a:srgbClr val="FFFFFF"/>
                </a:solidFill>
                <a:latin typeface="Times New Roman"/>
                <a:cs typeface="Times New Roman"/>
              </a:rPr>
              <a:t>3.3 Applications</a:t>
            </a:r>
          </a:p>
        </p:txBody>
      </p:sp>
      <p:sp>
        <p:nvSpPr>
          <p:cNvPr id="3" name="Объект 2">
            <a:extLst>
              <a:ext uri="{FF2B5EF4-FFF2-40B4-BE49-F238E27FC236}">
                <a16:creationId xmlns:a16="http://schemas.microsoft.com/office/drawing/2014/main" id="{537E898C-6E1B-D276-5A77-4AF985FC3E07}"/>
              </a:ext>
            </a:extLst>
          </p:cNvPr>
          <p:cNvSpPr>
            <a:spLocks noGrp="1"/>
          </p:cNvSpPr>
          <p:nvPr>
            <p:ph idx="1"/>
          </p:nvPr>
        </p:nvSpPr>
        <p:spPr>
          <a:xfrm>
            <a:off x="1371599" y="2318197"/>
            <a:ext cx="9724031" cy="3683358"/>
          </a:xfrm>
        </p:spPr>
        <p:txBody>
          <a:bodyPr vert="horz" lIns="91440" tIns="45720" rIns="91440" bIns="45720" rtlCol="0" anchor="ctr">
            <a:normAutofit/>
          </a:bodyPr>
          <a:lstStyle/>
          <a:p>
            <a:pPr marL="0" indent="0">
              <a:buNone/>
            </a:pPr>
            <a:r>
              <a:rPr lang="en-US" sz="2000" b="1" dirty="0">
                <a:highlight>
                  <a:srgbClr val="FFFFFF"/>
                </a:highlight>
                <a:latin typeface="Times New Roman"/>
                <a:cs typeface="Times New Roman"/>
              </a:rPr>
              <a:t>Bitcoin and Blockchain: </a:t>
            </a:r>
            <a:r>
              <a:rPr lang="en-US" sz="2000" dirty="0">
                <a:highlight>
                  <a:srgbClr val="FFFFFF"/>
                </a:highlight>
                <a:latin typeface="Times New Roman"/>
                <a:cs typeface="Times New Roman"/>
              </a:rPr>
              <a:t>Each block contains Merkle tree of transactions. Root hash in block header. Light clients (SPV) verify transactions without downloading entire blockchain - only need block headers and Merkle proofs.</a:t>
            </a:r>
            <a:endParaRPr lang="ru-RU" sz="2000" dirty="0">
              <a:highlight>
                <a:srgbClr val="FFFFFF"/>
              </a:highlight>
              <a:latin typeface="Times New Roman"/>
              <a:cs typeface="Times New Roman"/>
            </a:endParaRPr>
          </a:p>
        </p:txBody>
      </p:sp>
    </p:spTree>
    <p:extLst>
      <p:ext uri="{BB962C8B-B14F-4D97-AF65-F5344CB8AC3E}">
        <p14:creationId xmlns:p14="http://schemas.microsoft.com/office/powerpoint/2010/main" val="333065290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F7E66F75-0C0A-6CE4-F50C-BCC69695372D}"/>
              </a:ext>
            </a:extLst>
          </p:cNvPr>
          <p:cNvSpPr>
            <a:spLocks noGrp="1"/>
          </p:cNvSpPr>
          <p:nvPr>
            <p:ph type="title"/>
          </p:nvPr>
        </p:nvSpPr>
        <p:spPr>
          <a:xfrm>
            <a:off x="1371599" y="294538"/>
            <a:ext cx="9895951" cy="1033669"/>
          </a:xfrm>
        </p:spPr>
        <p:txBody>
          <a:bodyPr>
            <a:normAutofit/>
          </a:bodyPr>
          <a:lstStyle/>
          <a:p>
            <a:r>
              <a:rPr lang="ru-RU" sz="4000" b="1">
                <a:solidFill>
                  <a:srgbClr val="FFFFFF"/>
                </a:solidFill>
                <a:latin typeface="Times New Roman"/>
                <a:cs typeface="Times New Roman"/>
              </a:rPr>
              <a:t>Example 3.2: Bitcoin Block</a:t>
            </a:r>
          </a:p>
        </p:txBody>
      </p:sp>
      <p:sp>
        <p:nvSpPr>
          <p:cNvPr id="3" name="Объект 2">
            <a:extLst>
              <a:ext uri="{FF2B5EF4-FFF2-40B4-BE49-F238E27FC236}">
                <a16:creationId xmlns:a16="http://schemas.microsoft.com/office/drawing/2014/main" id="{EACCAE21-9811-67CC-BCDA-0EDDFA61AE0E}"/>
              </a:ext>
            </a:extLst>
          </p:cNvPr>
          <p:cNvSpPr>
            <a:spLocks noGrp="1"/>
          </p:cNvSpPr>
          <p:nvPr>
            <p:ph idx="1"/>
          </p:nvPr>
        </p:nvSpPr>
        <p:spPr>
          <a:xfrm>
            <a:off x="1371599" y="2318197"/>
            <a:ext cx="9724031" cy="3683358"/>
          </a:xfrm>
        </p:spPr>
        <p:txBody>
          <a:bodyPr vert="horz" lIns="91440" tIns="45720" rIns="91440" bIns="45720" rtlCol="0" anchor="ctr">
            <a:normAutofit/>
          </a:bodyPr>
          <a:lstStyle/>
          <a:p>
            <a:pPr marL="0" indent="0">
              <a:buNone/>
            </a:pPr>
            <a:r>
              <a:rPr lang="en-US" sz="2000" dirty="0">
                <a:highlight>
                  <a:srgbClr val="FFFFFF"/>
                </a:highlight>
                <a:latin typeface="Courier New"/>
                <a:cs typeface="Courier New"/>
              </a:rPr>
              <a:t>Block contains 2000 transactions = ~2 MB data</a:t>
            </a:r>
            <a:endParaRPr lang="ru-RU" sz="2000" dirty="0">
              <a:highlight>
                <a:srgbClr val="FFFFFF"/>
              </a:highlight>
              <a:latin typeface="Courier New"/>
              <a:cs typeface="Courier New"/>
            </a:endParaRPr>
          </a:p>
          <a:p>
            <a:pPr marL="0" indent="0">
              <a:buNone/>
            </a:pPr>
            <a:r>
              <a:rPr lang="en-US" sz="2000" dirty="0">
                <a:highlight>
                  <a:srgbClr val="FFFFFF"/>
                </a:highlight>
                <a:latin typeface="Courier New"/>
                <a:cs typeface="Courier New"/>
              </a:rPr>
              <a:t>Block header contains only 32-byte Merkle root</a:t>
            </a:r>
            <a:endParaRPr lang="ru-RU" sz="2000" dirty="0">
              <a:highlight>
                <a:srgbClr val="FFFFFF"/>
              </a:highlight>
              <a:latin typeface="Courier New"/>
              <a:cs typeface="Courier New"/>
            </a:endParaRPr>
          </a:p>
          <a:p>
            <a:pPr marL="0" indent="0">
              <a:buNone/>
            </a:pPr>
            <a:r>
              <a:rPr lang="en-US" sz="2000">
                <a:highlight>
                  <a:srgbClr val="FFFFFF"/>
                </a:highlight>
                <a:latin typeface="Courier New"/>
                <a:cs typeface="Courier New"/>
              </a:rPr>
              <a:t>To verify transaction: Download 80-byte header + log₂(2000) ≈ 11 hashes = ~432 bytes</a:t>
            </a:r>
            <a:endParaRPr lang="ru-RU" sz="2000">
              <a:highlight>
                <a:srgbClr val="FFFFFF"/>
              </a:highlight>
              <a:latin typeface="Courier New"/>
              <a:cs typeface="Courier New"/>
            </a:endParaRPr>
          </a:p>
          <a:p>
            <a:pPr marL="0" indent="0">
              <a:buNone/>
            </a:pPr>
            <a:r>
              <a:rPr lang="ru-RU" sz="2000">
                <a:highlight>
                  <a:srgbClr val="FFFFFF"/>
                </a:highlight>
                <a:latin typeface="Courier New"/>
                <a:cs typeface="Courier New"/>
              </a:rPr>
              <a:t>Savings: 432 bytes vs 2 MB (&gt;99.9% reduction)</a:t>
            </a:r>
            <a:endParaRPr lang="ru-RU" sz="2000"/>
          </a:p>
          <a:p>
            <a:pPr marL="0" indent="0">
              <a:buNone/>
            </a:pPr>
            <a:endParaRPr lang="ru-RU" sz="2000"/>
          </a:p>
        </p:txBody>
      </p:sp>
    </p:spTree>
    <p:extLst>
      <p:ext uri="{BB962C8B-B14F-4D97-AF65-F5344CB8AC3E}">
        <p14:creationId xmlns:p14="http://schemas.microsoft.com/office/powerpoint/2010/main" val="170790988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9C460E03-8167-C4B2-CE17-31CEFE22E8DC}"/>
              </a:ext>
            </a:extLst>
          </p:cNvPr>
          <p:cNvSpPr>
            <a:spLocks noGrp="1"/>
          </p:cNvSpPr>
          <p:nvPr>
            <p:ph type="title"/>
          </p:nvPr>
        </p:nvSpPr>
        <p:spPr>
          <a:xfrm>
            <a:off x="1371599" y="294538"/>
            <a:ext cx="9895951" cy="1033669"/>
          </a:xfrm>
        </p:spPr>
        <p:txBody>
          <a:bodyPr>
            <a:normAutofit/>
          </a:bodyPr>
          <a:lstStyle/>
          <a:p>
            <a:r>
              <a:rPr lang="ru-RU" sz="4000" b="1">
                <a:solidFill>
                  <a:srgbClr val="FFFFFF"/>
                </a:solidFill>
                <a:latin typeface="Times New Roman"/>
                <a:cs typeface="Times New Roman"/>
              </a:rPr>
              <a:t>3.3 Applications</a:t>
            </a:r>
            <a:endParaRPr lang="ru-RU" sz="4000">
              <a:solidFill>
                <a:srgbClr val="FFFFFF"/>
              </a:solidFill>
              <a:latin typeface="Times New Roman"/>
              <a:cs typeface="Times New Roman"/>
            </a:endParaRPr>
          </a:p>
        </p:txBody>
      </p:sp>
      <p:sp>
        <p:nvSpPr>
          <p:cNvPr id="3" name="Объект 2">
            <a:extLst>
              <a:ext uri="{FF2B5EF4-FFF2-40B4-BE49-F238E27FC236}">
                <a16:creationId xmlns:a16="http://schemas.microsoft.com/office/drawing/2014/main" id="{BD4A4E36-5F09-632E-52A2-F1F27BBADC3A}"/>
              </a:ext>
            </a:extLst>
          </p:cNvPr>
          <p:cNvSpPr>
            <a:spLocks noGrp="1"/>
          </p:cNvSpPr>
          <p:nvPr>
            <p:ph idx="1"/>
          </p:nvPr>
        </p:nvSpPr>
        <p:spPr>
          <a:xfrm>
            <a:off x="1371599" y="2318197"/>
            <a:ext cx="9724031" cy="3683358"/>
          </a:xfrm>
        </p:spPr>
        <p:txBody>
          <a:bodyPr vert="horz" lIns="91440" tIns="45720" rIns="91440" bIns="45720" rtlCol="0" anchor="ctr">
            <a:normAutofit/>
          </a:bodyPr>
          <a:lstStyle/>
          <a:p>
            <a:r>
              <a:rPr lang="en-US" sz="2000" b="1">
                <a:highlight>
                  <a:srgbClr val="FFFFFF"/>
                </a:highlight>
                <a:latin typeface="Times New Roman"/>
                <a:cs typeface="Times New Roman"/>
              </a:rPr>
              <a:t>Certificate Transparency: </a:t>
            </a:r>
            <a:r>
              <a:rPr lang="en-US" sz="2000">
                <a:highlight>
                  <a:srgbClr val="FFFFFF"/>
                </a:highlight>
                <a:latin typeface="Times New Roman"/>
                <a:cs typeface="Times New Roman"/>
              </a:rPr>
              <a:t>Public logs of SSL certificates use Merkle trees. Enables efficient auditing—can prove certificate was logged without downloading entire log.</a:t>
            </a:r>
            <a:endParaRPr lang="ru-RU" sz="2000">
              <a:highlight>
                <a:srgbClr val="FFFFFF"/>
              </a:highlight>
              <a:latin typeface="Times New Roman"/>
              <a:cs typeface="Times New Roman"/>
            </a:endParaRPr>
          </a:p>
          <a:p>
            <a:r>
              <a:rPr lang="en-US" sz="2000" b="1">
                <a:highlight>
                  <a:srgbClr val="FFFFFF"/>
                </a:highlight>
                <a:latin typeface="Times New Roman"/>
                <a:cs typeface="Times New Roman"/>
              </a:rPr>
              <a:t>Git Version Control: </a:t>
            </a:r>
            <a:r>
              <a:rPr lang="en-US" sz="2000">
                <a:highlight>
                  <a:srgbClr val="FFFFFF"/>
                </a:highlight>
                <a:latin typeface="Times New Roman"/>
                <a:cs typeface="Times New Roman"/>
              </a:rPr>
              <a:t>Git uses Merkle-like trees to efficiently track file changes. Each commit is identified by hash of tree structure.</a:t>
            </a:r>
            <a:endParaRPr lang="ru-RU" sz="2000">
              <a:highlight>
                <a:srgbClr val="FFFFFF"/>
              </a:highlight>
              <a:latin typeface="Times New Roman"/>
              <a:cs typeface="Times New Roman"/>
            </a:endParaRPr>
          </a:p>
          <a:p>
            <a:r>
              <a:rPr lang="ru-RU" sz="2000" b="1">
                <a:highlight>
                  <a:srgbClr val="FFFFFF"/>
                </a:highlight>
                <a:latin typeface="Times New Roman"/>
                <a:cs typeface="Times New Roman"/>
              </a:rPr>
              <a:t>Distributed Databases: </a:t>
            </a:r>
            <a:r>
              <a:rPr lang="ru-RU" sz="2000">
                <a:highlight>
                  <a:srgbClr val="FFFFFF"/>
                </a:highlight>
                <a:latin typeface="Times New Roman"/>
                <a:cs typeface="Times New Roman"/>
              </a:rPr>
              <a:t>Apache Cassandra, Amazon DynamoDB use Merkle trees for anti-entropy (detecting differences between database replicas).</a:t>
            </a:r>
          </a:p>
          <a:p>
            <a:endParaRPr lang="ru-RU" sz="2000">
              <a:latin typeface="Times New Roman"/>
              <a:cs typeface="Times New Roman"/>
            </a:endParaRPr>
          </a:p>
        </p:txBody>
      </p:sp>
    </p:spTree>
    <p:extLst>
      <p:ext uri="{BB962C8B-B14F-4D97-AF65-F5344CB8AC3E}">
        <p14:creationId xmlns:p14="http://schemas.microsoft.com/office/powerpoint/2010/main" val="326033740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Мультимедиа в Интернете 3" title="Google SWE teaches systems design | EP42: Merkle Trees">
            <a:hlinkClick r:id="" action="ppaction://noaction"/>
            <a:extLst>
              <a:ext uri="{FF2B5EF4-FFF2-40B4-BE49-F238E27FC236}">
                <a16:creationId xmlns:a16="http://schemas.microsoft.com/office/drawing/2014/main" id="{84122C01-D2C4-416E-0AB3-1BA2F97DE80A}"/>
              </a:ext>
            </a:extLst>
          </p:cNvPr>
          <p:cNvPicPr>
            <a:picLocks noGrp="1" noRot="1" noChangeAspect="1"/>
          </p:cNvPicPr>
          <p:nvPr>
            <p:ph idx="1"/>
            <a:videoFile r:link="rId1"/>
          </p:nvPr>
        </p:nvPicPr>
        <p:blipFill>
          <a:blip r:embed="rId3"/>
          <a:stretch>
            <a:fillRect/>
          </a:stretch>
        </p:blipFill>
        <p:spPr>
          <a:xfrm>
            <a:off x="1655" y="1119"/>
            <a:ext cx="12176370" cy="6873449"/>
          </a:xfrm>
          <a:prstGeom prst="rect">
            <a:avLst/>
          </a:prstGeom>
        </p:spPr>
      </p:pic>
    </p:spTree>
    <p:extLst>
      <p:ext uri="{BB962C8B-B14F-4D97-AF65-F5344CB8AC3E}">
        <p14:creationId xmlns:p14="http://schemas.microsoft.com/office/powerpoint/2010/main" val="272207454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F4E89F7-E2EB-1A0C-D825-6397F763E7D0}"/>
            </a:ext>
          </a:extLst>
        </p:cNvPr>
        <p:cNvGrpSpPr/>
        <p:nvPr/>
      </p:nvGrpSpPr>
      <p:grpSpPr>
        <a:xfrm>
          <a:off x="0" y="0"/>
          <a:ext cx="0" cy="0"/>
          <a:chOff x="0" y="0"/>
          <a:chExt cx="0" cy="0"/>
        </a:xfrm>
      </p:grpSpPr>
      <p:sp useBgFill="1">
        <p:nvSpPr>
          <p:cNvPr id="22" name="Rectangle 7">
            <a:extLst>
              <a:ext uri="{FF2B5EF4-FFF2-40B4-BE49-F238E27FC236}">
                <a16:creationId xmlns:a16="http://schemas.microsoft.com/office/drawing/2014/main" id="{62A45AC3-8322-1A1C-CE47-759DF122A7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9">
            <a:extLst>
              <a:ext uri="{FF2B5EF4-FFF2-40B4-BE49-F238E27FC236}">
                <a16:creationId xmlns:a16="http://schemas.microsoft.com/office/drawing/2014/main" id="{245BA212-91DD-51EE-BFC5-5934C5726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11">
            <a:extLst>
              <a:ext uri="{FF2B5EF4-FFF2-40B4-BE49-F238E27FC236}">
                <a16:creationId xmlns:a16="http://schemas.microsoft.com/office/drawing/2014/main" id="{DFDAAB3C-F57A-F030-4CF9-BF2469B235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13">
            <a:extLst>
              <a:ext uri="{FF2B5EF4-FFF2-40B4-BE49-F238E27FC236}">
                <a16:creationId xmlns:a16="http://schemas.microsoft.com/office/drawing/2014/main" id="{087F72A9-CF62-18AD-3249-2C1578276B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Rectangle 15">
            <a:extLst>
              <a:ext uri="{FF2B5EF4-FFF2-40B4-BE49-F238E27FC236}">
                <a16:creationId xmlns:a16="http://schemas.microsoft.com/office/drawing/2014/main" id="{D4305F61-3838-F5F4-247F-6B99449510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17">
            <a:extLst>
              <a:ext uri="{FF2B5EF4-FFF2-40B4-BE49-F238E27FC236}">
                <a16:creationId xmlns:a16="http://schemas.microsoft.com/office/drawing/2014/main" id="{6A0DB3C6-B74A-4A02-449A-E4FD9AE0A2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Заголовок 1">
            <a:extLst>
              <a:ext uri="{FF2B5EF4-FFF2-40B4-BE49-F238E27FC236}">
                <a16:creationId xmlns:a16="http://schemas.microsoft.com/office/drawing/2014/main" id="{60511FAD-0734-7FEC-EB4A-4CE4132FD04E}"/>
              </a:ext>
            </a:extLst>
          </p:cNvPr>
          <p:cNvSpPr>
            <a:spLocks noGrp="1"/>
          </p:cNvSpPr>
          <p:nvPr>
            <p:ph type="title"/>
          </p:nvPr>
        </p:nvSpPr>
        <p:spPr>
          <a:xfrm>
            <a:off x="826396" y="586855"/>
            <a:ext cx="4230100" cy="3387497"/>
          </a:xfrm>
        </p:spPr>
        <p:txBody>
          <a:bodyPr anchor="b">
            <a:normAutofit/>
          </a:bodyPr>
          <a:lstStyle/>
          <a:p>
            <a:pPr algn="r"/>
            <a:r>
              <a:rPr lang="en-US" sz="4000" b="1">
                <a:solidFill>
                  <a:schemeClr val="bg1"/>
                </a:solidFill>
                <a:latin typeface="Times New Roman"/>
                <a:cs typeface="Times New Roman"/>
              </a:rPr>
              <a:t>4. Hash Chains and Time-Stamping</a:t>
            </a:r>
            <a:endParaRPr lang="ru-RU" sz="4000" b="1">
              <a:solidFill>
                <a:schemeClr val="bg1"/>
              </a:solidFill>
              <a:latin typeface="Times New Roman"/>
              <a:cs typeface="Times New Roman"/>
            </a:endParaRPr>
          </a:p>
        </p:txBody>
      </p:sp>
      <p:sp>
        <p:nvSpPr>
          <p:cNvPr id="3" name="Объект 2">
            <a:extLst>
              <a:ext uri="{FF2B5EF4-FFF2-40B4-BE49-F238E27FC236}">
                <a16:creationId xmlns:a16="http://schemas.microsoft.com/office/drawing/2014/main" id="{179321C3-1CBD-ACF9-E54E-CA5C12997043}"/>
              </a:ext>
            </a:extLst>
          </p:cNvPr>
          <p:cNvSpPr>
            <a:spLocks noGrp="1"/>
          </p:cNvSpPr>
          <p:nvPr>
            <p:ph idx="1"/>
          </p:nvPr>
        </p:nvSpPr>
        <p:spPr>
          <a:xfrm>
            <a:off x="6503158" y="649480"/>
            <a:ext cx="4862447" cy="5546047"/>
          </a:xfrm>
        </p:spPr>
        <p:txBody>
          <a:bodyPr vert="horz" lIns="91440" tIns="45720" rIns="91440" bIns="45720" rtlCol="0" anchor="ctr">
            <a:normAutofit/>
          </a:bodyPr>
          <a:lstStyle/>
          <a:p>
            <a:pPr>
              <a:buNone/>
            </a:pPr>
            <a:r>
              <a:rPr lang="en-US" sz="2000" b="1">
                <a:highlight>
                  <a:srgbClr val="FFFFFF"/>
                </a:highlight>
                <a:latin typeface="Times New Roman"/>
                <a:cs typeface="Times New Roman"/>
              </a:rPr>
              <a:t>4.1 Hash Chain Construction</a:t>
            </a:r>
          </a:p>
          <a:p>
            <a:pPr>
              <a:buNone/>
            </a:pPr>
            <a:r>
              <a:rPr lang="en-US" sz="2000" b="1">
                <a:highlight>
                  <a:srgbClr val="FFFFFF"/>
                </a:highlight>
                <a:latin typeface="Times New Roman"/>
                <a:cs typeface="Times New Roman"/>
              </a:rPr>
              <a:t>4.2 Applications</a:t>
            </a:r>
          </a:p>
        </p:txBody>
      </p:sp>
    </p:spTree>
    <p:extLst>
      <p:ext uri="{BB962C8B-B14F-4D97-AF65-F5344CB8AC3E}">
        <p14:creationId xmlns:p14="http://schemas.microsoft.com/office/powerpoint/2010/main" val="416665841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1ECA8002-FFFC-72CA-6501-2B09024E918D}"/>
              </a:ext>
            </a:extLst>
          </p:cNvPr>
          <p:cNvSpPr>
            <a:spLocks noGrp="1"/>
          </p:cNvSpPr>
          <p:nvPr>
            <p:ph type="title"/>
          </p:nvPr>
        </p:nvSpPr>
        <p:spPr>
          <a:xfrm>
            <a:off x="1371599" y="294538"/>
            <a:ext cx="9895951" cy="1033669"/>
          </a:xfrm>
        </p:spPr>
        <p:txBody>
          <a:bodyPr>
            <a:normAutofit/>
          </a:bodyPr>
          <a:lstStyle/>
          <a:p>
            <a:r>
              <a:rPr lang="en-US" sz="4000" b="1">
                <a:solidFill>
                  <a:srgbClr val="FFFFFF"/>
                </a:solidFill>
                <a:latin typeface="Times New Roman"/>
                <a:cs typeface="Times New Roman"/>
              </a:rPr>
              <a:t>4. Hash Chains and Time-Stamping</a:t>
            </a:r>
            <a:endParaRPr lang="ru-RU" sz="4000" b="1">
              <a:solidFill>
                <a:srgbClr val="FFFFFF"/>
              </a:solidFill>
              <a:latin typeface="Times New Roman"/>
              <a:cs typeface="Times New Roman"/>
            </a:endParaRPr>
          </a:p>
        </p:txBody>
      </p:sp>
      <p:sp>
        <p:nvSpPr>
          <p:cNvPr id="3" name="Объект 2">
            <a:extLst>
              <a:ext uri="{FF2B5EF4-FFF2-40B4-BE49-F238E27FC236}">
                <a16:creationId xmlns:a16="http://schemas.microsoft.com/office/drawing/2014/main" id="{2E359E94-2C59-1E8B-7C29-740F66DF872B}"/>
              </a:ext>
            </a:extLst>
          </p:cNvPr>
          <p:cNvSpPr>
            <a:spLocks noGrp="1"/>
          </p:cNvSpPr>
          <p:nvPr>
            <p:ph idx="1"/>
          </p:nvPr>
        </p:nvSpPr>
        <p:spPr>
          <a:xfrm>
            <a:off x="1371599" y="2318197"/>
            <a:ext cx="9724031" cy="3683358"/>
          </a:xfrm>
        </p:spPr>
        <p:txBody>
          <a:bodyPr vert="horz" lIns="91440" tIns="45720" rIns="91440" bIns="45720" rtlCol="0" anchor="ctr">
            <a:normAutofit/>
          </a:bodyPr>
          <a:lstStyle/>
          <a:p>
            <a:pPr marL="0" indent="0">
              <a:buNone/>
            </a:pPr>
            <a:r>
              <a:rPr lang="ru-RU" sz="2000">
                <a:highlight>
                  <a:srgbClr val="FFFFFF"/>
                </a:highlight>
                <a:latin typeface="Times New Roman"/>
                <a:cs typeface="Times New Roman"/>
              </a:rPr>
              <a:t>Hash chains link data elements sequentially, enabling verification of order and preventing backdating.</a:t>
            </a:r>
            <a:endParaRPr lang="ru-RU"/>
          </a:p>
        </p:txBody>
      </p:sp>
    </p:spTree>
    <p:extLst>
      <p:ext uri="{BB962C8B-B14F-4D97-AF65-F5344CB8AC3E}">
        <p14:creationId xmlns:p14="http://schemas.microsoft.com/office/powerpoint/2010/main" val="210999109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F486CCD4-DC6A-3BBA-37AD-33D171F4BC13}"/>
              </a:ext>
            </a:extLst>
          </p:cNvPr>
          <p:cNvSpPr>
            <a:spLocks noGrp="1"/>
          </p:cNvSpPr>
          <p:nvPr>
            <p:ph type="title"/>
          </p:nvPr>
        </p:nvSpPr>
        <p:spPr>
          <a:xfrm>
            <a:off x="1371599" y="294538"/>
            <a:ext cx="9895951" cy="1033669"/>
          </a:xfrm>
        </p:spPr>
        <p:txBody>
          <a:bodyPr>
            <a:normAutofit/>
          </a:bodyPr>
          <a:lstStyle/>
          <a:p>
            <a:r>
              <a:rPr lang="ru-RU" sz="4000" b="1">
                <a:solidFill>
                  <a:srgbClr val="FFFFFF"/>
                </a:solidFill>
                <a:latin typeface="Times New Roman"/>
                <a:cs typeface="Times New Roman"/>
              </a:rPr>
              <a:t>4.1 Hash Chain Construction</a:t>
            </a:r>
          </a:p>
        </p:txBody>
      </p:sp>
      <p:sp>
        <p:nvSpPr>
          <p:cNvPr id="3" name="Объект 2">
            <a:extLst>
              <a:ext uri="{FF2B5EF4-FFF2-40B4-BE49-F238E27FC236}">
                <a16:creationId xmlns:a16="http://schemas.microsoft.com/office/drawing/2014/main" id="{B5B16B97-47B5-4D5A-3092-2A1715A6FAD1}"/>
              </a:ext>
            </a:extLst>
          </p:cNvPr>
          <p:cNvSpPr>
            <a:spLocks noGrp="1"/>
          </p:cNvSpPr>
          <p:nvPr>
            <p:ph idx="1"/>
          </p:nvPr>
        </p:nvSpPr>
        <p:spPr>
          <a:xfrm>
            <a:off x="1371599" y="2318197"/>
            <a:ext cx="9724031" cy="3683358"/>
          </a:xfrm>
        </p:spPr>
        <p:txBody>
          <a:bodyPr vert="horz" lIns="91440" tIns="45720" rIns="91440" bIns="45720" rtlCol="0" anchor="ctr">
            <a:normAutofit/>
          </a:bodyPr>
          <a:lstStyle/>
          <a:p>
            <a:pPr marL="0" indent="0">
              <a:buNone/>
            </a:pPr>
            <a:r>
              <a:rPr lang="en-US" sz="2000" b="1" dirty="0">
                <a:highlight>
                  <a:srgbClr val="FFFFFF"/>
                </a:highlight>
                <a:latin typeface="Times New Roman"/>
                <a:cs typeface="Times New Roman"/>
              </a:rPr>
              <a:t>Definition 4.1 (Hash Chain): </a:t>
            </a:r>
            <a:r>
              <a:rPr lang="en-US" sz="2000" dirty="0">
                <a:highlight>
                  <a:srgbClr val="FFFFFF"/>
                </a:highlight>
                <a:latin typeface="Times New Roman"/>
                <a:cs typeface="Times New Roman"/>
              </a:rPr>
              <a:t>A hash chain is a sequence of values where each value is the hash of the previous value: h₀ = seed, hᵢ = H(hᵢ₋₁) for </a:t>
            </a:r>
            <a:r>
              <a:rPr lang="en-US" sz="2000" dirty="0" err="1">
                <a:highlight>
                  <a:srgbClr val="FFFFFF"/>
                </a:highlight>
                <a:latin typeface="Times New Roman"/>
                <a:cs typeface="Times New Roman"/>
              </a:rPr>
              <a:t>i</a:t>
            </a:r>
            <a:r>
              <a:rPr lang="en-US" sz="2000" dirty="0">
                <a:highlight>
                  <a:srgbClr val="FFFFFF"/>
                </a:highlight>
                <a:latin typeface="Times New Roman"/>
                <a:cs typeface="Times New Roman"/>
              </a:rPr>
              <a:t> &gt; 0.</a:t>
            </a:r>
            <a:endParaRPr lang="ru-RU" sz="2000" dirty="0">
              <a:highlight>
                <a:srgbClr val="FFFFFF"/>
              </a:highlight>
              <a:latin typeface="Times New Roman"/>
              <a:cs typeface="Times New Roman"/>
            </a:endParaRPr>
          </a:p>
          <a:p>
            <a:pPr marL="0" indent="0">
              <a:buNone/>
            </a:pPr>
            <a:endParaRPr lang="en-US" sz="2000" dirty="0">
              <a:highlight>
                <a:srgbClr val="FFFFFF"/>
              </a:highlight>
              <a:latin typeface="Times New Roman"/>
              <a:cs typeface="Times New Roman"/>
            </a:endParaRPr>
          </a:p>
          <a:p>
            <a:pPr marL="0" indent="0">
              <a:buNone/>
            </a:pPr>
            <a:r>
              <a:rPr lang="ru-RU" sz="2000">
                <a:highlight>
                  <a:srgbClr val="FFFFFF"/>
                </a:highlight>
                <a:latin typeface="Courier New"/>
                <a:cs typeface="Courier New"/>
              </a:rPr>
              <a:t>h₀ → h₁ = H(h₀) → h₂ = H(h₁) → h₃ = H(h₂) → ...</a:t>
            </a:r>
          </a:p>
          <a:p>
            <a:pPr marL="0" indent="0">
              <a:buNone/>
            </a:pPr>
            <a:endParaRPr lang="en-US" sz="2000" dirty="0">
              <a:highlight>
                <a:srgbClr val="FFFFFF"/>
              </a:highlight>
              <a:latin typeface="Times New Roman"/>
              <a:cs typeface="Times New Roman"/>
            </a:endParaRPr>
          </a:p>
          <a:p>
            <a:pPr marL="0" indent="0">
              <a:buNone/>
            </a:pPr>
            <a:r>
              <a:rPr lang="en-US" sz="2000">
                <a:highlight>
                  <a:srgbClr val="FFFFFF"/>
                </a:highlight>
                <a:latin typeface="Times New Roman"/>
                <a:cs typeface="Times New Roman"/>
              </a:rPr>
              <a:t>Property: Given hₙ, cannot compute hₙ₋₁ (one-way). Can verify chain by recomputing forward.</a:t>
            </a:r>
            <a:endParaRPr lang="ru-RU" sz="2000">
              <a:highlight>
                <a:srgbClr val="FFFFFF"/>
              </a:highlight>
              <a:latin typeface="Times New Roman"/>
              <a:cs typeface="Times New Roman"/>
            </a:endParaRPr>
          </a:p>
          <a:p>
            <a:pPr marL="0" indent="0">
              <a:buNone/>
            </a:pPr>
            <a:endParaRPr lang="ru-RU" sz="2000"/>
          </a:p>
        </p:txBody>
      </p:sp>
    </p:spTree>
    <p:extLst>
      <p:ext uri="{BB962C8B-B14F-4D97-AF65-F5344CB8AC3E}">
        <p14:creationId xmlns:p14="http://schemas.microsoft.com/office/powerpoint/2010/main" val="299666015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179D8B39-A754-F2EA-8DE4-41F3EF8AFAD3}"/>
              </a:ext>
            </a:extLst>
          </p:cNvPr>
          <p:cNvSpPr>
            <a:spLocks noGrp="1"/>
          </p:cNvSpPr>
          <p:nvPr>
            <p:ph type="title"/>
          </p:nvPr>
        </p:nvSpPr>
        <p:spPr>
          <a:xfrm>
            <a:off x="1371599" y="294538"/>
            <a:ext cx="9895951" cy="1033669"/>
          </a:xfrm>
        </p:spPr>
        <p:txBody>
          <a:bodyPr>
            <a:normAutofit/>
          </a:bodyPr>
          <a:lstStyle/>
          <a:p>
            <a:r>
              <a:rPr lang="ru-RU" sz="4000" b="1">
                <a:solidFill>
                  <a:srgbClr val="FFFFFF"/>
                </a:solidFill>
                <a:latin typeface="Times New Roman"/>
                <a:cs typeface="Times New Roman"/>
              </a:rPr>
              <a:t>4.2 Applications</a:t>
            </a:r>
          </a:p>
        </p:txBody>
      </p:sp>
      <p:sp>
        <p:nvSpPr>
          <p:cNvPr id="3" name="Объект 2">
            <a:extLst>
              <a:ext uri="{FF2B5EF4-FFF2-40B4-BE49-F238E27FC236}">
                <a16:creationId xmlns:a16="http://schemas.microsoft.com/office/drawing/2014/main" id="{0852C527-A9EC-6C92-1AC9-4D88FF8ECD41}"/>
              </a:ext>
            </a:extLst>
          </p:cNvPr>
          <p:cNvSpPr>
            <a:spLocks noGrp="1"/>
          </p:cNvSpPr>
          <p:nvPr>
            <p:ph idx="1"/>
          </p:nvPr>
        </p:nvSpPr>
        <p:spPr>
          <a:xfrm>
            <a:off x="1371599" y="2318197"/>
            <a:ext cx="9724031" cy="3683358"/>
          </a:xfrm>
        </p:spPr>
        <p:txBody>
          <a:bodyPr vert="horz" lIns="91440" tIns="45720" rIns="91440" bIns="45720" rtlCol="0" anchor="ctr">
            <a:normAutofit/>
          </a:bodyPr>
          <a:lstStyle/>
          <a:p>
            <a:r>
              <a:rPr lang="en-US" sz="2000" b="1">
                <a:highlight>
                  <a:srgbClr val="FFFFFF"/>
                </a:highlight>
                <a:latin typeface="Times New Roman"/>
                <a:cs typeface="Times New Roman"/>
              </a:rPr>
              <a:t>One-Time Passwords (S/KEY): </a:t>
            </a:r>
            <a:r>
              <a:rPr lang="en-US" sz="2000">
                <a:highlight>
                  <a:srgbClr val="FFFFFF"/>
                </a:highlight>
                <a:latin typeface="Times New Roman"/>
                <a:cs typeface="Times New Roman"/>
              </a:rPr>
              <a:t>Generate chain of length n. Use hₙ as first password, hₙ₋₁ as second, etc. Server stores current position. Compromise of transmitted password doesn't reveal future passwords.</a:t>
            </a:r>
            <a:endParaRPr lang="ru-RU" sz="2000">
              <a:highlight>
                <a:srgbClr val="FFFFFF"/>
              </a:highlight>
              <a:latin typeface="Times New Roman"/>
              <a:cs typeface="Times New Roman"/>
            </a:endParaRPr>
          </a:p>
          <a:p>
            <a:r>
              <a:rPr lang="en-US" sz="2000" b="1">
                <a:highlight>
                  <a:srgbClr val="FFFFFF"/>
                </a:highlight>
                <a:latin typeface="Times New Roman"/>
                <a:cs typeface="Times New Roman"/>
              </a:rPr>
              <a:t>Time-Stamping Services: </a:t>
            </a:r>
            <a:r>
              <a:rPr lang="en-US" sz="2000">
                <a:highlight>
                  <a:srgbClr val="FFFFFF"/>
                </a:highlight>
                <a:latin typeface="Times New Roman"/>
                <a:cs typeface="Times New Roman"/>
              </a:rPr>
              <a:t>Link document hashes in chronological order. Each entry includes previous hash plus timestamp, creating provable ordering.</a:t>
            </a:r>
            <a:endParaRPr lang="ru-RU" sz="2000">
              <a:highlight>
                <a:srgbClr val="FFFFFF"/>
              </a:highlight>
              <a:latin typeface="Times New Roman"/>
              <a:cs typeface="Times New Roman"/>
            </a:endParaRPr>
          </a:p>
        </p:txBody>
      </p:sp>
    </p:spTree>
    <p:extLst>
      <p:ext uri="{BB962C8B-B14F-4D97-AF65-F5344CB8AC3E}">
        <p14:creationId xmlns:p14="http://schemas.microsoft.com/office/powerpoint/2010/main" val="243285308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5BBAA0B1-66F1-EC46-AE4D-8CE8023FC9CD}"/>
              </a:ext>
            </a:extLst>
          </p:cNvPr>
          <p:cNvSpPr>
            <a:spLocks noGrp="1"/>
          </p:cNvSpPr>
          <p:nvPr>
            <p:ph type="title"/>
          </p:nvPr>
        </p:nvSpPr>
        <p:spPr>
          <a:xfrm>
            <a:off x="1371599" y="294538"/>
            <a:ext cx="9895951" cy="1033669"/>
          </a:xfrm>
        </p:spPr>
        <p:txBody>
          <a:bodyPr>
            <a:normAutofit/>
          </a:bodyPr>
          <a:lstStyle/>
          <a:p>
            <a:r>
              <a:rPr lang="en-US" sz="4000" b="1">
                <a:solidFill>
                  <a:srgbClr val="FFFFFF"/>
                </a:solidFill>
                <a:latin typeface="Times New Roman"/>
                <a:cs typeface="Times New Roman"/>
              </a:rPr>
              <a:t>Example 4.1: Document Time-Stamping</a:t>
            </a:r>
            <a:endParaRPr lang="ru-RU" sz="4000" b="1">
              <a:solidFill>
                <a:srgbClr val="FFFFFF"/>
              </a:solidFill>
              <a:latin typeface="Times New Roman"/>
              <a:cs typeface="Times New Roman"/>
            </a:endParaRPr>
          </a:p>
        </p:txBody>
      </p:sp>
      <p:sp>
        <p:nvSpPr>
          <p:cNvPr id="3" name="Объект 2">
            <a:extLst>
              <a:ext uri="{FF2B5EF4-FFF2-40B4-BE49-F238E27FC236}">
                <a16:creationId xmlns:a16="http://schemas.microsoft.com/office/drawing/2014/main" id="{DFBE0A2D-39D6-F11A-4954-F02B749D7A03}"/>
              </a:ext>
            </a:extLst>
          </p:cNvPr>
          <p:cNvSpPr>
            <a:spLocks noGrp="1"/>
          </p:cNvSpPr>
          <p:nvPr>
            <p:ph idx="1"/>
          </p:nvPr>
        </p:nvSpPr>
        <p:spPr>
          <a:xfrm>
            <a:off x="1371599" y="2318197"/>
            <a:ext cx="9724031" cy="3683358"/>
          </a:xfrm>
        </p:spPr>
        <p:txBody>
          <a:bodyPr vert="horz" lIns="91440" tIns="45720" rIns="91440" bIns="45720" rtlCol="0" anchor="ctr">
            <a:normAutofit/>
          </a:bodyPr>
          <a:lstStyle/>
          <a:p>
            <a:pPr marL="0" indent="0">
              <a:buNone/>
            </a:pPr>
            <a:r>
              <a:rPr lang="en-US" sz="2000" dirty="0">
                <a:highlight>
                  <a:srgbClr val="FFFFFF"/>
                </a:highlight>
                <a:latin typeface="Courier New"/>
                <a:cs typeface="Courier New"/>
              </a:rPr>
              <a:t>2024-01-01: Doc A, h₁ = H(</a:t>
            </a:r>
            <a:r>
              <a:rPr lang="en-US" sz="2000" dirty="0" err="1">
                <a:highlight>
                  <a:srgbClr val="FFFFFF"/>
                </a:highlight>
                <a:latin typeface="Courier New"/>
                <a:cs typeface="Courier New"/>
              </a:rPr>
              <a:t>doc_A</a:t>
            </a:r>
            <a:r>
              <a:rPr lang="en-US" sz="2000" dirty="0">
                <a:highlight>
                  <a:srgbClr val="FFFFFF"/>
                </a:highlight>
                <a:latin typeface="Courier New"/>
                <a:cs typeface="Courier New"/>
              </a:rPr>
              <a:t> || timestamp)</a:t>
            </a:r>
            <a:endParaRPr lang="ru-RU" sz="2000" dirty="0">
              <a:highlight>
                <a:srgbClr val="FFFFFF"/>
              </a:highlight>
              <a:latin typeface="Courier New"/>
              <a:cs typeface="Courier New"/>
            </a:endParaRPr>
          </a:p>
          <a:p>
            <a:pPr marL="0" indent="0">
              <a:buNone/>
            </a:pPr>
            <a:r>
              <a:rPr lang="en-US" sz="2000" dirty="0">
                <a:highlight>
                  <a:srgbClr val="FFFFFF"/>
                </a:highlight>
                <a:latin typeface="Courier New"/>
                <a:cs typeface="Courier New"/>
              </a:rPr>
              <a:t>2024-01-02: Doc B, h₂ = H(</a:t>
            </a:r>
            <a:r>
              <a:rPr lang="en-US" sz="2000" dirty="0" err="1">
                <a:highlight>
                  <a:srgbClr val="FFFFFF"/>
                </a:highlight>
                <a:latin typeface="Courier New"/>
                <a:cs typeface="Courier New"/>
              </a:rPr>
              <a:t>doc_B</a:t>
            </a:r>
            <a:r>
              <a:rPr lang="en-US" sz="2000" dirty="0">
                <a:highlight>
                  <a:srgbClr val="FFFFFF"/>
                </a:highlight>
                <a:latin typeface="Courier New"/>
                <a:cs typeface="Courier New"/>
              </a:rPr>
              <a:t> || timestamp || h₁)</a:t>
            </a:r>
            <a:endParaRPr lang="ru-RU" sz="2000" dirty="0">
              <a:highlight>
                <a:srgbClr val="FFFFFF"/>
              </a:highlight>
              <a:latin typeface="Courier New"/>
              <a:cs typeface="Courier New"/>
            </a:endParaRPr>
          </a:p>
          <a:p>
            <a:pPr marL="0" indent="0">
              <a:buNone/>
            </a:pPr>
            <a:r>
              <a:rPr lang="en-US" sz="2000" dirty="0">
                <a:highlight>
                  <a:srgbClr val="FFFFFF"/>
                </a:highlight>
                <a:latin typeface="Courier New"/>
                <a:cs typeface="Courier New"/>
              </a:rPr>
              <a:t>2024-01-03: Doc C, h₃ = H(</a:t>
            </a:r>
            <a:r>
              <a:rPr lang="en-US" sz="2000" dirty="0" err="1">
                <a:highlight>
                  <a:srgbClr val="FFFFFF"/>
                </a:highlight>
                <a:latin typeface="Courier New"/>
                <a:cs typeface="Courier New"/>
              </a:rPr>
              <a:t>doc_C</a:t>
            </a:r>
            <a:r>
              <a:rPr lang="en-US" sz="2000" dirty="0">
                <a:highlight>
                  <a:srgbClr val="FFFFFF"/>
                </a:highlight>
                <a:latin typeface="Courier New"/>
                <a:cs typeface="Courier New"/>
              </a:rPr>
              <a:t> || timestamp || h₂)</a:t>
            </a:r>
            <a:endParaRPr lang="ru-RU" sz="2000" dirty="0">
              <a:highlight>
                <a:srgbClr val="FFFFFF"/>
              </a:highlight>
              <a:latin typeface="Courier New"/>
              <a:cs typeface="Courier New"/>
            </a:endParaRPr>
          </a:p>
          <a:p>
            <a:pPr marL="0" indent="0">
              <a:buNone/>
            </a:pPr>
            <a:endParaRPr lang="en-US" sz="2000" dirty="0">
              <a:highlight>
                <a:srgbClr val="FFFFFF"/>
              </a:highlight>
              <a:latin typeface="Times New Roman"/>
              <a:cs typeface="Times New Roman"/>
            </a:endParaRPr>
          </a:p>
          <a:p>
            <a:pPr marL="0" indent="0">
              <a:buNone/>
            </a:pPr>
            <a:r>
              <a:rPr lang="en-US" sz="2000">
                <a:highlight>
                  <a:srgbClr val="FFFFFF"/>
                </a:highlight>
                <a:latin typeface="Times New Roman"/>
                <a:cs typeface="Times New Roman"/>
              </a:rPr>
              <a:t>Cannot backdate Doc C because h₂ depends on h₁. Any modification breaks chain.</a:t>
            </a:r>
            <a:endParaRPr lang="ru-RU" sz="2000">
              <a:highlight>
                <a:srgbClr val="FFFFFF"/>
              </a:highlight>
              <a:latin typeface="Times New Roman"/>
              <a:cs typeface="Times New Roman"/>
            </a:endParaRPr>
          </a:p>
          <a:p>
            <a:pPr marL="0" indent="0">
              <a:buNone/>
            </a:pPr>
            <a:r>
              <a:rPr lang="en-US" sz="2000" b="1" dirty="0">
                <a:highlight>
                  <a:srgbClr val="FFFFFF"/>
                </a:highlight>
                <a:latin typeface="Times New Roman"/>
                <a:cs typeface="Times New Roman"/>
              </a:rPr>
              <a:t>Blockchain: </a:t>
            </a:r>
            <a:r>
              <a:rPr lang="en-US" sz="2000" dirty="0">
                <a:highlight>
                  <a:srgbClr val="FFFFFF"/>
                </a:highlight>
                <a:latin typeface="Times New Roman"/>
                <a:cs typeface="Times New Roman"/>
              </a:rPr>
              <a:t>Bitcoin blockchain is essentially a hash chain where each block header includes hash of previous block. This creates immutable, ordered history.</a:t>
            </a:r>
            <a:endParaRPr lang="ru-RU" sz="2000" dirty="0">
              <a:highlight>
                <a:srgbClr val="FFFFFF"/>
              </a:highlight>
              <a:latin typeface="Times New Roman"/>
              <a:cs typeface="Times New Roman"/>
            </a:endParaRPr>
          </a:p>
          <a:p>
            <a:pPr marL="0" indent="0">
              <a:buNone/>
            </a:pPr>
            <a:endParaRPr lang="ru-RU" sz="2000"/>
          </a:p>
        </p:txBody>
      </p:sp>
    </p:spTree>
    <p:extLst>
      <p:ext uri="{BB962C8B-B14F-4D97-AF65-F5344CB8AC3E}">
        <p14:creationId xmlns:p14="http://schemas.microsoft.com/office/powerpoint/2010/main" val="107684378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26354D7-0809-83CC-A35A-02C97C8AE63B}"/>
            </a:ext>
          </a:extLst>
        </p:cNvPr>
        <p:cNvGrpSpPr/>
        <p:nvPr/>
      </p:nvGrpSpPr>
      <p:grpSpPr>
        <a:xfrm>
          <a:off x="0" y="0"/>
          <a:ext cx="0" cy="0"/>
          <a:chOff x="0" y="0"/>
          <a:chExt cx="0" cy="0"/>
        </a:xfrm>
      </p:grpSpPr>
      <p:sp useBgFill="1">
        <p:nvSpPr>
          <p:cNvPr id="22" name="Rectangle 7">
            <a:extLst>
              <a:ext uri="{FF2B5EF4-FFF2-40B4-BE49-F238E27FC236}">
                <a16:creationId xmlns:a16="http://schemas.microsoft.com/office/drawing/2014/main" id="{1B600715-BD52-4C7E-3BBF-43C8C1F3D7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9">
            <a:extLst>
              <a:ext uri="{FF2B5EF4-FFF2-40B4-BE49-F238E27FC236}">
                <a16:creationId xmlns:a16="http://schemas.microsoft.com/office/drawing/2014/main" id="{8FA1EEC9-F995-1BA0-A1D4-FDFF6643A5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11">
            <a:extLst>
              <a:ext uri="{FF2B5EF4-FFF2-40B4-BE49-F238E27FC236}">
                <a16:creationId xmlns:a16="http://schemas.microsoft.com/office/drawing/2014/main" id="{565BA41D-B818-4549-3AE0-64979288B9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13">
            <a:extLst>
              <a:ext uri="{FF2B5EF4-FFF2-40B4-BE49-F238E27FC236}">
                <a16:creationId xmlns:a16="http://schemas.microsoft.com/office/drawing/2014/main" id="{4BE3BED7-CBB7-269B-18A7-47FEE03735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Rectangle 15">
            <a:extLst>
              <a:ext uri="{FF2B5EF4-FFF2-40B4-BE49-F238E27FC236}">
                <a16:creationId xmlns:a16="http://schemas.microsoft.com/office/drawing/2014/main" id="{837D7EF1-0947-5E0B-B503-D27E5E8617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17">
            <a:extLst>
              <a:ext uri="{FF2B5EF4-FFF2-40B4-BE49-F238E27FC236}">
                <a16:creationId xmlns:a16="http://schemas.microsoft.com/office/drawing/2014/main" id="{7AC49F1E-E44A-9C9A-DC08-46AB741EB6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Заголовок 1">
            <a:extLst>
              <a:ext uri="{FF2B5EF4-FFF2-40B4-BE49-F238E27FC236}">
                <a16:creationId xmlns:a16="http://schemas.microsoft.com/office/drawing/2014/main" id="{083025E2-F86A-1685-BE0F-F1618DB71F38}"/>
              </a:ext>
            </a:extLst>
          </p:cNvPr>
          <p:cNvSpPr>
            <a:spLocks noGrp="1"/>
          </p:cNvSpPr>
          <p:nvPr>
            <p:ph type="title"/>
          </p:nvPr>
        </p:nvSpPr>
        <p:spPr>
          <a:xfrm>
            <a:off x="826396" y="586855"/>
            <a:ext cx="4230100" cy="3387497"/>
          </a:xfrm>
        </p:spPr>
        <p:txBody>
          <a:bodyPr anchor="b">
            <a:normAutofit/>
          </a:bodyPr>
          <a:lstStyle/>
          <a:p>
            <a:pPr algn="r"/>
            <a:r>
              <a:rPr lang="en-US" sz="4000" b="1">
                <a:solidFill>
                  <a:schemeClr val="bg1"/>
                </a:solidFill>
                <a:latin typeface="Times New Roman"/>
                <a:cs typeface="Times New Roman"/>
              </a:rPr>
              <a:t>5. Commitment Schemes</a:t>
            </a:r>
          </a:p>
        </p:txBody>
      </p:sp>
      <p:sp>
        <p:nvSpPr>
          <p:cNvPr id="3" name="Объект 2">
            <a:extLst>
              <a:ext uri="{FF2B5EF4-FFF2-40B4-BE49-F238E27FC236}">
                <a16:creationId xmlns:a16="http://schemas.microsoft.com/office/drawing/2014/main" id="{23352157-985D-79BB-3517-36F9FFD3954C}"/>
              </a:ext>
            </a:extLst>
          </p:cNvPr>
          <p:cNvSpPr>
            <a:spLocks noGrp="1"/>
          </p:cNvSpPr>
          <p:nvPr>
            <p:ph idx="1"/>
          </p:nvPr>
        </p:nvSpPr>
        <p:spPr>
          <a:xfrm>
            <a:off x="6503158" y="649480"/>
            <a:ext cx="4862447" cy="5546047"/>
          </a:xfrm>
        </p:spPr>
        <p:txBody>
          <a:bodyPr vert="horz" lIns="91440" tIns="45720" rIns="91440" bIns="45720" rtlCol="0" anchor="ctr">
            <a:normAutofit/>
          </a:bodyPr>
          <a:lstStyle/>
          <a:p>
            <a:pPr>
              <a:buNone/>
            </a:pPr>
            <a:r>
              <a:rPr lang="en-US" sz="2000" b="1">
                <a:highlight>
                  <a:srgbClr val="FFFFFF"/>
                </a:highlight>
                <a:latin typeface="Times New Roman"/>
                <a:cs typeface="Times New Roman"/>
              </a:rPr>
              <a:t>4.1 Hash Chain Construction</a:t>
            </a:r>
          </a:p>
          <a:p>
            <a:pPr>
              <a:buNone/>
            </a:pPr>
            <a:r>
              <a:rPr lang="en-US" sz="2000" b="1">
                <a:highlight>
                  <a:srgbClr val="FFFFFF"/>
                </a:highlight>
                <a:latin typeface="Times New Roman"/>
                <a:cs typeface="Times New Roman"/>
              </a:rPr>
              <a:t>4.2 Applications</a:t>
            </a:r>
          </a:p>
        </p:txBody>
      </p:sp>
    </p:spTree>
    <p:extLst>
      <p:ext uri="{BB962C8B-B14F-4D97-AF65-F5344CB8AC3E}">
        <p14:creationId xmlns:p14="http://schemas.microsoft.com/office/powerpoint/2010/main" val="386789164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9C119972-6908-DA32-EAEB-FB21E191F938}"/>
              </a:ext>
            </a:extLst>
          </p:cNvPr>
          <p:cNvSpPr>
            <a:spLocks noGrp="1"/>
          </p:cNvSpPr>
          <p:nvPr>
            <p:ph type="title"/>
          </p:nvPr>
        </p:nvSpPr>
        <p:spPr>
          <a:xfrm>
            <a:off x="1371599" y="294538"/>
            <a:ext cx="9895951" cy="1033669"/>
          </a:xfrm>
        </p:spPr>
        <p:txBody>
          <a:bodyPr>
            <a:normAutofit/>
          </a:bodyPr>
          <a:lstStyle/>
          <a:p>
            <a:r>
              <a:rPr lang="ru-RU" sz="4000" b="1">
                <a:solidFill>
                  <a:srgbClr val="FFFFFF"/>
                </a:solidFill>
                <a:latin typeface="Times New Roman"/>
                <a:cs typeface="Times New Roman"/>
              </a:rPr>
              <a:t>5. Commitment Schemes</a:t>
            </a:r>
          </a:p>
        </p:txBody>
      </p:sp>
      <p:sp>
        <p:nvSpPr>
          <p:cNvPr id="3" name="Объект 2">
            <a:extLst>
              <a:ext uri="{FF2B5EF4-FFF2-40B4-BE49-F238E27FC236}">
                <a16:creationId xmlns:a16="http://schemas.microsoft.com/office/drawing/2014/main" id="{371A0B73-0C42-D76F-1690-5C49F58A0BAA}"/>
              </a:ext>
            </a:extLst>
          </p:cNvPr>
          <p:cNvSpPr>
            <a:spLocks noGrp="1"/>
          </p:cNvSpPr>
          <p:nvPr>
            <p:ph idx="1"/>
          </p:nvPr>
        </p:nvSpPr>
        <p:spPr>
          <a:xfrm>
            <a:off x="1371599" y="2318197"/>
            <a:ext cx="9724031" cy="3683358"/>
          </a:xfrm>
        </p:spPr>
        <p:txBody>
          <a:bodyPr vert="horz" lIns="91440" tIns="45720" rIns="91440" bIns="45720" rtlCol="0" anchor="ctr">
            <a:normAutofit/>
          </a:bodyPr>
          <a:lstStyle/>
          <a:p>
            <a:pPr marL="0" indent="0">
              <a:buNone/>
            </a:pPr>
            <a:r>
              <a:rPr lang="en-US" sz="2000">
                <a:highlight>
                  <a:srgbClr val="FFFFFF"/>
                </a:highlight>
                <a:latin typeface="Times New Roman"/>
                <a:cs typeface="Times New Roman"/>
              </a:rPr>
              <a:t>Commitment schemes enable committing to a value without revealing it, with later verifiable revelation.</a:t>
            </a:r>
            <a:endParaRPr lang="ru-RU" sz="2000">
              <a:highlight>
                <a:srgbClr val="FFFFFF"/>
              </a:highlight>
              <a:latin typeface="Times New Roman"/>
              <a:cs typeface="Times New Roman"/>
            </a:endParaRPr>
          </a:p>
        </p:txBody>
      </p:sp>
    </p:spTree>
    <p:extLst>
      <p:ext uri="{BB962C8B-B14F-4D97-AF65-F5344CB8AC3E}">
        <p14:creationId xmlns:p14="http://schemas.microsoft.com/office/powerpoint/2010/main" val="133133464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E38D6296-EB7A-2F71-C595-55D1CFBABE1F}"/>
              </a:ext>
            </a:extLst>
          </p:cNvPr>
          <p:cNvSpPr>
            <a:spLocks noGrp="1"/>
          </p:cNvSpPr>
          <p:nvPr>
            <p:ph type="title"/>
          </p:nvPr>
        </p:nvSpPr>
        <p:spPr>
          <a:xfrm>
            <a:off x="1371599" y="294538"/>
            <a:ext cx="9895951" cy="1033669"/>
          </a:xfrm>
        </p:spPr>
        <p:txBody>
          <a:bodyPr>
            <a:normAutofit/>
          </a:bodyPr>
          <a:lstStyle/>
          <a:p>
            <a:r>
              <a:rPr lang="ru-RU" sz="4000" b="1">
                <a:solidFill>
                  <a:srgbClr val="FFFFFF"/>
                </a:solidFill>
                <a:latin typeface="Times New Roman"/>
                <a:cs typeface="Times New Roman"/>
              </a:rPr>
              <a:t>5.1 Definition and Properties</a:t>
            </a:r>
          </a:p>
        </p:txBody>
      </p:sp>
      <p:sp>
        <p:nvSpPr>
          <p:cNvPr id="3" name="Объект 2">
            <a:extLst>
              <a:ext uri="{FF2B5EF4-FFF2-40B4-BE49-F238E27FC236}">
                <a16:creationId xmlns:a16="http://schemas.microsoft.com/office/drawing/2014/main" id="{AE3AAA32-8972-8FDF-5F3B-DEDB00D39666}"/>
              </a:ext>
            </a:extLst>
          </p:cNvPr>
          <p:cNvSpPr>
            <a:spLocks noGrp="1"/>
          </p:cNvSpPr>
          <p:nvPr>
            <p:ph idx="1"/>
          </p:nvPr>
        </p:nvSpPr>
        <p:spPr>
          <a:xfrm>
            <a:off x="1371599" y="2318197"/>
            <a:ext cx="9724031" cy="3683358"/>
          </a:xfrm>
        </p:spPr>
        <p:txBody>
          <a:bodyPr vert="horz" lIns="91440" tIns="45720" rIns="91440" bIns="45720" rtlCol="0" anchor="ctr">
            <a:normAutofit/>
          </a:bodyPr>
          <a:lstStyle/>
          <a:p>
            <a:pPr marL="0" indent="0">
              <a:buNone/>
            </a:pPr>
            <a:r>
              <a:rPr lang="en-US" sz="2000" b="1">
                <a:highlight>
                  <a:srgbClr val="FFFFFF"/>
                </a:highlight>
                <a:latin typeface="Times New Roman"/>
                <a:cs typeface="Times New Roman"/>
              </a:rPr>
              <a:t>Definition 5.1 (Commitment Scheme): </a:t>
            </a:r>
            <a:r>
              <a:rPr lang="en-US" sz="2000">
                <a:highlight>
                  <a:srgbClr val="FFFFFF"/>
                </a:highlight>
                <a:latin typeface="Times New Roman"/>
                <a:cs typeface="Times New Roman"/>
              </a:rPr>
              <a:t>A commitment scheme has two phases: (1) Commit: Generate commitment c = Commit(value, r) using value and random nonce r. Publish c. (2) Open: Reveal (value, r). Anyone can verify c = Commit(value, r).</a:t>
            </a:r>
            <a:endParaRPr lang="ru-RU" sz="2000">
              <a:highlight>
                <a:srgbClr val="FFFFFF"/>
              </a:highlight>
              <a:latin typeface="Times New Roman"/>
              <a:cs typeface="Times New Roman"/>
            </a:endParaRPr>
          </a:p>
          <a:p>
            <a:pPr marL="0" indent="0">
              <a:buNone/>
            </a:pPr>
            <a:r>
              <a:rPr lang="ru-RU" sz="2000" b="1">
                <a:highlight>
                  <a:srgbClr val="FFFFFF"/>
                </a:highlight>
                <a:latin typeface="Times New Roman"/>
                <a:cs typeface="Times New Roman"/>
              </a:rPr>
              <a:t>Required Properties:</a:t>
            </a:r>
            <a:endParaRPr lang="ru-RU" sz="2000">
              <a:highlight>
                <a:srgbClr val="FFFFFF"/>
              </a:highlight>
              <a:latin typeface="Times New Roman"/>
              <a:cs typeface="Times New Roman"/>
            </a:endParaRPr>
          </a:p>
          <a:p>
            <a:r>
              <a:rPr lang="en-US" sz="2000" b="1">
                <a:highlight>
                  <a:srgbClr val="FFFFFF"/>
                </a:highlight>
                <a:latin typeface="Times New Roman"/>
                <a:cs typeface="Times New Roman"/>
              </a:rPr>
              <a:t>Binding: </a:t>
            </a:r>
            <a:r>
              <a:rPr lang="en-US" sz="2000">
                <a:highlight>
                  <a:srgbClr val="FFFFFF"/>
                </a:highlight>
                <a:latin typeface="Times New Roman"/>
                <a:cs typeface="Times New Roman"/>
              </a:rPr>
              <a:t>After commitment, cannot find different (value', r') with same commitment. Formally: computationally infeasible to find value ≠ value' with Commit(value, r) = Commit(value', r').</a:t>
            </a:r>
            <a:endParaRPr lang="ru-RU" sz="2000">
              <a:highlight>
                <a:srgbClr val="FFFFFF"/>
              </a:highlight>
              <a:latin typeface="Times New Roman"/>
              <a:cs typeface="Times New Roman"/>
            </a:endParaRPr>
          </a:p>
          <a:p>
            <a:r>
              <a:rPr lang="ru-RU" sz="2000" b="1">
                <a:highlight>
                  <a:srgbClr val="FFFFFF"/>
                </a:highlight>
                <a:latin typeface="Times New Roman"/>
                <a:cs typeface="Times New Roman"/>
              </a:rPr>
              <a:t>Hiding: </a:t>
            </a:r>
            <a:r>
              <a:rPr lang="ru-RU" sz="2000">
                <a:highlight>
                  <a:srgbClr val="FFFFFF"/>
                </a:highlight>
                <a:latin typeface="Times New Roman"/>
                <a:cs typeface="Times New Roman"/>
              </a:rPr>
              <a:t>Commitment reveals no information about value. Formally: c is computationally indistinguishable from random.</a:t>
            </a:r>
          </a:p>
          <a:p>
            <a:endParaRPr lang="ru-RU" sz="2000">
              <a:latin typeface="Times New Roman"/>
              <a:cs typeface="Times New Roman"/>
            </a:endParaRPr>
          </a:p>
        </p:txBody>
      </p:sp>
    </p:spTree>
    <p:extLst>
      <p:ext uri="{BB962C8B-B14F-4D97-AF65-F5344CB8AC3E}">
        <p14:creationId xmlns:p14="http://schemas.microsoft.com/office/powerpoint/2010/main" val="11500280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393A2F68-48EA-EEDC-55BA-9FD41B404383}"/>
              </a:ext>
            </a:extLst>
          </p:cNvPr>
          <p:cNvSpPr>
            <a:spLocks noGrp="1"/>
          </p:cNvSpPr>
          <p:nvPr>
            <p:ph type="title"/>
          </p:nvPr>
        </p:nvSpPr>
        <p:spPr>
          <a:xfrm>
            <a:off x="1371599" y="294538"/>
            <a:ext cx="9895951" cy="1033669"/>
          </a:xfrm>
        </p:spPr>
        <p:txBody>
          <a:bodyPr>
            <a:normAutofit/>
          </a:bodyPr>
          <a:lstStyle/>
          <a:p>
            <a:r>
              <a:rPr lang="ru-RU" sz="4000" b="1">
                <a:solidFill>
                  <a:srgbClr val="FFFFFF"/>
                </a:solidFill>
                <a:latin typeface="Arial"/>
                <a:cs typeface="Arial"/>
              </a:rPr>
              <a:t>5.2 Hash-Based Commitment</a:t>
            </a:r>
          </a:p>
        </p:txBody>
      </p:sp>
      <p:sp>
        <p:nvSpPr>
          <p:cNvPr id="3" name="Объект 2">
            <a:extLst>
              <a:ext uri="{FF2B5EF4-FFF2-40B4-BE49-F238E27FC236}">
                <a16:creationId xmlns:a16="http://schemas.microsoft.com/office/drawing/2014/main" id="{F091E931-E707-6209-9540-4927DB9CACD5}"/>
              </a:ext>
            </a:extLst>
          </p:cNvPr>
          <p:cNvSpPr>
            <a:spLocks noGrp="1"/>
          </p:cNvSpPr>
          <p:nvPr>
            <p:ph idx="1"/>
          </p:nvPr>
        </p:nvSpPr>
        <p:spPr>
          <a:xfrm>
            <a:off x="1371599" y="2318197"/>
            <a:ext cx="9724031" cy="3683358"/>
          </a:xfrm>
        </p:spPr>
        <p:txBody>
          <a:bodyPr vert="horz" lIns="91440" tIns="45720" rIns="91440" bIns="45720" rtlCol="0" anchor="ctr">
            <a:normAutofit/>
          </a:bodyPr>
          <a:lstStyle/>
          <a:p>
            <a:pPr marL="0" indent="0">
              <a:buNone/>
            </a:pPr>
            <a:r>
              <a:rPr lang="en-US" sz="2000">
                <a:highlight>
                  <a:srgbClr val="FFFFFF"/>
                </a:highlight>
                <a:latin typeface="Courier New"/>
                <a:cs typeface="Courier New"/>
              </a:rPr>
              <a:t>Commit(value, r) = H(value || r)</a:t>
            </a:r>
            <a:endParaRPr lang="ru-RU" sz="2000">
              <a:highlight>
                <a:srgbClr val="FFFFFF"/>
              </a:highlight>
              <a:latin typeface="Courier New"/>
              <a:cs typeface="Courier New"/>
            </a:endParaRPr>
          </a:p>
          <a:p>
            <a:pPr marL="0" indent="0">
              <a:buNone/>
            </a:pPr>
            <a:r>
              <a:rPr lang="en-US" sz="2000">
                <a:highlight>
                  <a:srgbClr val="FFFFFF"/>
                </a:highlight>
                <a:latin typeface="Courier New"/>
                <a:cs typeface="Courier New"/>
              </a:rPr>
              <a:t>Open: Reveal (value, r), verify H(value || r) = c</a:t>
            </a:r>
            <a:endParaRPr lang="ru-RU" sz="2000">
              <a:highlight>
                <a:srgbClr val="FFFFFF"/>
              </a:highlight>
              <a:latin typeface="Courier New"/>
              <a:cs typeface="Courier New"/>
            </a:endParaRPr>
          </a:p>
          <a:p>
            <a:pPr marL="0" indent="0">
              <a:buNone/>
            </a:pPr>
            <a:endParaRPr lang="ru-RU" sz="2000" dirty="0">
              <a:highlight>
                <a:srgbClr val="FFFFFF"/>
              </a:highlight>
              <a:latin typeface="Arial"/>
              <a:cs typeface="Arial"/>
            </a:endParaRPr>
          </a:p>
          <a:p>
            <a:pPr marL="0" indent="0">
              <a:buNone/>
            </a:pPr>
            <a:r>
              <a:rPr lang="ru-RU" sz="2000">
                <a:highlight>
                  <a:srgbClr val="FFFFFF"/>
                </a:highlight>
                <a:latin typeface="Times New Roman"/>
                <a:cs typeface="Times New Roman"/>
              </a:rPr>
              <a:t>Collision resistance ensures binding. Preimage resistance ensures hiding (assuming r has sufficient entropy).</a:t>
            </a:r>
            <a:endParaRPr lang="ru-RU">
              <a:latin typeface="Times New Roman"/>
              <a:cs typeface="Times New Roman"/>
            </a:endParaRPr>
          </a:p>
          <a:p>
            <a:pPr marL="0" indent="0">
              <a:buNone/>
            </a:pPr>
            <a:endParaRPr lang="ru-RU" sz="2000"/>
          </a:p>
        </p:txBody>
      </p:sp>
    </p:spTree>
    <p:extLst>
      <p:ext uri="{BB962C8B-B14F-4D97-AF65-F5344CB8AC3E}">
        <p14:creationId xmlns:p14="http://schemas.microsoft.com/office/powerpoint/2010/main" val="250406270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B86B2634-33FC-723F-C5BC-FFEA59D28328}"/>
              </a:ext>
            </a:extLst>
          </p:cNvPr>
          <p:cNvSpPr>
            <a:spLocks noGrp="1"/>
          </p:cNvSpPr>
          <p:nvPr>
            <p:ph type="title"/>
          </p:nvPr>
        </p:nvSpPr>
        <p:spPr>
          <a:xfrm>
            <a:off x="1371599" y="294538"/>
            <a:ext cx="9895951" cy="1033669"/>
          </a:xfrm>
        </p:spPr>
        <p:txBody>
          <a:bodyPr>
            <a:normAutofit/>
          </a:bodyPr>
          <a:lstStyle/>
          <a:p>
            <a:r>
              <a:rPr lang="ru-RU" sz="4000" b="1">
                <a:solidFill>
                  <a:schemeClr val="bg1"/>
                </a:solidFill>
                <a:latin typeface="Times New Roman"/>
                <a:cs typeface="Times New Roman"/>
              </a:rPr>
              <a:t>Example 5.1: Coin Flip Protocol</a:t>
            </a:r>
          </a:p>
        </p:txBody>
      </p:sp>
      <p:sp>
        <p:nvSpPr>
          <p:cNvPr id="3" name="Объект 2">
            <a:extLst>
              <a:ext uri="{FF2B5EF4-FFF2-40B4-BE49-F238E27FC236}">
                <a16:creationId xmlns:a16="http://schemas.microsoft.com/office/drawing/2014/main" id="{4024AB03-B369-EEE7-33EF-918FAB1194D8}"/>
              </a:ext>
            </a:extLst>
          </p:cNvPr>
          <p:cNvSpPr>
            <a:spLocks noGrp="1"/>
          </p:cNvSpPr>
          <p:nvPr>
            <p:ph idx="1"/>
          </p:nvPr>
        </p:nvSpPr>
        <p:spPr>
          <a:xfrm>
            <a:off x="1371599" y="2318197"/>
            <a:ext cx="9724031" cy="3683358"/>
          </a:xfrm>
        </p:spPr>
        <p:txBody>
          <a:bodyPr vert="horz" lIns="91440" tIns="45720" rIns="91440" bIns="45720" rtlCol="0" anchor="ctr">
            <a:normAutofit/>
          </a:bodyPr>
          <a:lstStyle/>
          <a:p>
            <a:pPr marL="0" indent="0">
              <a:buNone/>
            </a:pPr>
            <a:r>
              <a:rPr lang="en-US" sz="1900">
                <a:highlight>
                  <a:srgbClr val="FFFFFF"/>
                </a:highlight>
                <a:latin typeface="Times New Roman"/>
                <a:cs typeface="Times New Roman"/>
              </a:rPr>
              <a:t>Alice and Bob want to flip a coin remotely without trusting each other.</a:t>
            </a:r>
            <a:endParaRPr lang="ru-RU" sz="1900">
              <a:highlight>
                <a:srgbClr val="FFFFFF"/>
              </a:highlight>
              <a:latin typeface="Times New Roman"/>
              <a:cs typeface="Times New Roman"/>
            </a:endParaRPr>
          </a:p>
          <a:p>
            <a:pPr marL="0" indent="0">
              <a:buNone/>
            </a:pPr>
            <a:r>
              <a:rPr lang="en-US" sz="1900">
                <a:highlight>
                  <a:srgbClr val="FFFFFF"/>
                </a:highlight>
                <a:latin typeface="Courier New"/>
                <a:cs typeface="Courier New"/>
              </a:rPr>
              <a:t>1. Alice chooses bit b ∈ {0,1}, random r, computes c = H(b || r)</a:t>
            </a:r>
            <a:endParaRPr lang="ru-RU" sz="1900">
              <a:highlight>
                <a:srgbClr val="FFFFFF"/>
              </a:highlight>
              <a:latin typeface="Courier New"/>
              <a:cs typeface="Courier New"/>
            </a:endParaRPr>
          </a:p>
          <a:p>
            <a:pPr marL="0" indent="0">
              <a:buNone/>
            </a:pPr>
            <a:r>
              <a:rPr lang="ru-RU" sz="1900">
                <a:highlight>
                  <a:srgbClr val="FFFFFF"/>
                </a:highlight>
                <a:latin typeface="Courier New"/>
                <a:cs typeface="Courier New"/>
              </a:rPr>
              <a:t>2. Alice sends c to Bob</a:t>
            </a:r>
          </a:p>
          <a:p>
            <a:pPr marL="0" indent="0">
              <a:buNone/>
            </a:pPr>
            <a:r>
              <a:rPr lang="ru-RU" sz="1900">
                <a:highlight>
                  <a:srgbClr val="FFFFFF"/>
                </a:highlight>
                <a:latin typeface="Courier New"/>
                <a:cs typeface="Courier New"/>
              </a:rPr>
              <a:t>3. Bob chooses bit b' ∈ {0,1}, sends to Alice</a:t>
            </a:r>
          </a:p>
          <a:p>
            <a:pPr marL="0" indent="0">
              <a:buNone/>
            </a:pPr>
            <a:r>
              <a:rPr lang="ru-RU" sz="1900">
                <a:highlight>
                  <a:srgbClr val="FFFFFF"/>
                </a:highlight>
                <a:latin typeface="Courier New"/>
                <a:cs typeface="Courier New"/>
              </a:rPr>
              <a:t>4. Alice reveals (b, r)</a:t>
            </a:r>
          </a:p>
          <a:p>
            <a:pPr marL="0" indent="0">
              <a:buNone/>
            </a:pPr>
            <a:r>
              <a:rPr lang="en-US" sz="1900">
                <a:highlight>
                  <a:srgbClr val="FFFFFF"/>
                </a:highlight>
                <a:latin typeface="Courier New"/>
                <a:cs typeface="Courier New"/>
              </a:rPr>
              <a:t>5. Bob verifies c = H(b || r)</a:t>
            </a:r>
            <a:endParaRPr lang="ru-RU" sz="1900">
              <a:highlight>
                <a:srgbClr val="FFFFFF"/>
              </a:highlight>
              <a:latin typeface="Courier New"/>
              <a:cs typeface="Courier New"/>
            </a:endParaRPr>
          </a:p>
          <a:p>
            <a:pPr marL="0" indent="0">
              <a:buNone/>
            </a:pPr>
            <a:r>
              <a:rPr lang="ru-RU" sz="1900">
                <a:highlight>
                  <a:srgbClr val="FFFFFF"/>
                </a:highlight>
                <a:latin typeface="Courier New"/>
                <a:cs typeface="Courier New"/>
              </a:rPr>
              <a:t>6. Result = b ⊕ b'</a:t>
            </a:r>
          </a:p>
          <a:p>
            <a:pPr marL="0" indent="0">
              <a:buNone/>
            </a:pPr>
            <a:r>
              <a:rPr lang="en-US" sz="1900">
                <a:highlight>
                  <a:srgbClr val="FFFFFF"/>
                </a:highlight>
                <a:latin typeface="Times New Roman"/>
                <a:cs typeface="Times New Roman"/>
              </a:rPr>
              <a:t>Security: Alice cannot change b after seeing b' (binding). Bob learns nothing about b until reveal (hiding). Result is unpredictable unless both collude.</a:t>
            </a:r>
            <a:endParaRPr lang="ru-RU" sz="1900">
              <a:highlight>
                <a:srgbClr val="FFFFFF"/>
              </a:highlight>
              <a:latin typeface="Times New Roman"/>
              <a:cs typeface="Times New Roman"/>
            </a:endParaRPr>
          </a:p>
          <a:p>
            <a:pPr marL="0" indent="0">
              <a:buNone/>
            </a:pPr>
            <a:endParaRPr lang="ru-RU" sz="1900"/>
          </a:p>
        </p:txBody>
      </p:sp>
    </p:spTree>
    <p:extLst>
      <p:ext uri="{BB962C8B-B14F-4D97-AF65-F5344CB8AC3E}">
        <p14:creationId xmlns:p14="http://schemas.microsoft.com/office/powerpoint/2010/main" val="255318253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41AEBF63-709B-2813-3DFE-2C6439136860}"/>
              </a:ext>
            </a:extLst>
          </p:cNvPr>
          <p:cNvSpPr>
            <a:spLocks noGrp="1"/>
          </p:cNvSpPr>
          <p:nvPr>
            <p:ph type="title"/>
          </p:nvPr>
        </p:nvSpPr>
        <p:spPr>
          <a:xfrm>
            <a:off x="1371599" y="294538"/>
            <a:ext cx="9895951" cy="1033669"/>
          </a:xfrm>
        </p:spPr>
        <p:txBody>
          <a:bodyPr>
            <a:normAutofit/>
          </a:bodyPr>
          <a:lstStyle/>
          <a:p>
            <a:r>
              <a:rPr lang="ru-RU" sz="4000" b="1">
                <a:solidFill>
                  <a:srgbClr val="FFFFFF"/>
                </a:solidFill>
                <a:latin typeface="Times New Roman"/>
                <a:cs typeface="Times New Roman"/>
              </a:rPr>
              <a:t>5.3 Applications</a:t>
            </a:r>
          </a:p>
        </p:txBody>
      </p:sp>
      <p:sp>
        <p:nvSpPr>
          <p:cNvPr id="3" name="Объект 2">
            <a:extLst>
              <a:ext uri="{FF2B5EF4-FFF2-40B4-BE49-F238E27FC236}">
                <a16:creationId xmlns:a16="http://schemas.microsoft.com/office/drawing/2014/main" id="{B5F7D82C-D23F-D8BA-44C8-2CA7046BF9D0}"/>
              </a:ext>
            </a:extLst>
          </p:cNvPr>
          <p:cNvSpPr>
            <a:spLocks noGrp="1"/>
          </p:cNvSpPr>
          <p:nvPr>
            <p:ph idx="1"/>
          </p:nvPr>
        </p:nvSpPr>
        <p:spPr>
          <a:xfrm>
            <a:off x="1371599" y="2318197"/>
            <a:ext cx="9724031" cy="3683358"/>
          </a:xfrm>
        </p:spPr>
        <p:txBody>
          <a:bodyPr vert="horz" lIns="91440" tIns="45720" rIns="91440" bIns="45720" rtlCol="0" anchor="ctr">
            <a:normAutofit/>
          </a:bodyPr>
          <a:lstStyle/>
          <a:p>
            <a:r>
              <a:rPr lang="ru-RU" sz="2000" b="1">
                <a:highlight>
                  <a:srgbClr val="FFFFFF"/>
                </a:highlight>
                <a:latin typeface="Times New Roman"/>
                <a:cs typeface="Times New Roman"/>
              </a:rPr>
              <a:t>Auctions: </a:t>
            </a:r>
            <a:r>
              <a:rPr lang="ru-RU" sz="2000">
                <a:highlight>
                  <a:srgbClr val="FFFFFF"/>
                </a:highlight>
                <a:latin typeface="Times New Roman"/>
                <a:cs typeface="Times New Roman"/>
              </a:rPr>
              <a:t>Sealed-bid auctions where bidders commit to bids, reveal simultaneously. Prevents bid manipulation.</a:t>
            </a:r>
          </a:p>
          <a:p>
            <a:r>
              <a:rPr lang="ru-RU" sz="2000" b="1">
                <a:highlight>
                  <a:srgbClr val="FFFFFF"/>
                </a:highlight>
                <a:latin typeface="Times New Roman"/>
                <a:cs typeface="Times New Roman"/>
              </a:rPr>
              <a:t>Voting: </a:t>
            </a:r>
            <a:r>
              <a:rPr lang="ru-RU" sz="2000">
                <a:highlight>
                  <a:srgbClr val="FFFFFF"/>
                </a:highlight>
                <a:latin typeface="Times New Roman"/>
                <a:cs typeface="Times New Roman"/>
              </a:rPr>
              <a:t>Voters commit to votes, reveal after voting closes. Prevents vote buying and coercion.</a:t>
            </a:r>
          </a:p>
          <a:p>
            <a:r>
              <a:rPr lang="ru-RU" sz="2000" b="1">
                <a:highlight>
                  <a:srgbClr val="FFFFFF"/>
                </a:highlight>
                <a:latin typeface="Times New Roman"/>
                <a:cs typeface="Times New Roman"/>
              </a:rPr>
              <a:t>Zero-Knowledge Proofs: </a:t>
            </a:r>
            <a:r>
              <a:rPr lang="ru-RU" sz="2000">
                <a:highlight>
                  <a:srgbClr val="FFFFFF"/>
                </a:highlight>
                <a:latin typeface="Times New Roman"/>
                <a:cs typeface="Times New Roman"/>
              </a:rPr>
              <a:t>Commitments enable proving knowledge without revealing information.</a:t>
            </a:r>
          </a:p>
          <a:p>
            <a:r>
              <a:rPr lang="ru-RU" sz="2000" b="1">
                <a:highlight>
                  <a:srgbClr val="FFFFFF"/>
                </a:highlight>
                <a:latin typeface="Times New Roman"/>
                <a:cs typeface="Times New Roman"/>
              </a:rPr>
              <a:t>Smart Contracts: </a:t>
            </a:r>
            <a:r>
              <a:rPr lang="ru-RU" sz="2000">
                <a:highlight>
                  <a:srgbClr val="FFFFFF"/>
                </a:highlight>
                <a:latin typeface="Times New Roman"/>
                <a:cs typeface="Times New Roman"/>
              </a:rPr>
              <a:t>Ethereum commit-reveal patterns for fair on-chain randomness and games.</a:t>
            </a:r>
          </a:p>
          <a:p>
            <a:endParaRPr lang="ru-RU" sz="2000">
              <a:latin typeface="Times New Roman"/>
              <a:cs typeface="Times New Roman"/>
            </a:endParaRPr>
          </a:p>
        </p:txBody>
      </p:sp>
    </p:spTree>
    <p:extLst>
      <p:ext uri="{BB962C8B-B14F-4D97-AF65-F5344CB8AC3E}">
        <p14:creationId xmlns:p14="http://schemas.microsoft.com/office/powerpoint/2010/main" val="405257405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879D96D-8E92-07FC-2761-395DEDDBAFF2}"/>
            </a:ext>
          </a:extLst>
        </p:cNvPr>
        <p:cNvGrpSpPr/>
        <p:nvPr/>
      </p:nvGrpSpPr>
      <p:grpSpPr>
        <a:xfrm>
          <a:off x="0" y="0"/>
          <a:ext cx="0" cy="0"/>
          <a:chOff x="0" y="0"/>
          <a:chExt cx="0" cy="0"/>
        </a:xfrm>
      </p:grpSpPr>
      <p:sp useBgFill="1">
        <p:nvSpPr>
          <p:cNvPr id="22" name="Rectangle 7">
            <a:extLst>
              <a:ext uri="{FF2B5EF4-FFF2-40B4-BE49-F238E27FC236}">
                <a16:creationId xmlns:a16="http://schemas.microsoft.com/office/drawing/2014/main" id="{38E2822F-F244-EABF-A686-1CA0E46360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9">
            <a:extLst>
              <a:ext uri="{FF2B5EF4-FFF2-40B4-BE49-F238E27FC236}">
                <a16:creationId xmlns:a16="http://schemas.microsoft.com/office/drawing/2014/main" id="{39578880-1972-89E4-5586-88574A2EA4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11">
            <a:extLst>
              <a:ext uri="{FF2B5EF4-FFF2-40B4-BE49-F238E27FC236}">
                <a16:creationId xmlns:a16="http://schemas.microsoft.com/office/drawing/2014/main" id="{4B641367-47D9-7DBF-089B-8548ADAE29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13">
            <a:extLst>
              <a:ext uri="{FF2B5EF4-FFF2-40B4-BE49-F238E27FC236}">
                <a16:creationId xmlns:a16="http://schemas.microsoft.com/office/drawing/2014/main" id="{BB0C19A9-DD40-E3A3-C700-F3B8B4BBCC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Rectangle 15">
            <a:extLst>
              <a:ext uri="{FF2B5EF4-FFF2-40B4-BE49-F238E27FC236}">
                <a16:creationId xmlns:a16="http://schemas.microsoft.com/office/drawing/2014/main" id="{23672F28-4FFC-9C89-69FC-F517DFF7CA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17">
            <a:extLst>
              <a:ext uri="{FF2B5EF4-FFF2-40B4-BE49-F238E27FC236}">
                <a16:creationId xmlns:a16="http://schemas.microsoft.com/office/drawing/2014/main" id="{876D3C84-02E6-3565-74C3-7E692798DF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Заголовок 1">
            <a:extLst>
              <a:ext uri="{FF2B5EF4-FFF2-40B4-BE49-F238E27FC236}">
                <a16:creationId xmlns:a16="http://schemas.microsoft.com/office/drawing/2014/main" id="{10B3C8F5-C9BD-C0DE-5255-866567470E11}"/>
              </a:ext>
            </a:extLst>
          </p:cNvPr>
          <p:cNvSpPr>
            <a:spLocks noGrp="1"/>
          </p:cNvSpPr>
          <p:nvPr>
            <p:ph type="title"/>
          </p:nvPr>
        </p:nvSpPr>
        <p:spPr>
          <a:xfrm>
            <a:off x="826396" y="586855"/>
            <a:ext cx="4230100" cy="3387497"/>
          </a:xfrm>
        </p:spPr>
        <p:txBody>
          <a:bodyPr anchor="b">
            <a:normAutofit/>
          </a:bodyPr>
          <a:lstStyle/>
          <a:p>
            <a:pPr algn="r"/>
            <a:r>
              <a:rPr lang="en-US" sz="4000" b="1">
                <a:solidFill>
                  <a:schemeClr val="bg1"/>
                </a:solidFill>
                <a:latin typeface="Times New Roman"/>
                <a:cs typeface="Times New Roman"/>
              </a:rPr>
              <a:t>6. Hash-Based Signatures</a:t>
            </a:r>
          </a:p>
        </p:txBody>
      </p:sp>
      <p:sp>
        <p:nvSpPr>
          <p:cNvPr id="3" name="Объект 2">
            <a:extLst>
              <a:ext uri="{FF2B5EF4-FFF2-40B4-BE49-F238E27FC236}">
                <a16:creationId xmlns:a16="http://schemas.microsoft.com/office/drawing/2014/main" id="{07AA650F-4157-C7BB-DABA-F32475A2229A}"/>
              </a:ext>
            </a:extLst>
          </p:cNvPr>
          <p:cNvSpPr>
            <a:spLocks noGrp="1"/>
          </p:cNvSpPr>
          <p:nvPr>
            <p:ph idx="1"/>
          </p:nvPr>
        </p:nvSpPr>
        <p:spPr>
          <a:xfrm>
            <a:off x="6503158" y="649480"/>
            <a:ext cx="4862447" cy="5546047"/>
          </a:xfrm>
        </p:spPr>
        <p:txBody>
          <a:bodyPr vert="horz" lIns="91440" tIns="45720" rIns="91440" bIns="45720" rtlCol="0" anchor="ctr">
            <a:normAutofit/>
          </a:bodyPr>
          <a:lstStyle/>
          <a:p>
            <a:pPr>
              <a:buNone/>
            </a:pPr>
            <a:r>
              <a:rPr lang="en-US" sz="2000" b="1">
                <a:highlight>
                  <a:srgbClr val="FFFFFF"/>
                </a:highlight>
                <a:latin typeface="Times New Roman"/>
                <a:cs typeface="Times New Roman"/>
              </a:rPr>
              <a:t>6.1 Lamport One-Time Signatures</a:t>
            </a:r>
          </a:p>
          <a:p>
            <a:pPr>
              <a:buNone/>
            </a:pPr>
            <a:r>
              <a:rPr lang="en-US" sz="2000" b="1">
                <a:highlight>
                  <a:srgbClr val="FFFFFF"/>
                </a:highlight>
                <a:latin typeface="Times New Roman"/>
                <a:cs typeface="Times New Roman"/>
              </a:rPr>
              <a:t>6.2 Merkle Signature Scheme</a:t>
            </a:r>
          </a:p>
          <a:p>
            <a:pPr>
              <a:buNone/>
            </a:pPr>
            <a:r>
              <a:rPr lang="en-US" sz="2000" b="1">
                <a:highlight>
                  <a:srgbClr val="FFFFFF"/>
                </a:highlight>
                <a:latin typeface="Times New Roman"/>
                <a:cs typeface="Times New Roman"/>
              </a:rPr>
              <a:t>6.3 Modern Schemes: XMSS and SPHINCS+</a:t>
            </a:r>
          </a:p>
        </p:txBody>
      </p:sp>
    </p:spTree>
    <p:extLst>
      <p:ext uri="{BB962C8B-B14F-4D97-AF65-F5344CB8AC3E}">
        <p14:creationId xmlns:p14="http://schemas.microsoft.com/office/powerpoint/2010/main" val="163343374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C182892F-FD08-0400-C6BD-BDD16A077520}"/>
              </a:ext>
            </a:extLst>
          </p:cNvPr>
          <p:cNvSpPr>
            <a:spLocks noGrp="1"/>
          </p:cNvSpPr>
          <p:nvPr>
            <p:ph type="title"/>
          </p:nvPr>
        </p:nvSpPr>
        <p:spPr>
          <a:xfrm>
            <a:off x="1371599" y="294538"/>
            <a:ext cx="9895951" cy="1033669"/>
          </a:xfrm>
        </p:spPr>
        <p:txBody>
          <a:bodyPr>
            <a:normAutofit/>
          </a:bodyPr>
          <a:lstStyle/>
          <a:p>
            <a:r>
              <a:rPr lang="ru-RU" sz="3400" b="1">
                <a:solidFill>
                  <a:srgbClr val="FFFFFF"/>
                </a:solidFill>
                <a:latin typeface="Times New Roman"/>
                <a:cs typeface="Times New Roman"/>
              </a:rPr>
              <a:t>6.3 Modern Schemes: XMSS and SPHINCS+</a:t>
            </a:r>
          </a:p>
        </p:txBody>
      </p:sp>
      <p:sp>
        <p:nvSpPr>
          <p:cNvPr id="3" name="Объект 2">
            <a:extLst>
              <a:ext uri="{FF2B5EF4-FFF2-40B4-BE49-F238E27FC236}">
                <a16:creationId xmlns:a16="http://schemas.microsoft.com/office/drawing/2014/main" id="{78ECD367-DC29-337B-8BFB-DE6EDE4C35E6}"/>
              </a:ext>
            </a:extLst>
          </p:cNvPr>
          <p:cNvSpPr>
            <a:spLocks noGrp="1"/>
          </p:cNvSpPr>
          <p:nvPr>
            <p:ph idx="1"/>
          </p:nvPr>
        </p:nvSpPr>
        <p:spPr>
          <a:xfrm>
            <a:off x="1371599" y="2318197"/>
            <a:ext cx="9724031" cy="3683358"/>
          </a:xfrm>
        </p:spPr>
        <p:txBody>
          <a:bodyPr vert="horz" lIns="91440" tIns="45720" rIns="91440" bIns="45720" rtlCol="0" anchor="ctr">
            <a:normAutofit/>
          </a:bodyPr>
          <a:lstStyle/>
          <a:p>
            <a:pPr marL="0" indent="0">
              <a:buNone/>
            </a:pPr>
            <a:r>
              <a:rPr lang="ru-RU" sz="2000">
                <a:highlight>
                  <a:srgbClr val="FFFFFF"/>
                </a:highlight>
                <a:latin typeface="Times New Roman"/>
                <a:cs typeface="Times New Roman"/>
              </a:rPr>
              <a:t>Hash-based signatures provide quantum-resistant digital signatures using only hash functions, not public-key cryptography.</a:t>
            </a:r>
            <a:endParaRPr lang="ru-RU">
              <a:latin typeface="Times New Roman"/>
              <a:cs typeface="Times New Roman"/>
            </a:endParaRPr>
          </a:p>
        </p:txBody>
      </p:sp>
    </p:spTree>
    <p:extLst>
      <p:ext uri="{BB962C8B-B14F-4D97-AF65-F5344CB8AC3E}">
        <p14:creationId xmlns:p14="http://schemas.microsoft.com/office/powerpoint/2010/main" val="290784779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8E49874E-A709-3667-EDB1-70A9108CF01D}"/>
              </a:ext>
            </a:extLst>
          </p:cNvPr>
          <p:cNvSpPr>
            <a:spLocks noGrp="1"/>
          </p:cNvSpPr>
          <p:nvPr>
            <p:ph type="title"/>
          </p:nvPr>
        </p:nvSpPr>
        <p:spPr>
          <a:xfrm>
            <a:off x="1371599" y="294538"/>
            <a:ext cx="9895951" cy="1033669"/>
          </a:xfrm>
        </p:spPr>
        <p:txBody>
          <a:bodyPr>
            <a:normAutofit/>
          </a:bodyPr>
          <a:lstStyle/>
          <a:p>
            <a:r>
              <a:rPr lang="ru-RU" sz="4000" b="1">
                <a:solidFill>
                  <a:srgbClr val="FFFFFF"/>
                </a:solidFill>
                <a:latin typeface="Times New Roman"/>
                <a:cs typeface="Times New Roman"/>
              </a:rPr>
              <a:t>6.1 Lamport One-Time Signatures</a:t>
            </a:r>
          </a:p>
        </p:txBody>
      </p:sp>
      <p:sp>
        <p:nvSpPr>
          <p:cNvPr id="3" name="Объект 2">
            <a:extLst>
              <a:ext uri="{FF2B5EF4-FFF2-40B4-BE49-F238E27FC236}">
                <a16:creationId xmlns:a16="http://schemas.microsoft.com/office/drawing/2014/main" id="{EF40CCA9-6125-29A9-1809-C2436D5BF2AA}"/>
              </a:ext>
            </a:extLst>
          </p:cNvPr>
          <p:cNvSpPr>
            <a:spLocks noGrp="1"/>
          </p:cNvSpPr>
          <p:nvPr>
            <p:ph idx="1"/>
          </p:nvPr>
        </p:nvSpPr>
        <p:spPr>
          <a:xfrm>
            <a:off x="1371599" y="2318197"/>
            <a:ext cx="9724031" cy="3683358"/>
          </a:xfrm>
        </p:spPr>
        <p:txBody>
          <a:bodyPr vert="horz" lIns="91440" tIns="45720" rIns="91440" bIns="45720" rtlCol="0" anchor="ctr">
            <a:normAutofit/>
          </a:bodyPr>
          <a:lstStyle/>
          <a:p>
            <a:pPr marL="0" indent="0">
              <a:buNone/>
            </a:pPr>
            <a:r>
              <a:rPr lang="ru-RU" sz="2000">
                <a:highlight>
                  <a:srgbClr val="FFFFFF"/>
                </a:highlight>
                <a:latin typeface="Times New Roman"/>
                <a:cs typeface="Times New Roman"/>
              </a:rPr>
              <a:t>Lamport signatures, invented in 1979, are the simplest hash-based signature scheme.</a:t>
            </a:r>
            <a:endParaRPr lang="ru-RU"/>
          </a:p>
        </p:txBody>
      </p:sp>
    </p:spTree>
    <p:extLst>
      <p:ext uri="{BB962C8B-B14F-4D97-AF65-F5344CB8AC3E}">
        <p14:creationId xmlns:p14="http://schemas.microsoft.com/office/powerpoint/2010/main" val="162904039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4118F5CC-C917-6FD5-90DB-42F2E9460B22}"/>
              </a:ext>
            </a:extLst>
          </p:cNvPr>
          <p:cNvSpPr>
            <a:spLocks noGrp="1"/>
          </p:cNvSpPr>
          <p:nvPr>
            <p:ph type="title"/>
          </p:nvPr>
        </p:nvSpPr>
        <p:spPr>
          <a:xfrm>
            <a:off x="1371599" y="294538"/>
            <a:ext cx="9895951" cy="1033669"/>
          </a:xfrm>
        </p:spPr>
        <p:txBody>
          <a:bodyPr>
            <a:normAutofit/>
          </a:bodyPr>
          <a:lstStyle/>
          <a:p>
            <a:r>
              <a:rPr lang="ru-RU" sz="4000" b="1">
                <a:solidFill>
                  <a:srgbClr val="FFFFFF"/>
                </a:solidFill>
                <a:latin typeface="Times New Roman"/>
                <a:cs typeface="Times New Roman"/>
              </a:rPr>
              <a:t>6.1 Lamport One-Time Signatures</a:t>
            </a:r>
          </a:p>
        </p:txBody>
      </p:sp>
      <p:sp>
        <p:nvSpPr>
          <p:cNvPr id="3" name="Объект 2">
            <a:extLst>
              <a:ext uri="{FF2B5EF4-FFF2-40B4-BE49-F238E27FC236}">
                <a16:creationId xmlns:a16="http://schemas.microsoft.com/office/drawing/2014/main" id="{363B76AF-1F39-4971-247D-49FC59A7E587}"/>
              </a:ext>
            </a:extLst>
          </p:cNvPr>
          <p:cNvSpPr>
            <a:spLocks noGrp="1"/>
          </p:cNvSpPr>
          <p:nvPr>
            <p:ph idx="1"/>
          </p:nvPr>
        </p:nvSpPr>
        <p:spPr>
          <a:xfrm>
            <a:off x="1371599" y="2318197"/>
            <a:ext cx="9724031" cy="3683358"/>
          </a:xfrm>
        </p:spPr>
        <p:txBody>
          <a:bodyPr vert="horz" lIns="91440" tIns="45720" rIns="91440" bIns="45720" rtlCol="0" anchor="ctr">
            <a:normAutofit/>
          </a:bodyPr>
          <a:lstStyle/>
          <a:p>
            <a:pPr marL="0" indent="0">
              <a:buNone/>
            </a:pPr>
            <a:r>
              <a:rPr lang="ru-RU" sz="2000" b="1">
                <a:highlight>
                  <a:srgbClr val="FFFFFF"/>
                </a:highlight>
                <a:latin typeface="Times New Roman"/>
                <a:cs typeface="Times New Roman"/>
              </a:rPr>
              <a:t>Key Generation (for 256-bit messages):</a:t>
            </a:r>
            <a:endParaRPr lang="ru-RU" sz="2000">
              <a:highlight>
                <a:srgbClr val="FFFFFF"/>
              </a:highlight>
              <a:latin typeface="Times New Roman"/>
              <a:cs typeface="Times New Roman"/>
            </a:endParaRPr>
          </a:p>
          <a:p>
            <a:r>
              <a:rPr lang="en-US" sz="2000">
                <a:highlight>
                  <a:srgbClr val="FFFFFF"/>
                </a:highlight>
                <a:latin typeface="Times New Roman"/>
                <a:cs typeface="Times New Roman"/>
              </a:rPr>
              <a:t>Generate 512 random 256-bit values: x₀,₀, x₀,₁, x₁,₀, x₁,₁, ..., x₂₅₅,₀, x₂₅₅,₁</a:t>
            </a:r>
            <a:endParaRPr lang="ru-RU" sz="2000">
              <a:highlight>
                <a:srgbClr val="FFFFFF"/>
              </a:highlight>
              <a:latin typeface="Times New Roman"/>
              <a:cs typeface="Times New Roman"/>
            </a:endParaRPr>
          </a:p>
          <a:p>
            <a:r>
              <a:rPr lang="en-US" sz="2000" dirty="0">
                <a:highlight>
                  <a:srgbClr val="FFFFFF"/>
                </a:highlight>
                <a:latin typeface="Times New Roman"/>
                <a:cs typeface="Times New Roman"/>
              </a:rPr>
              <a:t>Compute public key: y_{</a:t>
            </a:r>
            <a:r>
              <a:rPr lang="en-US" sz="2000" dirty="0" err="1">
                <a:highlight>
                  <a:srgbClr val="FFFFFF"/>
                </a:highlight>
                <a:latin typeface="Times New Roman"/>
                <a:cs typeface="Times New Roman"/>
              </a:rPr>
              <a:t>i,j</a:t>
            </a:r>
            <a:r>
              <a:rPr lang="en-US" sz="2000" dirty="0">
                <a:highlight>
                  <a:srgbClr val="FFFFFF"/>
                </a:highlight>
                <a:latin typeface="Times New Roman"/>
                <a:cs typeface="Times New Roman"/>
              </a:rPr>
              <a:t>} = H(x_{</a:t>
            </a:r>
            <a:r>
              <a:rPr lang="en-US" sz="2000" dirty="0" err="1">
                <a:highlight>
                  <a:srgbClr val="FFFFFF"/>
                </a:highlight>
                <a:latin typeface="Times New Roman"/>
                <a:cs typeface="Times New Roman"/>
              </a:rPr>
              <a:t>i,j</a:t>
            </a:r>
            <a:r>
              <a:rPr lang="en-US" sz="2000" dirty="0">
                <a:highlight>
                  <a:srgbClr val="FFFFFF"/>
                </a:highlight>
                <a:latin typeface="Times New Roman"/>
                <a:cs typeface="Times New Roman"/>
              </a:rPr>
              <a:t>}) for all </a:t>
            </a:r>
            <a:r>
              <a:rPr lang="en-US" sz="2000" dirty="0" err="1">
                <a:highlight>
                  <a:srgbClr val="FFFFFF"/>
                </a:highlight>
                <a:latin typeface="Times New Roman"/>
                <a:cs typeface="Times New Roman"/>
              </a:rPr>
              <a:t>i,j</a:t>
            </a:r>
            <a:endParaRPr lang="ru-RU" sz="2000" dirty="0" err="1">
              <a:highlight>
                <a:srgbClr val="FFFFFF"/>
              </a:highlight>
              <a:latin typeface="Times New Roman"/>
              <a:cs typeface="Times New Roman"/>
            </a:endParaRPr>
          </a:p>
          <a:p>
            <a:r>
              <a:rPr lang="en-US" sz="2000" dirty="0">
                <a:highlight>
                  <a:srgbClr val="FFFFFF"/>
                </a:highlight>
                <a:latin typeface="Times New Roman"/>
                <a:cs typeface="Times New Roman"/>
              </a:rPr>
              <a:t>Private key: all x_{</a:t>
            </a:r>
            <a:r>
              <a:rPr lang="en-US" sz="2000" dirty="0" err="1">
                <a:highlight>
                  <a:srgbClr val="FFFFFF"/>
                </a:highlight>
                <a:latin typeface="Times New Roman"/>
                <a:cs typeface="Times New Roman"/>
              </a:rPr>
              <a:t>i,j</a:t>
            </a:r>
            <a:r>
              <a:rPr lang="en-US" sz="2000" dirty="0">
                <a:highlight>
                  <a:srgbClr val="FFFFFF"/>
                </a:highlight>
                <a:latin typeface="Times New Roman"/>
                <a:cs typeface="Times New Roman"/>
              </a:rPr>
              <a:t>} values; Public key: all y_{</a:t>
            </a:r>
            <a:r>
              <a:rPr lang="en-US" sz="2000" dirty="0" err="1">
                <a:highlight>
                  <a:srgbClr val="FFFFFF"/>
                </a:highlight>
                <a:latin typeface="Times New Roman"/>
                <a:cs typeface="Times New Roman"/>
              </a:rPr>
              <a:t>i,j</a:t>
            </a:r>
            <a:r>
              <a:rPr lang="en-US" sz="2000" dirty="0">
                <a:highlight>
                  <a:srgbClr val="FFFFFF"/>
                </a:highlight>
                <a:latin typeface="Times New Roman"/>
                <a:cs typeface="Times New Roman"/>
              </a:rPr>
              <a:t>} values</a:t>
            </a:r>
            <a:endParaRPr lang="ru-RU" sz="2000" dirty="0">
              <a:highlight>
                <a:srgbClr val="FFFFFF"/>
              </a:highlight>
              <a:latin typeface="Times New Roman"/>
              <a:cs typeface="Times New Roman"/>
            </a:endParaRPr>
          </a:p>
          <a:p>
            <a:pPr marL="0" indent="0">
              <a:buNone/>
            </a:pPr>
            <a:endParaRPr lang="ru-RU" sz="2000" b="1" dirty="0">
              <a:highlight>
                <a:srgbClr val="FFFFFF"/>
              </a:highlight>
              <a:latin typeface="Times New Roman"/>
              <a:cs typeface="Times New Roman"/>
            </a:endParaRPr>
          </a:p>
          <a:p>
            <a:pPr marL="0" indent="0">
              <a:buNone/>
            </a:pPr>
            <a:r>
              <a:rPr lang="ru-RU" sz="2000" b="1">
                <a:highlight>
                  <a:srgbClr val="FFFFFF"/>
                </a:highlight>
                <a:latin typeface="Times New Roman"/>
                <a:cs typeface="Times New Roman"/>
              </a:rPr>
              <a:t>Signing message M:</a:t>
            </a:r>
            <a:endParaRPr lang="ru-RU" sz="2000">
              <a:highlight>
                <a:srgbClr val="FFFFFF"/>
              </a:highlight>
              <a:latin typeface="Times New Roman"/>
              <a:cs typeface="Times New Roman"/>
            </a:endParaRPr>
          </a:p>
          <a:p>
            <a:r>
              <a:rPr lang="en-US" sz="2000" dirty="0">
                <a:highlight>
                  <a:srgbClr val="FFFFFF"/>
                </a:highlight>
                <a:latin typeface="Times New Roman"/>
                <a:cs typeface="Times New Roman"/>
              </a:rPr>
              <a:t>Compute h = H(M) = </a:t>
            </a:r>
            <a:r>
              <a:rPr lang="en-US" sz="2000" dirty="0" err="1">
                <a:highlight>
                  <a:srgbClr val="FFFFFF"/>
                </a:highlight>
                <a:latin typeface="Times New Roman"/>
                <a:cs typeface="Times New Roman"/>
              </a:rPr>
              <a:t>b₀b</a:t>
            </a:r>
            <a:r>
              <a:rPr lang="en-US" sz="2000" dirty="0">
                <a:highlight>
                  <a:srgbClr val="FFFFFF"/>
                </a:highlight>
                <a:latin typeface="Times New Roman"/>
                <a:cs typeface="Times New Roman"/>
              </a:rPr>
              <a:t>₁...b₂₅₅ (256 bits)</a:t>
            </a:r>
            <a:endParaRPr lang="ru-RU" sz="2000" dirty="0">
              <a:highlight>
                <a:srgbClr val="FFFFFF"/>
              </a:highlight>
              <a:latin typeface="Times New Roman"/>
              <a:cs typeface="Times New Roman"/>
            </a:endParaRPr>
          </a:p>
          <a:p>
            <a:r>
              <a:rPr lang="en-US" sz="2000" dirty="0">
                <a:highlight>
                  <a:srgbClr val="FFFFFF"/>
                </a:highlight>
                <a:latin typeface="Times New Roman"/>
                <a:cs typeface="Times New Roman"/>
              </a:rPr>
              <a:t>For each bit </a:t>
            </a:r>
            <a:r>
              <a:rPr lang="en-US" sz="2000" dirty="0" err="1">
                <a:highlight>
                  <a:srgbClr val="FFFFFF"/>
                </a:highlight>
                <a:latin typeface="Times New Roman"/>
                <a:cs typeface="Times New Roman"/>
              </a:rPr>
              <a:t>i</a:t>
            </a:r>
            <a:r>
              <a:rPr lang="en-US" sz="2000" dirty="0">
                <a:highlight>
                  <a:srgbClr val="FFFFFF"/>
                </a:highlight>
                <a:latin typeface="Times New Roman"/>
                <a:cs typeface="Times New Roman"/>
              </a:rPr>
              <a:t>, include x_{</a:t>
            </a:r>
            <a:r>
              <a:rPr lang="en-US" sz="2000" dirty="0" err="1">
                <a:highlight>
                  <a:srgbClr val="FFFFFF"/>
                </a:highlight>
                <a:latin typeface="Times New Roman"/>
                <a:cs typeface="Times New Roman"/>
              </a:rPr>
              <a:t>i,b</a:t>
            </a:r>
            <a:r>
              <a:rPr lang="en-US" sz="2000" dirty="0">
                <a:highlight>
                  <a:srgbClr val="FFFFFF"/>
                </a:highlight>
                <a:latin typeface="Times New Roman"/>
                <a:cs typeface="Times New Roman"/>
              </a:rPr>
              <a:t>ᵢ} in signature</a:t>
            </a:r>
            <a:endParaRPr lang="ru-RU" sz="2000" dirty="0">
              <a:highlight>
                <a:srgbClr val="FFFFFF"/>
              </a:highlight>
              <a:latin typeface="Times New Roman"/>
              <a:cs typeface="Times New Roman"/>
            </a:endParaRPr>
          </a:p>
          <a:p>
            <a:r>
              <a:rPr lang="ru-RU" sz="2000">
                <a:highlight>
                  <a:srgbClr val="FFFFFF"/>
                </a:highlight>
                <a:latin typeface="Times New Roman"/>
                <a:cs typeface="Times New Roman"/>
              </a:rPr>
              <a:t>Signature consists of 256 values, one per bit of hash.</a:t>
            </a:r>
          </a:p>
          <a:p>
            <a:endParaRPr lang="ru-RU" sz="2000">
              <a:latin typeface="Times New Roman"/>
              <a:cs typeface="Times New Roman"/>
            </a:endParaRPr>
          </a:p>
        </p:txBody>
      </p:sp>
    </p:spTree>
    <p:extLst>
      <p:ext uri="{BB962C8B-B14F-4D97-AF65-F5344CB8AC3E}">
        <p14:creationId xmlns:p14="http://schemas.microsoft.com/office/powerpoint/2010/main" val="424979686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389C5923-4A04-CE02-2BC6-8C9B51164BBD}"/>
              </a:ext>
            </a:extLst>
          </p:cNvPr>
          <p:cNvSpPr>
            <a:spLocks noGrp="1"/>
          </p:cNvSpPr>
          <p:nvPr>
            <p:ph type="title"/>
          </p:nvPr>
        </p:nvSpPr>
        <p:spPr>
          <a:xfrm>
            <a:off x="1371599" y="294538"/>
            <a:ext cx="9895951" cy="1033669"/>
          </a:xfrm>
        </p:spPr>
        <p:txBody>
          <a:bodyPr>
            <a:normAutofit/>
          </a:bodyPr>
          <a:lstStyle/>
          <a:p>
            <a:r>
              <a:rPr lang="ru-RU" sz="4000" b="1">
                <a:solidFill>
                  <a:srgbClr val="FFFFFF"/>
                </a:solidFill>
                <a:latin typeface="Times New Roman"/>
                <a:cs typeface="Times New Roman"/>
              </a:rPr>
              <a:t>6.1 Lamport One-Time Signatures</a:t>
            </a:r>
            <a:endParaRPr lang="ru-RU" sz="4000">
              <a:solidFill>
                <a:srgbClr val="FFFFFF"/>
              </a:solidFill>
              <a:latin typeface="Times New Roman"/>
              <a:cs typeface="Times New Roman"/>
            </a:endParaRPr>
          </a:p>
        </p:txBody>
      </p:sp>
      <p:sp>
        <p:nvSpPr>
          <p:cNvPr id="3" name="Объект 2">
            <a:extLst>
              <a:ext uri="{FF2B5EF4-FFF2-40B4-BE49-F238E27FC236}">
                <a16:creationId xmlns:a16="http://schemas.microsoft.com/office/drawing/2014/main" id="{BDCE321B-7881-7D87-EFC7-6CE76758E4AA}"/>
              </a:ext>
            </a:extLst>
          </p:cNvPr>
          <p:cNvSpPr>
            <a:spLocks noGrp="1"/>
          </p:cNvSpPr>
          <p:nvPr>
            <p:ph idx="1"/>
          </p:nvPr>
        </p:nvSpPr>
        <p:spPr>
          <a:xfrm>
            <a:off x="1371599" y="2318197"/>
            <a:ext cx="9724031" cy="3683358"/>
          </a:xfrm>
        </p:spPr>
        <p:txBody>
          <a:bodyPr vert="horz" lIns="91440" tIns="45720" rIns="91440" bIns="45720" rtlCol="0" anchor="ctr">
            <a:normAutofit/>
          </a:bodyPr>
          <a:lstStyle/>
          <a:p>
            <a:pPr marL="0" indent="0">
              <a:buNone/>
            </a:pPr>
            <a:r>
              <a:rPr lang="ru-RU" sz="2000" b="1">
                <a:highlight>
                  <a:srgbClr val="FFFFFF"/>
                </a:highlight>
                <a:latin typeface="Times New Roman"/>
                <a:cs typeface="Times New Roman"/>
              </a:rPr>
              <a:t>Verification:</a:t>
            </a:r>
            <a:endParaRPr lang="ru-RU" sz="2000">
              <a:highlight>
                <a:srgbClr val="FFFFFF"/>
              </a:highlight>
              <a:latin typeface="Times New Roman"/>
              <a:cs typeface="Times New Roman"/>
            </a:endParaRPr>
          </a:p>
          <a:p>
            <a:r>
              <a:rPr lang="ru-RU" sz="2000">
                <a:highlight>
                  <a:srgbClr val="FFFFFF"/>
                </a:highlight>
                <a:latin typeface="Times New Roman"/>
                <a:cs typeface="Times New Roman"/>
              </a:rPr>
              <a:t>Compute h = H(M)</a:t>
            </a:r>
          </a:p>
          <a:p>
            <a:r>
              <a:rPr lang="en-US" sz="2000" dirty="0">
                <a:highlight>
                  <a:srgbClr val="FFFFFF"/>
                </a:highlight>
                <a:latin typeface="Times New Roman"/>
                <a:cs typeface="Times New Roman"/>
              </a:rPr>
              <a:t>For each bit </a:t>
            </a:r>
            <a:r>
              <a:rPr lang="en-US" sz="2000" dirty="0" err="1">
                <a:highlight>
                  <a:srgbClr val="FFFFFF"/>
                </a:highlight>
                <a:latin typeface="Times New Roman"/>
                <a:cs typeface="Times New Roman"/>
              </a:rPr>
              <a:t>i</a:t>
            </a:r>
            <a:r>
              <a:rPr lang="en-US" sz="2000" dirty="0">
                <a:highlight>
                  <a:srgbClr val="FFFFFF"/>
                </a:highlight>
                <a:latin typeface="Times New Roman"/>
                <a:cs typeface="Times New Roman"/>
              </a:rPr>
              <a:t>, verify H(signature[</a:t>
            </a:r>
            <a:r>
              <a:rPr lang="en-US" sz="2000" dirty="0" err="1">
                <a:highlight>
                  <a:srgbClr val="FFFFFF"/>
                </a:highlight>
                <a:latin typeface="Times New Roman"/>
                <a:cs typeface="Times New Roman"/>
              </a:rPr>
              <a:t>i</a:t>
            </a:r>
            <a:r>
              <a:rPr lang="en-US" sz="2000" dirty="0">
                <a:highlight>
                  <a:srgbClr val="FFFFFF"/>
                </a:highlight>
                <a:latin typeface="Times New Roman"/>
                <a:cs typeface="Times New Roman"/>
              </a:rPr>
              <a:t>]) = y_{</a:t>
            </a:r>
            <a:r>
              <a:rPr lang="en-US" sz="2000" dirty="0" err="1">
                <a:highlight>
                  <a:srgbClr val="FFFFFF"/>
                </a:highlight>
                <a:latin typeface="Times New Roman"/>
                <a:cs typeface="Times New Roman"/>
              </a:rPr>
              <a:t>i,b</a:t>
            </a:r>
            <a:r>
              <a:rPr lang="en-US" sz="2000" dirty="0">
                <a:highlight>
                  <a:srgbClr val="FFFFFF"/>
                </a:highlight>
                <a:latin typeface="Times New Roman"/>
                <a:cs typeface="Times New Roman"/>
              </a:rPr>
              <a:t>ᵢ}</a:t>
            </a:r>
            <a:endParaRPr lang="ru-RU" sz="2000" dirty="0">
              <a:highlight>
                <a:srgbClr val="FFFFFF"/>
              </a:highlight>
              <a:latin typeface="Times New Roman"/>
              <a:cs typeface="Times New Roman"/>
            </a:endParaRPr>
          </a:p>
          <a:p>
            <a:pPr marL="0" indent="0">
              <a:buNone/>
            </a:pPr>
            <a:endParaRPr lang="ru-RU" sz="2000" b="1" dirty="0">
              <a:highlight>
                <a:srgbClr val="FFFFFF"/>
              </a:highlight>
              <a:latin typeface="Times New Roman"/>
              <a:cs typeface="Times New Roman"/>
            </a:endParaRPr>
          </a:p>
          <a:p>
            <a:pPr marL="0" indent="0">
              <a:buNone/>
            </a:pPr>
            <a:r>
              <a:rPr lang="ru-RU" sz="2000" b="1">
                <a:highlight>
                  <a:srgbClr val="FFFFFF"/>
                </a:highlight>
                <a:latin typeface="Times New Roman"/>
                <a:cs typeface="Times New Roman"/>
              </a:rPr>
              <a:t>Security: </a:t>
            </a:r>
            <a:r>
              <a:rPr lang="ru-RU" sz="2000">
                <a:highlight>
                  <a:srgbClr val="FFFFFF"/>
                </a:highlight>
                <a:latin typeface="Times New Roman"/>
                <a:cs typeface="Times New Roman"/>
              </a:rPr>
              <a:t>Forging signature requires finding preimage of hash—computationally infeasible.</a:t>
            </a:r>
            <a:endParaRPr lang="ru-RU"/>
          </a:p>
          <a:p>
            <a:pPr marL="0" indent="0">
              <a:buNone/>
            </a:pPr>
            <a:r>
              <a:rPr lang="ru-RU" sz="2000" b="1">
                <a:highlight>
                  <a:srgbClr val="FFFFFF"/>
                </a:highlight>
                <a:latin typeface="Times New Roman"/>
                <a:cs typeface="Times New Roman"/>
              </a:rPr>
              <a:t>Limitation: </a:t>
            </a:r>
            <a:r>
              <a:rPr lang="ru-RU" sz="2000">
                <a:highlight>
                  <a:srgbClr val="FFFFFF"/>
                </a:highlight>
                <a:latin typeface="Times New Roman"/>
                <a:cs typeface="Times New Roman"/>
              </a:rPr>
              <a:t>One-time signature. Signing two messages reveals both x_{i,0} and x_{i,1} for some bits, enabling forgery.</a:t>
            </a:r>
          </a:p>
          <a:p>
            <a:endParaRPr lang="ru-RU" sz="2000">
              <a:latin typeface="Times New Roman"/>
              <a:cs typeface="Times New Roman"/>
            </a:endParaRPr>
          </a:p>
        </p:txBody>
      </p:sp>
    </p:spTree>
    <p:extLst>
      <p:ext uri="{BB962C8B-B14F-4D97-AF65-F5344CB8AC3E}">
        <p14:creationId xmlns:p14="http://schemas.microsoft.com/office/powerpoint/2010/main" val="153382503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D00D105E-CA2C-E2A9-031B-98429262769E}"/>
              </a:ext>
            </a:extLst>
          </p:cNvPr>
          <p:cNvSpPr>
            <a:spLocks noGrp="1"/>
          </p:cNvSpPr>
          <p:nvPr>
            <p:ph type="title"/>
          </p:nvPr>
        </p:nvSpPr>
        <p:spPr>
          <a:xfrm>
            <a:off x="1371599" y="294538"/>
            <a:ext cx="9895951" cy="1033669"/>
          </a:xfrm>
        </p:spPr>
        <p:txBody>
          <a:bodyPr>
            <a:normAutofit/>
          </a:bodyPr>
          <a:lstStyle/>
          <a:p>
            <a:r>
              <a:rPr lang="ru-RU" sz="4000" b="1">
                <a:solidFill>
                  <a:srgbClr val="FFFFFF"/>
                </a:solidFill>
                <a:latin typeface="Times New Roman"/>
                <a:cs typeface="Times New Roman"/>
              </a:rPr>
              <a:t>6.2 Merkle Signature Scheme</a:t>
            </a:r>
          </a:p>
        </p:txBody>
      </p:sp>
      <p:sp>
        <p:nvSpPr>
          <p:cNvPr id="3" name="Объект 2">
            <a:extLst>
              <a:ext uri="{FF2B5EF4-FFF2-40B4-BE49-F238E27FC236}">
                <a16:creationId xmlns:a16="http://schemas.microsoft.com/office/drawing/2014/main" id="{40A15BA4-C9BC-30D1-E865-AC39DA5C5FAF}"/>
              </a:ext>
            </a:extLst>
          </p:cNvPr>
          <p:cNvSpPr>
            <a:spLocks noGrp="1"/>
          </p:cNvSpPr>
          <p:nvPr>
            <p:ph idx="1"/>
          </p:nvPr>
        </p:nvSpPr>
        <p:spPr>
          <a:xfrm>
            <a:off x="1371599" y="2318197"/>
            <a:ext cx="9724031" cy="3683358"/>
          </a:xfrm>
        </p:spPr>
        <p:txBody>
          <a:bodyPr vert="horz" lIns="91440" tIns="45720" rIns="91440" bIns="45720" rtlCol="0" anchor="ctr">
            <a:normAutofit/>
          </a:bodyPr>
          <a:lstStyle/>
          <a:p>
            <a:pPr marL="0" indent="0">
              <a:buNone/>
            </a:pPr>
            <a:r>
              <a:rPr lang="ru-RU" sz="2000">
                <a:latin typeface="Times New Roman"/>
                <a:cs typeface="Times New Roman"/>
              </a:rPr>
              <a:t>Merkle signatures combine Lamport signatures with Merkle trees to enable multiple signatures.</a:t>
            </a:r>
            <a:endParaRPr lang="ru-RU"/>
          </a:p>
        </p:txBody>
      </p:sp>
    </p:spTree>
    <p:extLst>
      <p:ext uri="{BB962C8B-B14F-4D97-AF65-F5344CB8AC3E}">
        <p14:creationId xmlns:p14="http://schemas.microsoft.com/office/powerpoint/2010/main" val="285313824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4524DDAB-8D6D-D241-96A8-2165CB57E36C}"/>
              </a:ext>
            </a:extLst>
          </p:cNvPr>
          <p:cNvSpPr>
            <a:spLocks noGrp="1"/>
          </p:cNvSpPr>
          <p:nvPr>
            <p:ph type="title"/>
          </p:nvPr>
        </p:nvSpPr>
        <p:spPr>
          <a:xfrm>
            <a:off x="1371599" y="294538"/>
            <a:ext cx="9895951" cy="1033669"/>
          </a:xfrm>
        </p:spPr>
        <p:txBody>
          <a:bodyPr>
            <a:normAutofit/>
          </a:bodyPr>
          <a:lstStyle/>
          <a:p>
            <a:r>
              <a:rPr lang="ru-RU" sz="4000" b="1">
                <a:solidFill>
                  <a:schemeClr val="bg1"/>
                </a:solidFill>
                <a:latin typeface="Times New Roman"/>
                <a:cs typeface="Times New Roman"/>
              </a:rPr>
              <a:t>6.2 Merkle Signature Scheme</a:t>
            </a:r>
          </a:p>
        </p:txBody>
      </p:sp>
      <p:sp>
        <p:nvSpPr>
          <p:cNvPr id="3" name="Объект 2">
            <a:extLst>
              <a:ext uri="{FF2B5EF4-FFF2-40B4-BE49-F238E27FC236}">
                <a16:creationId xmlns:a16="http://schemas.microsoft.com/office/drawing/2014/main" id="{2F3263BC-7115-4142-DCEA-317367EBDE86}"/>
              </a:ext>
            </a:extLst>
          </p:cNvPr>
          <p:cNvSpPr>
            <a:spLocks noGrp="1"/>
          </p:cNvSpPr>
          <p:nvPr>
            <p:ph idx="1"/>
          </p:nvPr>
        </p:nvSpPr>
        <p:spPr>
          <a:xfrm>
            <a:off x="1371599" y="2318197"/>
            <a:ext cx="9724031" cy="3683358"/>
          </a:xfrm>
        </p:spPr>
        <p:txBody>
          <a:bodyPr vert="horz" lIns="91440" tIns="45720" rIns="91440" bIns="45720" rtlCol="0" anchor="ctr">
            <a:normAutofit lnSpcReduction="10000"/>
          </a:bodyPr>
          <a:lstStyle/>
          <a:p>
            <a:pPr marL="0" indent="0">
              <a:buNone/>
            </a:pPr>
            <a:r>
              <a:rPr lang="ru-RU" sz="2000" b="1">
                <a:highlight>
                  <a:srgbClr val="FFFFFF"/>
                </a:highlight>
                <a:latin typeface="Times New Roman"/>
                <a:cs typeface="Times New Roman"/>
              </a:rPr>
              <a:t>Construction:</a:t>
            </a:r>
            <a:endParaRPr lang="ru-RU" sz="2000">
              <a:highlight>
                <a:srgbClr val="FFFFFF"/>
              </a:highlight>
              <a:latin typeface="Times New Roman"/>
              <a:cs typeface="Times New Roman"/>
            </a:endParaRPr>
          </a:p>
          <a:p>
            <a:r>
              <a:rPr lang="ru-RU" sz="2000">
                <a:highlight>
                  <a:srgbClr val="FFFFFF"/>
                </a:highlight>
                <a:latin typeface="Times New Roman"/>
                <a:cs typeface="Times New Roman"/>
              </a:rPr>
              <a:t>Generate n Lamport key pairs</a:t>
            </a:r>
          </a:p>
          <a:p>
            <a:r>
              <a:rPr lang="ru-RU" sz="2000">
                <a:highlight>
                  <a:srgbClr val="FFFFFF"/>
                </a:highlight>
                <a:latin typeface="Times New Roman"/>
                <a:cs typeface="Times New Roman"/>
              </a:rPr>
              <a:t>Build Merkle tree with public keys as leaves</a:t>
            </a:r>
          </a:p>
          <a:p>
            <a:r>
              <a:rPr lang="ru-RU" sz="2000">
                <a:highlight>
                  <a:srgbClr val="FFFFFF"/>
                </a:highlight>
                <a:latin typeface="Times New Roman"/>
                <a:cs typeface="Times New Roman"/>
              </a:rPr>
              <a:t>Root hash becomes overall public key</a:t>
            </a:r>
          </a:p>
          <a:p>
            <a:pPr marL="0" indent="0">
              <a:buNone/>
            </a:pPr>
            <a:endParaRPr lang="ru-RU" sz="2000" b="1" dirty="0">
              <a:highlight>
                <a:srgbClr val="FFFFFF"/>
              </a:highlight>
              <a:latin typeface="Times New Roman"/>
              <a:cs typeface="Times New Roman"/>
            </a:endParaRPr>
          </a:p>
          <a:p>
            <a:pPr marL="0" indent="0">
              <a:buNone/>
            </a:pPr>
            <a:r>
              <a:rPr lang="ru-RU" sz="2000" b="1">
                <a:highlight>
                  <a:srgbClr val="FFFFFF"/>
                </a:highlight>
                <a:latin typeface="Times New Roman"/>
                <a:cs typeface="Times New Roman"/>
              </a:rPr>
              <a:t>Signing:</a:t>
            </a:r>
            <a:endParaRPr lang="ru-RU" sz="2000">
              <a:highlight>
                <a:srgbClr val="FFFFFF"/>
              </a:highlight>
              <a:latin typeface="Times New Roman"/>
              <a:cs typeface="Times New Roman"/>
            </a:endParaRPr>
          </a:p>
          <a:p>
            <a:r>
              <a:rPr lang="ru-RU" sz="2000">
                <a:highlight>
                  <a:srgbClr val="FFFFFF"/>
                </a:highlight>
                <a:latin typeface="Times New Roman"/>
                <a:cs typeface="Times New Roman"/>
              </a:rPr>
              <a:t>Use next unused Lamport key pair to sign message</a:t>
            </a:r>
          </a:p>
          <a:p>
            <a:r>
              <a:rPr lang="ru-RU" sz="2000">
                <a:highlight>
                  <a:srgbClr val="FFFFFF"/>
                </a:highlight>
                <a:latin typeface="Times New Roman"/>
                <a:cs typeface="Times New Roman"/>
              </a:rPr>
              <a:t>Include Lamport signature + Merkle proof for that public key</a:t>
            </a:r>
          </a:p>
          <a:p>
            <a:pPr marL="0" indent="0">
              <a:buNone/>
            </a:pPr>
            <a:endParaRPr lang="en-US" sz="2000" dirty="0">
              <a:highlight>
                <a:srgbClr val="FFFFFF"/>
              </a:highlight>
              <a:latin typeface="Times New Roman"/>
              <a:cs typeface="Times New Roman"/>
            </a:endParaRPr>
          </a:p>
          <a:p>
            <a:pPr marL="0" indent="0">
              <a:buNone/>
            </a:pPr>
            <a:r>
              <a:rPr lang="en-US" sz="2000">
                <a:highlight>
                  <a:srgbClr val="FFFFFF"/>
                </a:highlight>
                <a:latin typeface="Times New Roman"/>
                <a:cs typeface="Times New Roman"/>
              </a:rPr>
              <a:t>This enables n signatures with single published public key (root hash).</a:t>
            </a:r>
            <a:endParaRPr lang="ru-RU" sz="2000">
              <a:highlight>
                <a:srgbClr val="FFFFFF"/>
              </a:highlight>
              <a:latin typeface="Times New Roman"/>
              <a:cs typeface="Times New Roman"/>
            </a:endParaRPr>
          </a:p>
          <a:p>
            <a:endParaRPr lang="ru-RU" sz="2000" dirty="0">
              <a:latin typeface="Times New Roman"/>
              <a:cs typeface="Times New Roman"/>
            </a:endParaRPr>
          </a:p>
        </p:txBody>
      </p:sp>
    </p:spTree>
    <p:extLst>
      <p:ext uri="{BB962C8B-B14F-4D97-AF65-F5344CB8AC3E}">
        <p14:creationId xmlns:p14="http://schemas.microsoft.com/office/powerpoint/2010/main" val="210013108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67F7B761-3C13-ED49-0983-C656D9ED8524}"/>
              </a:ext>
            </a:extLst>
          </p:cNvPr>
          <p:cNvSpPr>
            <a:spLocks noGrp="1"/>
          </p:cNvSpPr>
          <p:nvPr>
            <p:ph type="title"/>
          </p:nvPr>
        </p:nvSpPr>
        <p:spPr>
          <a:xfrm>
            <a:off x="1371599" y="294538"/>
            <a:ext cx="9895951" cy="1033669"/>
          </a:xfrm>
        </p:spPr>
        <p:txBody>
          <a:bodyPr>
            <a:normAutofit/>
          </a:bodyPr>
          <a:lstStyle/>
          <a:p>
            <a:r>
              <a:rPr lang="ru-RU" sz="3400" b="1">
                <a:solidFill>
                  <a:srgbClr val="FFFFFF"/>
                </a:solidFill>
                <a:latin typeface="Times New Roman"/>
                <a:cs typeface="Times New Roman"/>
              </a:rPr>
              <a:t>6.3 Modern Schemes: XMSS and SPHINCS+</a:t>
            </a:r>
          </a:p>
        </p:txBody>
      </p:sp>
      <p:sp>
        <p:nvSpPr>
          <p:cNvPr id="3" name="Объект 2">
            <a:extLst>
              <a:ext uri="{FF2B5EF4-FFF2-40B4-BE49-F238E27FC236}">
                <a16:creationId xmlns:a16="http://schemas.microsoft.com/office/drawing/2014/main" id="{FB2B396B-A81E-6644-7970-A0AA0A958089}"/>
              </a:ext>
            </a:extLst>
          </p:cNvPr>
          <p:cNvSpPr>
            <a:spLocks noGrp="1"/>
          </p:cNvSpPr>
          <p:nvPr>
            <p:ph idx="1"/>
          </p:nvPr>
        </p:nvSpPr>
        <p:spPr>
          <a:xfrm>
            <a:off x="1371599" y="2318197"/>
            <a:ext cx="9724031" cy="3683358"/>
          </a:xfrm>
        </p:spPr>
        <p:txBody>
          <a:bodyPr vert="horz" lIns="91440" tIns="45720" rIns="91440" bIns="45720" rtlCol="0" anchor="ctr">
            <a:normAutofit/>
          </a:bodyPr>
          <a:lstStyle/>
          <a:p>
            <a:r>
              <a:rPr lang="en-US" sz="2000" b="1">
                <a:highlight>
                  <a:srgbClr val="FFFFFF"/>
                </a:highlight>
                <a:latin typeface="Times New Roman"/>
                <a:cs typeface="Times New Roman"/>
              </a:rPr>
              <a:t>XMSS (eXtended Merkle Signature Scheme): </a:t>
            </a:r>
            <a:r>
              <a:rPr lang="en-US" sz="2000">
                <a:highlight>
                  <a:srgbClr val="FFFFFF"/>
                </a:highlight>
                <a:latin typeface="Times New Roman"/>
                <a:cs typeface="Times New Roman"/>
              </a:rPr>
              <a:t>Standardized by NIST (RFC 8391). Uses improved one-time signatures (WOTS+) and hierarchical Merkle trees. Efficient and practical.</a:t>
            </a:r>
            <a:endParaRPr lang="ru-RU" sz="2000">
              <a:highlight>
                <a:srgbClr val="FFFFFF"/>
              </a:highlight>
              <a:latin typeface="Times New Roman"/>
              <a:cs typeface="Times New Roman"/>
            </a:endParaRPr>
          </a:p>
          <a:p>
            <a:r>
              <a:rPr lang="en-US" sz="2000" b="1">
                <a:highlight>
                  <a:srgbClr val="FFFFFF"/>
                </a:highlight>
                <a:latin typeface="Times New Roman"/>
                <a:cs typeface="Times New Roman"/>
              </a:rPr>
              <a:t>SPHINCS+: </a:t>
            </a:r>
            <a:r>
              <a:rPr lang="en-US" sz="2000">
                <a:highlight>
                  <a:srgbClr val="FFFFFF"/>
                </a:highlight>
                <a:latin typeface="Times New Roman"/>
                <a:cs typeface="Times New Roman"/>
              </a:rPr>
              <a:t>Stateless hash-based signatures. No need to track which keys have been used. NIST post-quantum cryptography competition finalist. Larger signatures but eliminates state management.</a:t>
            </a:r>
            <a:endParaRPr lang="ru-RU" sz="2000">
              <a:highlight>
                <a:srgbClr val="FFFFFF"/>
              </a:highlight>
              <a:latin typeface="Times New Roman"/>
              <a:cs typeface="Times New Roman"/>
            </a:endParaRPr>
          </a:p>
          <a:p>
            <a:r>
              <a:rPr lang="en-US" sz="2000" b="1">
                <a:highlight>
                  <a:srgbClr val="FFFFFF"/>
                </a:highlight>
                <a:latin typeface="Times New Roman"/>
                <a:cs typeface="Times New Roman"/>
              </a:rPr>
              <a:t>Quantum Resistance: </a:t>
            </a:r>
            <a:r>
              <a:rPr lang="en-US" sz="2000">
                <a:highlight>
                  <a:srgbClr val="FFFFFF"/>
                </a:highlight>
                <a:latin typeface="Times New Roman"/>
                <a:cs typeface="Times New Roman"/>
              </a:rPr>
              <a:t>Hash-based signatures resist quantum computers because they rely only on hash function security, not hardness of factoring or discrete logarithm. Critical for post-quantum cryptography.</a:t>
            </a:r>
            <a:endParaRPr lang="ru-RU" sz="2000">
              <a:highlight>
                <a:srgbClr val="FFFFFF"/>
              </a:highlight>
              <a:latin typeface="Times New Roman"/>
              <a:cs typeface="Times New Roman"/>
            </a:endParaRPr>
          </a:p>
          <a:p>
            <a:endParaRPr lang="ru-RU" sz="2000">
              <a:latin typeface="Times New Roman"/>
              <a:cs typeface="Times New Roman"/>
            </a:endParaRPr>
          </a:p>
        </p:txBody>
      </p:sp>
    </p:spTree>
    <p:extLst>
      <p:ext uri="{BB962C8B-B14F-4D97-AF65-F5344CB8AC3E}">
        <p14:creationId xmlns:p14="http://schemas.microsoft.com/office/powerpoint/2010/main" val="136960983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97A1A1C6-4B2E-4A4B-35AF-A181D909ACE5}"/>
              </a:ext>
            </a:extLst>
          </p:cNvPr>
          <p:cNvSpPr>
            <a:spLocks noGrp="1"/>
          </p:cNvSpPr>
          <p:nvPr>
            <p:ph type="title"/>
          </p:nvPr>
        </p:nvSpPr>
        <p:spPr>
          <a:xfrm>
            <a:off x="1371599" y="294538"/>
            <a:ext cx="9895951" cy="1033669"/>
          </a:xfrm>
        </p:spPr>
        <p:txBody>
          <a:bodyPr>
            <a:normAutofit/>
          </a:bodyPr>
          <a:lstStyle/>
          <a:p>
            <a:r>
              <a:rPr lang="ru-RU" sz="4000" b="1">
                <a:solidFill>
                  <a:srgbClr val="FFFFFF"/>
                </a:solidFill>
                <a:latin typeface="Times New Roman"/>
                <a:cs typeface="Times New Roman"/>
              </a:rPr>
              <a:t>Conclusion</a:t>
            </a:r>
            <a:endParaRPr lang="ru-RU" sz="4000">
              <a:solidFill>
                <a:srgbClr val="FFFFFF"/>
              </a:solidFill>
              <a:latin typeface="Times New Roman"/>
              <a:cs typeface="Times New Roman"/>
            </a:endParaRPr>
          </a:p>
        </p:txBody>
      </p:sp>
      <p:sp>
        <p:nvSpPr>
          <p:cNvPr id="3" name="Объект 2">
            <a:extLst>
              <a:ext uri="{FF2B5EF4-FFF2-40B4-BE49-F238E27FC236}">
                <a16:creationId xmlns:a16="http://schemas.microsoft.com/office/drawing/2014/main" id="{8769ACA8-3EB3-6714-0604-652A6A06F877}"/>
              </a:ext>
            </a:extLst>
          </p:cNvPr>
          <p:cNvSpPr>
            <a:spLocks noGrp="1"/>
          </p:cNvSpPr>
          <p:nvPr>
            <p:ph idx="1"/>
          </p:nvPr>
        </p:nvSpPr>
        <p:spPr>
          <a:xfrm>
            <a:off x="1371599" y="2318197"/>
            <a:ext cx="9724031" cy="3683358"/>
          </a:xfrm>
        </p:spPr>
        <p:txBody>
          <a:bodyPr vert="horz" lIns="91440" tIns="45720" rIns="91440" bIns="45720" rtlCol="0" anchor="ctr">
            <a:normAutofit/>
          </a:bodyPr>
          <a:lstStyle/>
          <a:p>
            <a:pPr marL="0" indent="0">
              <a:buNone/>
            </a:pPr>
            <a:r>
              <a:rPr lang="en-US" sz="2000" dirty="0">
                <a:highlight>
                  <a:srgbClr val="FFFFFF"/>
                </a:highlight>
                <a:latin typeface="Times New Roman"/>
                <a:cs typeface="Times New Roman"/>
              </a:rPr>
              <a:t>This lecture demonstrated the versatility of hash functions beyond simple data integrity. Key insights:</a:t>
            </a:r>
            <a:endParaRPr lang="ru-RU" sz="2000" dirty="0">
              <a:highlight>
                <a:srgbClr val="FFFFFF"/>
              </a:highlight>
              <a:latin typeface="Times New Roman"/>
              <a:cs typeface="Times New Roman"/>
            </a:endParaRPr>
          </a:p>
          <a:p>
            <a:r>
              <a:rPr lang="en-US" sz="2000" dirty="0">
                <a:highlight>
                  <a:srgbClr val="FFFFFF"/>
                </a:highlight>
                <a:latin typeface="Times New Roman"/>
                <a:cs typeface="Times New Roman"/>
              </a:rPr>
              <a:t>Password hashing requires specialized functions (Argon2id, </a:t>
            </a:r>
            <a:r>
              <a:rPr lang="en-US" sz="2000" dirty="0" err="1">
                <a:highlight>
                  <a:srgbClr val="FFFFFF"/>
                </a:highlight>
                <a:latin typeface="Times New Roman"/>
                <a:cs typeface="Times New Roman"/>
              </a:rPr>
              <a:t>bcrypt</a:t>
            </a:r>
            <a:r>
              <a:rPr lang="en-US" sz="2000" dirty="0">
                <a:highlight>
                  <a:srgbClr val="FFFFFF"/>
                </a:highlight>
                <a:latin typeface="Times New Roman"/>
                <a:cs typeface="Times New Roman"/>
              </a:rPr>
              <a:t>, </a:t>
            </a:r>
            <a:r>
              <a:rPr lang="en-US" sz="2000" dirty="0" err="1">
                <a:highlight>
                  <a:srgbClr val="FFFFFF"/>
                </a:highlight>
                <a:latin typeface="Times New Roman"/>
                <a:cs typeface="Times New Roman"/>
              </a:rPr>
              <a:t>scrypt</a:t>
            </a:r>
            <a:r>
              <a:rPr lang="en-US" sz="2000" dirty="0">
                <a:highlight>
                  <a:srgbClr val="FFFFFF"/>
                </a:highlight>
                <a:latin typeface="Times New Roman"/>
                <a:cs typeface="Times New Roman"/>
              </a:rPr>
              <a:t>)—never use fast hashes</a:t>
            </a:r>
            <a:endParaRPr lang="ru-RU" sz="2000" dirty="0">
              <a:highlight>
                <a:srgbClr val="FFFFFF"/>
              </a:highlight>
              <a:latin typeface="Times New Roman"/>
              <a:cs typeface="Times New Roman"/>
            </a:endParaRPr>
          </a:p>
          <a:p>
            <a:r>
              <a:rPr lang="ru-RU" sz="2000">
                <a:highlight>
                  <a:srgbClr val="FFFFFF"/>
                </a:highlight>
                <a:latin typeface="Times New Roman"/>
                <a:cs typeface="Times New Roman"/>
              </a:rPr>
              <a:t>Merkle trees enable efficient verification with logarithmic overhead—foundation of blockchain and distributed systems</a:t>
            </a:r>
          </a:p>
          <a:p>
            <a:r>
              <a:rPr lang="ru-RU" sz="2000">
                <a:highlight>
                  <a:srgbClr val="FFFFFF"/>
                </a:highlight>
                <a:latin typeface="Times New Roman"/>
                <a:cs typeface="Times New Roman"/>
              </a:rPr>
              <a:t>Hash chains create verifiable ordering and prevent backdating</a:t>
            </a:r>
          </a:p>
          <a:p>
            <a:r>
              <a:rPr lang="ru-RU" sz="2000">
                <a:highlight>
                  <a:srgbClr val="FFFFFF"/>
                </a:highlight>
                <a:latin typeface="Times New Roman"/>
                <a:cs typeface="Times New Roman"/>
              </a:rPr>
              <a:t>Commitment schemes enable fair protocols without trusted parties</a:t>
            </a:r>
          </a:p>
          <a:p>
            <a:r>
              <a:rPr lang="ru-RU" sz="2000">
                <a:highlight>
                  <a:srgbClr val="FFFFFF"/>
                </a:highlight>
                <a:latin typeface="Times New Roman"/>
                <a:cs typeface="Times New Roman"/>
              </a:rPr>
              <a:t>Hash-based signatures provide quantum-resistant digital signatures</a:t>
            </a:r>
          </a:p>
          <a:p>
            <a:endParaRPr lang="ru-RU" sz="2000">
              <a:latin typeface="Times New Roman"/>
              <a:cs typeface="Times New Roman"/>
            </a:endParaRPr>
          </a:p>
        </p:txBody>
      </p:sp>
    </p:spTree>
    <p:extLst>
      <p:ext uri="{BB962C8B-B14F-4D97-AF65-F5344CB8AC3E}">
        <p14:creationId xmlns:p14="http://schemas.microsoft.com/office/powerpoint/2010/main" val="406298566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7CE77872-9DFF-996F-6CC7-286E655CBB90}"/>
              </a:ext>
            </a:extLst>
          </p:cNvPr>
          <p:cNvSpPr>
            <a:spLocks noGrp="1"/>
          </p:cNvSpPr>
          <p:nvPr>
            <p:ph type="title"/>
          </p:nvPr>
        </p:nvSpPr>
        <p:spPr>
          <a:xfrm>
            <a:off x="1371599" y="294538"/>
            <a:ext cx="9895951" cy="1033669"/>
          </a:xfrm>
        </p:spPr>
        <p:txBody>
          <a:bodyPr>
            <a:normAutofit/>
          </a:bodyPr>
          <a:lstStyle/>
          <a:p>
            <a:r>
              <a:rPr lang="ru-RU" sz="4000" b="1">
                <a:solidFill>
                  <a:srgbClr val="FFFFFF"/>
                </a:solidFill>
                <a:latin typeface="Times New Roman"/>
                <a:cs typeface="Times New Roman"/>
              </a:rPr>
              <a:t>Looking Forward</a:t>
            </a:r>
          </a:p>
        </p:txBody>
      </p:sp>
      <p:sp>
        <p:nvSpPr>
          <p:cNvPr id="3" name="Объект 2">
            <a:extLst>
              <a:ext uri="{FF2B5EF4-FFF2-40B4-BE49-F238E27FC236}">
                <a16:creationId xmlns:a16="http://schemas.microsoft.com/office/drawing/2014/main" id="{B4AB9C1A-0B07-D7F3-37D0-EECA697268B4}"/>
              </a:ext>
            </a:extLst>
          </p:cNvPr>
          <p:cNvSpPr>
            <a:spLocks noGrp="1"/>
          </p:cNvSpPr>
          <p:nvPr>
            <p:ph idx="1"/>
          </p:nvPr>
        </p:nvSpPr>
        <p:spPr>
          <a:xfrm>
            <a:off x="1371599" y="2318197"/>
            <a:ext cx="9724031" cy="3683358"/>
          </a:xfrm>
        </p:spPr>
        <p:txBody>
          <a:bodyPr vert="horz" lIns="91440" tIns="45720" rIns="91440" bIns="45720" rtlCol="0" anchor="ctr">
            <a:normAutofit/>
          </a:bodyPr>
          <a:lstStyle/>
          <a:p>
            <a:pPr marL="0" indent="0">
              <a:buNone/>
            </a:pPr>
            <a:r>
              <a:rPr lang="en-US" sz="2000" b="1" dirty="0">
                <a:highlight>
                  <a:srgbClr val="FFFFFF"/>
                </a:highlight>
                <a:latin typeface="Times New Roman"/>
                <a:cs typeface="Times New Roman"/>
              </a:rPr>
              <a:t>Next Section (Weeks 9-11): </a:t>
            </a:r>
            <a:r>
              <a:rPr lang="en-US" sz="2000" dirty="0">
                <a:highlight>
                  <a:srgbClr val="FFFFFF"/>
                </a:highlight>
                <a:latin typeface="Times New Roman"/>
                <a:cs typeface="Times New Roman"/>
              </a:rPr>
              <a:t>Asymmetric Cryptography. We will study RSA, Diffie-Hellman key exchange, elliptic curve cryptography (ECC), digital signatures (ECDSA, </a:t>
            </a:r>
            <a:r>
              <a:rPr lang="en-US" sz="2000" dirty="0" err="1">
                <a:highlight>
                  <a:srgbClr val="FFFFFF"/>
                </a:highlight>
                <a:latin typeface="Times New Roman"/>
                <a:cs typeface="Times New Roman"/>
              </a:rPr>
              <a:t>EdDSA</a:t>
            </a:r>
            <a:r>
              <a:rPr lang="en-US" sz="2000" dirty="0">
                <a:highlight>
                  <a:srgbClr val="FFFFFF"/>
                </a:highlight>
                <a:latin typeface="Times New Roman"/>
                <a:cs typeface="Times New Roman"/>
              </a:rPr>
              <a:t>), and public key infrastructure (PKI).</a:t>
            </a:r>
            <a:endParaRPr lang="ru-RU" sz="2000" dirty="0">
              <a:highlight>
                <a:srgbClr val="FFFFFF"/>
              </a:highlight>
              <a:latin typeface="Times New Roman"/>
              <a:cs typeface="Times New Roman"/>
            </a:endParaRPr>
          </a:p>
        </p:txBody>
      </p:sp>
    </p:spTree>
    <p:extLst>
      <p:ext uri="{BB962C8B-B14F-4D97-AF65-F5344CB8AC3E}">
        <p14:creationId xmlns:p14="http://schemas.microsoft.com/office/powerpoint/2010/main" val="58965166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Заголовок 1">
            <a:extLst>
              <a:ext uri="{FF2B5EF4-FFF2-40B4-BE49-F238E27FC236}">
                <a16:creationId xmlns:a16="http://schemas.microsoft.com/office/drawing/2014/main" id="{4ECC3D81-EF21-871A-EB50-F4C3F0784941}"/>
              </a:ext>
            </a:extLst>
          </p:cNvPr>
          <p:cNvSpPr>
            <a:spLocks noGrp="1"/>
          </p:cNvSpPr>
          <p:nvPr>
            <p:ph type="title"/>
          </p:nvPr>
        </p:nvSpPr>
        <p:spPr>
          <a:xfrm>
            <a:off x="1371599" y="294538"/>
            <a:ext cx="9895951" cy="1033669"/>
          </a:xfrm>
        </p:spPr>
        <p:txBody>
          <a:bodyPr>
            <a:normAutofit/>
          </a:bodyPr>
          <a:lstStyle/>
          <a:p>
            <a:r>
              <a:rPr lang="ru-RU" sz="4000" b="1">
                <a:solidFill>
                  <a:srgbClr val="FFFFFF"/>
                </a:solidFill>
                <a:latin typeface="Times New Roman"/>
                <a:cs typeface="Times New Roman"/>
              </a:rPr>
              <a:t>Preparation</a:t>
            </a:r>
          </a:p>
        </p:txBody>
      </p:sp>
      <p:sp>
        <p:nvSpPr>
          <p:cNvPr id="3" name="Объект 2">
            <a:extLst>
              <a:ext uri="{FF2B5EF4-FFF2-40B4-BE49-F238E27FC236}">
                <a16:creationId xmlns:a16="http://schemas.microsoft.com/office/drawing/2014/main" id="{A6D4CA37-960A-605A-2C1C-E3297E9D4797}"/>
              </a:ext>
            </a:extLst>
          </p:cNvPr>
          <p:cNvSpPr>
            <a:spLocks noGrp="1"/>
          </p:cNvSpPr>
          <p:nvPr>
            <p:ph idx="1"/>
          </p:nvPr>
        </p:nvSpPr>
        <p:spPr>
          <a:xfrm>
            <a:off x="1371599" y="2318197"/>
            <a:ext cx="9724031" cy="3683358"/>
          </a:xfrm>
        </p:spPr>
        <p:txBody>
          <a:bodyPr vert="horz" lIns="91440" tIns="45720" rIns="91440" bIns="45720" rtlCol="0" anchor="ctr">
            <a:normAutofit/>
          </a:bodyPr>
          <a:lstStyle/>
          <a:p>
            <a:r>
              <a:rPr lang="ru-RU" sz="2000">
                <a:latin typeface="Times New Roman"/>
                <a:cs typeface="Times New Roman"/>
              </a:rPr>
              <a:t>Read Ferguson et al., Chapter 10-11: Public Key Cryptography, RSA</a:t>
            </a:r>
          </a:p>
          <a:p>
            <a:r>
              <a:rPr lang="ru-RU" sz="2000">
                <a:latin typeface="Times New Roman"/>
                <a:cs typeface="Times New Roman"/>
              </a:rPr>
              <a:t>Review: Number theory basics (modular arithmetic, primes, Euler's theorem)</a:t>
            </a:r>
          </a:p>
          <a:p>
            <a:r>
              <a:rPr lang="ru-RU" sz="2000">
                <a:latin typeface="Times New Roman"/>
                <a:cs typeface="Times New Roman"/>
              </a:rPr>
              <a:t>Lab 2 Due: Implement Merkle tree, experiment with Argon2</a:t>
            </a:r>
          </a:p>
          <a:p>
            <a:r>
              <a:rPr lang="ru-RU" sz="2000">
                <a:latin typeface="Times New Roman"/>
                <a:cs typeface="Times New Roman"/>
              </a:rPr>
              <a:t>Colloquium 2: Hash function applications and password security</a:t>
            </a:r>
          </a:p>
          <a:p>
            <a:endParaRPr lang="ru-RU" sz="2000" dirty="0">
              <a:latin typeface="Times New Roman"/>
              <a:cs typeface="Times New Roman"/>
            </a:endParaRPr>
          </a:p>
        </p:txBody>
      </p:sp>
    </p:spTree>
    <p:extLst>
      <p:ext uri="{BB962C8B-B14F-4D97-AF65-F5344CB8AC3E}">
        <p14:creationId xmlns:p14="http://schemas.microsoft.com/office/powerpoint/2010/main" val="260691976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807EC559-F1F5-784B-ECBE-5CF19FCB5AD2}"/>
              </a:ext>
            </a:extLst>
          </p:cNvPr>
          <p:cNvSpPr>
            <a:spLocks noGrp="1"/>
          </p:cNvSpPr>
          <p:nvPr>
            <p:ph type="title"/>
          </p:nvPr>
        </p:nvSpPr>
        <p:spPr>
          <a:xfrm>
            <a:off x="1371599" y="294538"/>
            <a:ext cx="9895951" cy="1033669"/>
          </a:xfrm>
        </p:spPr>
        <p:txBody>
          <a:bodyPr>
            <a:normAutofit/>
          </a:bodyPr>
          <a:lstStyle/>
          <a:p>
            <a:r>
              <a:rPr lang="ru-RU" sz="4000" b="1">
                <a:solidFill>
                  <a:srgbClr val="FFFFFF"/>
                </a:solidFill>
                <a:latin typeface="Times New Roman"/>
                <a:cs typeface="Times New Roman"/>
              </a:rPr>
              <a:t>References</a:t>
            </a:r>
          </a:p>
        </p:txBody>
      </p:sp>
      <p:sp>
        <p:nvSpPr>
          <p:cNvPr id="3" name="Объект 2">
            <a:extLst>
              <a:ext uri="{FF2B5EF4-FFF2-40B4-BE49-F238E27FC236}">
                <a16:creationId xmlns:a16="http://schemas.microsoft.com/office/drawing/2014/main" id="{5CC3E213-DE01-8394-B628-F6661607AA3E}"/>
              </a:ext>
            </a:extLst>
          </p:cNvPr>
          <p:cNvSpPr>
            <a:spLocks noGrp="1"/>
          </p:cNvSpPr>
          <p:nvPr>
            <p:ph idx="1"/>
          </p:nvPr>
        </p:nvSpPr>
        <p:spPr>
          <a:xfrm>
            <a:off x="1371599" y="2318197"/>
            <a:ext cx="9724031" cy="3683358"/>
          </a:xfrm>
        </p:spPr>
        <p:txBody>
          <a:bodyPr vert="horz" lIns="91440" tIns="45720" rIns="91440" bIns="45720" rtlCol="0" anchor="ctr">
            <a:normAutofit/>
          </a:bodyPr>
          <a:lstStyle/>
          <a:p>
            <a:r>
              <a:rPr lang="en-US" sz="2000">
                <a:highlight>
                  <a:srgbClr val="FFFFFF"/>
                </a:highlight>
                <a:latin typeface="Times New Roman"/>
                <a:cs typeface="Times New Roman"/>
              </a:rPr>
              <a:t>Biryukov, A., Dinu, D., &amp; Khovratovich, D. (2016). Argon2: the memory-hard function for password hashing and other applications.</a:t>
            </a:r>
            <a:endParaRPr lang="ru-RU" sz="2000">
              <a:highlight>
                <a:srgbClr val="FFFFFF"/>
              </a:highlight>
              <a:latin typeface="Times New Roman"/>
              <a:cs typeface="Times New Roman"/>
            </a:endParaRPr>
          </a:p>
          <a:p>
            <a:r>
              <a:rPr lang="ru-RU" sz="2000">
                <a:highlight>
                  <a:srgbClr val="FFFFFF"/>
                </a:highlight>
                <a:latin typeface="Times New Roman"/>
                <a:cs typeface="Times New Roman"/>
              </a:rPr>
              <a:t>Merkle, R. C. (1987). A digital signature based on a conventional encryption function. In </a:t>
            </a:r>
            <a:r>
              <a:rPr lang="ru-RU" sz="2000" i="1">
                <a:highlight>
                  <a:srgbClr val="FFFFFF"/>
                </a:highlight>
                <a:latin typeface="Times New Roman"/>
                <a:cs typeface="Times New Roman"/>
              </a:rPr>
              <a:t>Advances in Cryptology—CRYPTO '87</a:t>
            </a:r>
            <a:r>
              <a:rPr lang="ru-RU" sz="2000">
                <a:highlight>
                  <a:srgbClr val="FFFFFF"/>
                </a:highlight>
                <a:latin typeface="Times New Roman"/>
                <a:cs typeface="Times New Roman"/>
              </a:rPr>
              <a:t>.</a:t>
            </a:r>
          </a:p>
          <a:p>
            <a:r>
              <a:rPr lang="ru-RU" sz="2000">
                <a:highlight>
                  <a:srgbClr val="FFFFFF"/>
                </a:highlight>
                <a:latin typeface="Times New Roman"/>
                <a:cs typeface="Times New Roman"/>
              </a:rPr>
              <a:t>Nakamoto, S. (2008). Bitcoin: A peer-to-peer electronic cash system.</a:t>
            </a:r>
          </a:p>
          <a:p>
            <a:r>
              <a:rPr lang="en-US" sz="2000">
                <a:highlight>
                  <a:srgbClr val="FFFFFF"/>
                </a:highlight>
                <a:latin typeface="Times New Roman"/>
                <a:cs typeface="Times New Roman"/>
              </a:rPr>
              <a:t>Percival, C., &amp; Josefsson, S. (2016). </a:t>
            </a:r>
            <a:r>
              <a:rPr lang="en-US" sz="2000" i="1">
                <a:highlight>
                  <a:srgbClr val="FFFFFF"/>
                </a:highlight>
                <a:latin typeface="Times New Roman"/>
                <a:cs typeface="Times New Roman"/>
              </a:rPr>
              <a:t>The scrypt password-based key derivation function</a:t>
            </a:r>
            <a:r>
              <a:rPr lang="en-US" sz="2000">
                <a:highlight>
                  <a:srgbClr val="FFFFFF"/>
                </a:highlight>
                <a:latin typeface="Times New Roman"/>
                <a:cs typeface="Times New Roman"/>
              </a:rPr>
              <a:t> (RFC 7914).</a:t>
            </a:r>
            <a:endParaRPr lang="ru-RU" sz="2000">
              <a:highlight>
                <a:srgbClr val="FFFFFF"/>
              </a:highlight>
              <a:latin typeface="Times New Roman"/>
              <a:cs typeface="Times New Roman"/>
            </a:endParaRPr>
          </a:p>
          <a:p>
            <a:r>
              <a:rPr lang="en-US" sz="2000">
                <a:highlight>
                  <a:srgbClr val="FFFFFF"/>
                </a:highlight>
                <a:latin typeface="Times New Roman"/>
                <a:cs typeface="Times New Roman"/>
              </a:rPr>
              <a:t>Provos, N., &amp; Mazières, D. (1999). A future-adaptable password scheme. In </a:t>
            </a:r>
            <a:r>
              <a:rPr lang="en-US" sz="2000" i="1">
                <a:highlight>
                  <a:srgbClr val="FFFFFF"/>
                </a:highlight>
                <a:latin typeface="Times New Roman"/>
                <a:cs typeface="Times New Roman"/>
              </a:rPr>
              <a:t>Proceedings of USENIX Annual Technical Conference</a:t>
            </a:r>
            <a:r>
              <a:rPr lang="en-US" sz="2000">
                <a:highlight>
                  <a:srgbClr val="FFFFFF"/>
                </a:highlight>
                <a:latin typeface="Times New Roman"/>
                <a:cs typeface="Times New Roman"/>
              </a:rPr>
              <a:t>.</a:t>
            </a:r>
            <a:endParaRPr lang="ru-RU" sz="2000">
              <a:highlight>
                <a:srgbClr val="FFFFFF"/>
              </a:highlight>
              <a:latin typeface="Times New Roman"/>
              <a:cs typeface="Times New Roman"/>
            </a:endParaRPr>
          </a:p>
          <a:p>
            <a:endParaRPr lang="ru-RU" sz="2000">
              <a:latin typeface="Times New Roman"/>
              <a:cs typeface="Times New Roman"/>
            </a:endParaRPr>
          </a:p>
        </p:txBody>
      </p:sp>
    </p:spTree>
    <p:extLst>
      <p:ext uri="{BB962C8B-B14F-4D97-AF65-F5344CB8AC3E}">
        <p14:creationId xmlns:p14="http://schemas.microsoft.com/office/powerpoint/2010/main" val="1047741255"/>
      </p:ext>
    </p:extLst>
  </p:cSld>
  <p:clrMapOvr>
    <a:masterClrMapping/>
  </p:clrMapOvr>
</p:sld>
</file>

<file path=ppt/theme/theme1.xml><?xml version="1.0" encoding="utf-8"?>
<a:theme xmlns:a="http://schemas.openxmlformats.org/drawingml/2006/main" name="Тема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Стандартная">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9A8D18DF04E7B24DB531D034DE08C523" ma:contentTypeVersion="3" ma:contentTypeDescription="Create a new document." ma:contentTypeScope="" ma:versionID="b8f428bb502a5d78b36408c0d350d9b2">
  <xsd:schema xmlns:xsd="http://www.w3.org/2001/XMLSchema" xmlns:xs="http://www.w3.org/2001/XMLSchema" xmlns:p="http://schemas.microsoft.com/office/2006/metadata/properties" xmlns:ns2="97039dda-64f8-41f1-b3d6-f92ff14c1096" targetNamespace="http://schemas.microsoft.com/office/2006/metadata/properties" ma:root="true" ma:fieldsID="c71adba50243d8c77707b0c12b57a4a4" ns2:_="">
    <xsd:import namespace="97039dda-64f8-41f1-b3d6-f92ff14c1096"/>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7039dda-64f8-41f1-b3d6-f92ff14c109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4E24C2B-BCA6-49A1-902E-068D30D3FA07}">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103D78A9-42B3-4AF0-A597-5075BA95233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7039dda-64f8-41f1-b3d6-f92ff14c109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B03A323-026B-4D2E-BEE6-8D89722063F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40</TotalTime>
  <Words>3303</Words>
  <Application>Microsoft Office PowerPoint</Application>
  <PresentationFormat>Широкоэкранный</PresentationFormat>
  <Paragraphs>302</Paragraphs>
  <Slides>61</Slides>
  <Notes>0</Notes>
  <HiddenSlides>0</HiddenSlides>
  <MMClips>2</MMClips>
  <ScaleCrop>false</ScaleCrop>
  <HeadingPairs>
    <vt:vector size="6" baseType="variant">
      <vt:variant>
        <vt:lpstr>Использованные шрифты</vt:lpstr>
      </vt:variant>
      <vt:variant>
        <vt:i4>6</vt:i4>
      </vt:variant>
      <vt:variant>
        <vt:lpstr>Тема</vt:lpstr>
      </vt:variant>
      <vt:variant>
        <vt:i4>1</vt:i4>
      </vt:variant>
      <vt:variant>
        <vt:lpstr>Заголовки слайдов</vt:lpstr>
      </vt:variant>
      <vt:variant>
        <vt:i4>61</vt:i4>
      </vt:variant>
    </vt:vector>
  </HeadingPairs>
  <TitlesOfParts>
    <vt:vector size="68" baseType="lpstr">
      <vt:lpstr>Aptos</vt:lpstr>
      <vt:lpstr>Aptos Display</vt:lpstr>
      <vt:lpstr>Arial</vt:lpstr>
      <vt:lpstr>Courier New</vt:lpstr>
      <vt:lpstr>Google Sans Text</vt:lpstr>
      <vt:lpstr>Times New Roman</vt:lpstr>
      <vt:lpstr>Тема Office</vt:lpstr>
      <vt:lpstr>Lecture 7. Hash Function Applications</vt:lpstr>
      <vt:lpstr>Agenda</vt:lpstr>
      <vt:lpstr>1. Password Hashing: The Problem</vt:lpstr>
      <vt:lpstr>1. Password Hashing: The Problem</vt:lpstr>
      <vt:lpstr>1.1 Why Not Store Passwords in Plaintext?</vt:lpstr>
      <vt:lpstr>1.2 Why Not Use SHA-256?</vt:lpstr>
      <vt:lpstr>Example 1.1: Cracking SHA-256 Hashed Passwords</vt:lpstr>
      <vt:lpstr>1.3 Requirements for Password Hashing</vt:lpstr>
      <vt:lpstr>2. Password Hashing Functions</vt:lpstr>
      <vt:lpstr>2. Password Hashing Functions</vt:lpstr>
      <vt:lpstr>2.1 bcrypt</vt:lpstr>
      <vt:lpstr>Design: </vt:lpstr>
      <vt:lpstr>Cost Parameter: </vt:lpstr>
      <vt:lpstr>Example 2.1: bcrypt Hash</vt:lpstr>
      <vt:lpstr>Advantages and Limitations</vt:lpstr>
      <vt:lpstr>Презентация PowerPoint</vt:lpstr>
      <vt:lpstr>2.2 scrypt</vt:lpstr>
      <vt:lpstr>2.2 scrypt</vt:lpstr>
      <vt:lpstr>Example 2.2: scrypt Configuration</vt:lpstr>
      <vt:lpstr>2.2 scrypt</vt:lpstr>
      <vt:lpstr>2.3 Argon2</vt:lpstr>
      <vt:lpstr>2.3 Argon2</vt:lpstr>
      <vt:lpstr>Example 2.3: Argon2id Configuration</vt:lpstr>
      <vt:lpstr>2.3 Argon2</vt:lpstr>
      <vt:lpstr>2.4 Comparison and Recommendations</vt:lpstr>
      <vt:lpstr>2.4 Comparison and Recommendations</vt:lpstr>
      <vt:lpstr>3. Merkle Trees</vt:lpstr>
      <vt:lpstr>3. Merkle Trees</vt:lpstr>
      <vt:lpstr>3.1 Structure and Construction</vt:lpstr>
      <vt:lpstr>Презентация PowerPoint</vt:lpstr>
      <vt:lpstr>3.1 Structure and Construction</vt:lpstr>
      <vt:lpstr>3.2 Merkle Proofs</vt:lpstr>
      <vt:lpstr>Example 3.1: Merkle Proof</vt:lpstr>
      <vt:lpstr>Example 3.1: Merkle Proof</vt:lpstr>
      <vt:lpstr>3.3 Applications</vt:lpstr>
      <vt:lpstr>Example 3.2: Bitcoin Block</vt:lpstr>
      <vt:lpstr>3.3 Applications</vt:lpstr>
      <vt:lpstr>Презентация PowerPoint</vt:lpstr>
      <vt:lpstr>4. Hash Chains and Time-Stamping</vt:lpstr>
      <vt:lpstr>4. Hash Chains and Time-Stamping</vt:lpstr>
      <vt:lpstr>4.1 Hash Chain Construction</vt:lpstr>
      <vt:lpstr>4.2 Applications</vt:lpstr>
      <vt:lpstr>Example 4.1: Document Time-Stamping</vt:lpstr>
      <vt:lpstr>5. Commitment Schemes</vt:lpstr>
      <vt:lpstr>5. Commitment Schemes</vt:lpstr>
      <vt:lpstr>5.1 Definition and Properties</vt:lpstr>
      <vt:lpstr>5.2 Hash-Based Commitment</vt:lpstr>
      <vt:lpstr>Example 5.1: Coin Flip Protocol</vt:lpstr>
      <vt:lpstr>5.3 Applications</vt:lpstr>
      <vt:lpstr>6. Hash-Based Signatures</vt:lpstr>
      <vt:lpstr>6.3 Modern Schemes: XMSS and SPHINCS+</vt:lpstr>
      <vt:lpstr>6.1 Lamport One-Time Signatures</vt:lpstr>
      <vt:lpstr>6.1 Lamport One-Time Signatures</vt:lpstr>
      <vt:lpstr>6.1 Lamport One-Time Signatures</vt:lpstr>
      <vt:lpstr>6.2 Merkle Signature Scheme</vt:lpstr>
      <vt:lpstr>6.2 Merkle Signature Scheme</vt:lpstr>
      <vt:lpstr>6.3 Modern Schemes: XMSS and SPHINCS+</vt:lpstr>
      <vt:lpstr>Conclusion</vt:lpstr>
      <vt:lpstr>Looking Forward</vt:lpstr>
      <vt:lpstr>Preparation</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Nikolay Ishutin</cp:lastModifiedBy>
  <cp:revision>351</cp:revision>
  <dcterms:created xsi:type="dcterms:W3CDTF">2026-03-01T12:05:02Z</dcterms:created>
  <dcterms:modified xsi:type="dcterms:W3CDTF">2026-03-02T08:51:56Z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0x0101009A8D18DF04E7B24DB531D034DE08C523</vt:lpwstr>
  </property>
</Properties>
</file>