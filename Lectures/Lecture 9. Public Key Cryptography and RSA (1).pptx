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327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8" r:id="rId29"/>
    <p:sldId id="290" r:id="rId30"/>
    <p:sldId id="292" r:id="rId31"/>
    <p:sldId id="294" r:id="rId32"/>
    <p:sldId id="296" r:id="rId33"/>
    <p:sldId id="298" r:id="rId34"/>
    <p:sldId id="299" r:id="rId35"/>
    <p:sldId id="300" r:id="rId36"/>
    <p:sldId id="328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29" r:id="rId45"/>
    <p:sldId id="311" r:id="rId46"/>
    <p:sldId id="312" r:id="rId47"/>
    <p:sldId id="313" r:id="rId48"/>
    <p:sldId id="314" r:id="rId49"/>
    <p:sldId id="315" r:id="rId50"/>
    <p:sldId id="316" r:id="rId51"/>
    <p:sldId id="330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5F2FCA-98D1-1CE2-1E41-7DEADB391A68}" v="746" dt="2026-03-09T12:00:53.5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viewProps" Target="viewProps.xml"/><Relationship Id="rId68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69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7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mirlan Zhaxalykov" userId="S::t.zhaxalykov@kbtu.kz::037320a9-8ef1-4acb-bb74-1ab60141db9d" providerId="AD" clId="Web-{135F2FCA-98D1-1CE2-1E41-7DEADB391A68}"/>
    <pc:docChg chg="addSld delSld modSld">
      <pc:chgData name="Temirlan Zhaxalykov" userId="S::t.zhaxalykov@kbtu.kz::037320a9-8ef1-4acb-bb74-1ab60141db9d" providerId="AD" clId="Web-{135F2FCA-98D1-1CE2-1E41-7DEADB391A68}" dt="2026-03-09T12:00:53.543" v="804" actId="14100"/>
      <pc:docMkLst>
        <pc:docMk/>
      </pc:docMkLst>
      <pc:sldChg chg="del">
        <pc:chgData name="Temirlan Zhaxalykov" userId="S::t.zhaxalykov@kbtu.kz::037320a9-8ef1-4acb-bb74-1ab60141db9d" providerId="AD" clId="Web-{135F2FCA-98D1-1CE2-1E41-7DEADB391A68}" dt="2026-03-09T10:59:41.543" v="2"/>
        <pc:sldMkLst>
          <pc:docMk/>
          <pc:sldMk cId="1351651579" sldId="256"/>
        </pc:sldMkLst>
      </pc:sldChg>
      <pc:sldChg chg="addSp modSp add">
        <pc:chgData name="Temirlan Zhaxalykov" userId="S::t.zhaxalykov@kbtu.kz::037320a9-8ef1-4acb-bb74-1ab60141db9d" providerId="AD" clId="Web-{135F2FCA-98D1-1CE2-1E41-7DEADB391A68}" dt="2026-03-09T11:00:26.903" v="23" actId="20577"/>
        <pc:sldMkLst>
          <pc:docMk/>
          <pc:sldMk cId="3120755832" sldId="257"/>
        </pc:sldMkLst>
        <pc:spChg chg="mod">
          <ac:chgData name="Temirlan Zhaxalykov" userId="S::t.zhaxalykov@kbtu.kz::037320a9-8ef1-4acb-bb74-1ab60141db9d" providerId="AD" clId="Web-{135F2FCA-98D1-1CE2-1E41-7DEADB391A68}" dt="2026-03-09T11:00:26.903" v="23" actId="20577"/>
          <ac:spMkLst>
            <pc:docMk/>
            <pc:sldMk cId="3120755832" sldId="257"/>
            <ac:spMk id="2" creationId="{00000000-0000-0000-0000-000000000000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0:59:38.528" v="1"/>
          <ac:spMkLst>
            <pc:docMk/>
            <pc:sldMk cId="3120755832" sldId="257"/>
            <ac:spMk id="8" creationId="{6F5A5072-7B47-4D32-B52A-4EBBF590B8A5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0:59:38.528" v="1"/>
          <ac:spMkLst>
            <pc:docMk/>
            <pc:sldMk cId="3120755832" sldId="257"/>
            <ac:spMk id="10" creationId="{9715DAF0-AE1B-46C9-8A6B-DB2AA05AB91D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0:59:38.528" v="1"/>
          <ac:spMkLst>
            <pc:docMk/>
            <pc:sldMk cId="3120755832" sldId="257"/>
            <ac:spMk id="12" creationId="{6016219D-510E-4184-9090-6D5578A87BD1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0:59:38.528" v="1"/>
          <ac:spMkLst>
            <pc:docMk/>
            <pc:sldMk cId="3120755832" sldId="257"/>
            <ac:spMk id="14" creationId="{AFF4A713-7B75-4B21-90D7-5AB19547C72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0:59:38.528" v="1"/>
          <ac:spMkLst>
            <pc:docMk/>
            <pc:sldMk cId="3120755832" sldId="257"/>
            <ac:spMk id="16" creationId="{DC631C0B-6DA6-4E57-8231-CE32B3434A7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0:59:38.528" v="1"/>
          <ac:spMkLst>
            <pc:docMk/>
            <pc:sldMk cId="3120755832" sldId="257"/>
            <ac:spMk id="18" creationId="{C29501E6-A978-4A61-9689-9085AF97A53A}"/>
          </ac:spMkLst>
        </pc:spChg>
      </pc:sldChg>
      <pc:sldChg chg="new del">
        <pc:chgData name="Temirlan Zhaxalykov" userId="S::t.zhaxalykov@kbtu.kz::037320a9-8ef1-4acb-bb74-1ab60141db9d" providerId="AD" clId="Web-{135F2FCA-98D1-1CE2-1E41-7DEADB391A68}" dt="2026-03-09T11:00:39.591" v="28"/>
        <pc:sldMkLst>
          <pc:docMk/>
          <pc:sldMk cId="1112366832" sldId="258"/>
        </pc:sldMkLst>
      </pc:sldChg>
      <pc:sldChg chg="addSp delSp modSp add del">
        <pc:chgData name="Temirlan Zhaxalykov" userId="S::t.zhaxalykov@kbtu.kz::037320a9-8ef1-4acb-bb74-1ab60141db9d" providerId="AD" clId="Web-{135F2FCA-98D1-1CE2-1E41-7DEADB391A68}" dt="2026-03-09T11:01:27.591" v="49" actId="20577"/>
        <pc:sldMkLst>
          <pc:docMk/>
          <pc:sldMk cId="3763757625" sldId="260"/>
        </pc:sldMkLst>
        <pc:spChg chg="mod">
          <ac:chgData name="Temirlan Zhaxalykov" userId="S::t.zhaxalykov@kbtu.kz::037320a9-8ef1-4acb-bb74-1ab60141db9d" providerId="AD" clId="Web-{135F2FCA-98D1-1CE2-1E41-7DEADB391A68}" dt="2026-03-09T11:00:44.075" v="30"/>
          <ac:spMkLst>
            <pc:docMk/>
            <pc:sldMk cId="3763757625" sldId="260"/>
            <ac:spMk id="2" creationId="{60CF879C-F49F-C221-47C2-B400A0A48F1A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1:27.591" v="49" actId="20577"/>
          <ac:spMkLst>
            <pc:docMk/>
            <pc:sldMk cId="3763757625" sldId="260"/>
            <ac:spMk id="3" creationId="{BD685C0E-B3AE-4024-E3E2-A44731C15FBD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0:44.075" v="30"/>
          <ac:spMkLst>
            <pc:docMk/>
            <pc:sldMk cId="3763757625" sldId="260"/>
            <ac:spMk id="8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0:44.075" v="30"/>
          <ac:spMkLst>
            <pc:docMk/>
            <pc:sldMk cId="3763757625" sldId="260"/>
            <ac:spMk id="10" creationId="{3B2E3793-BFE6-45A2-9B7B-E18844431C99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0:44.075" v="30"/>
          <ac:spMkLst>
            <pc:docMk/>
            <pc:sldMk cId="3763757625" sldId="260"/>
            <ac:spMk id="1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0:44.075" v="30"/>
          <ac:spMkLst>
            <pc:docMk/>
            <pc:sldMk cId="3763757625" sldId="260"/>
            <ac:spMk id="14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0:44.075" v="30"/>
          <ac:spMkLst>
            <pc:docMk/>
            <pc:sldMk cId="3763757625" sldId="260"/>
            <ac:spMk id="16" creationId="{53E5B1A8-3AC9-4BD1-9BBC-78CA94F2D1B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0:44.091" v="31"/>
          <ac:spMkLst>
            <pc:docMk/>
            <pc:sldMk cId="3763757625" sldId="260"/>
            <ac:spMk id="18" creationId="{A09989E4-EFDC-4A90-A633-E0525FB4139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0:44.091" v="31"/>
          <ac:spMkLst>
            <pc:docMk/>
            <pc:sldMk cId="3763757625" sldId="260"/>
            <ac:spMk id="19" creationId="{DEE2AD96-B495-4E06-9291-B71706F728CB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0:44.091" v="31"/>
          <ac:spMkLst>
            <pc:docMk/>
            <pc:sldMk cId="3763757625" sldId="260"/>
            <ac:spMk id="20" creationId="{53CF6D67-C5A8-4ADD-9E8E-1E38CA1D3166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0:44.091" v="31"/>
          <ac:spMkLst>
            <pc:docMk/>
            <pc:sldMk cId="3763757625" sldId="260"/>
            <ac:spMk id="21" creationId="{86909FA0-B515-4681-B7A8-FA281D133B94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0:44.091" v="31"/>
          <ac:spMkLst>
            <pc:docMk/>
            <pc:sldMk cId="3763757625" sldId="260"/>
            <ac:spMk id="22" creationId="{21C9FE86-FCC3-4A31-AA1C-C882262B7FE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0:44.091" v="31"/>
          <ac:spMkLst>
            <pc:docMk/>
            <pc:sldMk cId="3763757625" sldId="260"/>
            <ac:spMk id="23" creationId="{7D96243B-ECED-4B71-8E06-AE9A285EAD20}"/>
          </ac:spMkLst>
        </pc:spChg>
      </pc:sldChg>
      <pc:sldChg chg="modSp new del">
        <pc:chgData name="Temirlan Zhaxalykov" userId="S::t.zhaxalykov@kbtu.kz::037320a9-8ef1-4acb-bb74-1ab60141db9d" providerId="AD" clId="Web-{135F2FCA-98D1-1CE2-1E41-7DEADB391A68}" dt="2026-03-09T11:02:54.482" v="72"/>
        <pc:sldMkLst>
          <pc:docMk/>
          <pc:sldMk cId="3969886031" sldId="261"/>
        </pc:sldMkLst>
        <pc:spChg chg="mod">
          <ac:chgData name="Temirlan Zhaxalykov" userId="S::t.zhaxalykov@kbtu.kz::037320a9-8ef1-4acb-bb74-1ab60141db9d" providerId="AD" clId="Web-{135F2FCA-98D1-1CE2-1E41-7DEADB391A68}" dt="2026-03-09T11:01:41.278" v="51" actId="20577"/>
          <ac:spMkLst>
            <pc:docMk/>
            <pc:sldMk cId="3969886031" sldId="261"/>
            <ac:spMk id="2" creationId="{6ADCF136-5C96-B1D5-B13E-F45594A30CD0}"/>
          </ac:spMkLst>
        </pc:spChg>
      </pc:sldChg>
      <pc:sldChg chg="modSp add replId">
        <pc:chgData name="Temirlan Zhaxalykov" userId="S::t.zhaxalykov@kbtu.kz::037320a9-8ef1-4acb-bb74-1ab60141db9d" providerId="AD" clId="Web-{135F2FCA-98D1-1CE2-1E41-7DEADB391A68}" dt="2026-03-09T11:02:48.357" v="71" actId="20577"/>
        <pc:sldMkLst>
          <pc:docMk/>
          <pc:sldMk cId="1999659262" sldId="262"/>
        </pc:sldMkLst>
        <pc:spChg chg="mod">
          <ac:chgData name="Temirlan Zhaxalykov" userId="S::t.zhaxalykov@kbtu.kz::037320a9-8ef1-4acb-bb74-1ab60141db9d" providerId="AD" clId="Web-{135F2FCA-98D1-1CE2-1E41-7DEADB391A68}" dt="2026-03-09T11:02:42.419" v="69" actId="20577"/>
          <ac:spMkLst>
            <pc:docMk/>
            <pc:sldMk cId="1999659262" sldId="262"/>
            <ac:spMk id="2" creationId="{560D4B20-2DFD-B0E7-9F86-9876D6709726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2:48.357" v="71" actId="20577"/>
          <ac:spMkLst>
            <pc:docMk/>
            <pc:sldMk cId="1999659262" sldId="262"/>
            <ac:spMk id="3" creationId="{DE700BF9-6D5B-818F-934F-E3480D2B52ED}"/>
          </ac:spMkLst>
        </pc:spChg>
      </pc:sldChg>
      <pc:sldChg chg="add del replId">
        <pc:chgData name="Temirlan Zhaxalykov" userId="S::t.zhaxalykov@kbtu.kz::037320a9-8ef1-4acb-bb74-1ab60141db9d" providerId="AD" clId="Web-{135F2FCA-98D1-1CE2-1E41-7DEADB391A68}" dt="2026-03-09T11:01:57.747" v="56"/>
        <pc:sldMkLst>
          <pc:docMk/>
          <pc:sldMk cId="108534003" sldId="263"/>
        </pc:sldMkLst>
      </pc:sldChg>
      <pc:sldChg chg="addSp modSp new mod setBg">
        <pc:chgData name="Temirlan Zhaxalykov" userId="S::t.zhaxalykov@kbtu.kz::037320a9-8ef1-4acb-bb74-1ab60141db9d" providerId="AD" clId="Web-{135F2FCA-98D1-1CE2-1E41-7DEADB391A68}" dt="2026-03-09T11:03:50.935" v="85" actId="20577"/>
        <pc:sldMkLst>
          <pc:docMk/>
          <pc:sldMk cId="3122845396" sldId="263"/>
        </pc:sldMkLst>
        <pc:spChg chg="mod">
          <ac:chgData name="Temirlan Zhaxalykov" userId="S::t.zhaxalykov@kbtu.kz::037320a9-8ef1-4acb-bb74-1ab60141db9d" providerId="AD" clId="Web-{135F2FCA-98D1-1CE2-1E41-7DEADB391A68}" dt="2026-03-09T11:03:47.560" v="84" actId="20577"/>
          <ac:spMkLst>
            <pc:docMk/>
            <pc:sldMk cId="3122845396" sldId="263"/>
            <ac:spMk id="2" creationId="{FE933838-7F00-4C87-F23B-2CE634D4A92D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3:50.935" v="85" actId="20577"/>
          <ac:spMkLst>
            <pc:docMk/>
            <pc:sldMk cId="3122845396" sldId="263"/>
            <ac:spMk id="3" creationId="{19DA47F3-1BC0-830F-6CDE-A60CD6D0BD45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3:38.669" v="80"/>
          <ac:spMkLst>
            <pc:docMk/>
            <pc:sldMk cId="3122845396" sldId="26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3:38.669" v="80"/>
          <ac:spMkLst>
            <pc:docMk/>
            <pc:sldMk cId="3122845396" sldId="26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3:38.669" v="80"/>
          <ac:spMkLst>
            <pc:docMk/>
            <pc:sldMk cId="3122845396" sldId="26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3:38.669" v="80"/>
          <ac:spMkLst>
            <pc:docMk/>
            <pc:sldMk cId="3122845396" sldId="26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3:38.669" v="80"/>
          <ac:spMkLst>
            <pc:docMk/>
            <pc:sldMk cId="3122845396" sldId="26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04:22.154" v="94" actId="20577"/>
        <pc:sldMkLst>
          <pc:docMk/>
          <pc:sldMk cId="1602027012" sldId="264"/>
        </pc:sldMkLst>
        <pc:spChg chg="mod">
          <ac:chgData name="Temirlan Zhaxalykov" userId="S::t.zhaxalykov@kbtu.kz::037320a9-8ef1-4acb-bb74-1ab60141db9d" providerId="AD" clId="Web-{135F2FCA-98D1-1CE2-1E41-7DEADB391A68}" dt="2026-03-09T11:04:16.154" v="92" actId="20577"/>
          <ac:spMkLst>
            <pc:docMk/>
            <pc:sldMk cId="1602027012" sldId="264"/>
            <ac:spMk id="2" creationId="{F96923E1-3A3A-0022-B31C-130745963D4A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4:22.154" v="94" actId="20577"/>
          <ac:spMkLst>
            <pc:docMk/>
            <pc:sldMk cId="1602027012" sldId="264"/>
            <ac:spMk id="3" creationId="{B724AF40-426F-AD83-B0E3-45D7A2E436C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4:09.763" v="89"/>
          <ac:spMkLst>
            <pc:docMk/>
            <pc:sldMk cId="1602027012" sldId="26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4:09.763" v="89"/>
          <ac:spMkLst>
            <pc:docMk/>
            <pc:sldMk cId="1602027012" sldId="26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4:09.763" v="89"/>
          <ac:spMkLst>
            <pc:docMk/>
            <pc:sldMk cId="1602027012" sldId="26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4:09.763" v="89"/>
          <ac:spMkLst>
            <pc:docMk/>
            <pc:sldMk cId="1602027012" sldId="26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4:09.763" v="89"/>
          <ac:spMkLst>
            <pc:docMk/>
            <pc:sldMk cId="1602027012" sldId="26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05:01.060" v="112" actId="20577"/>
        <pc:sldMkLst>
          <pc:docMk/>
          <pc:sldMk cId="1348399750" sldId="265"/>
        </pc:sldMkLst>
        <pc:spChg chg="mod">
          <ac:chgData name="Temirlan Zhaxalykov" userId="S::t.zhaxalykov@kbtu.kz::037320a9-8ef1-4acb-bb74-1ab60141db9d" providerId="AD" clId="Web-{135F2FCA-98D1-1CE2-1E41-7DEADB391A68}" dt="2026-03-09T11:04:57.919" v="111" actId="20577"/>
          <ac:spMkLst>
            <pc:docMk/>
            <pc:sldMk cId="1348399750" sldId="265"/>
            <ac:spMk id="2" creationId="{EDA4BD6C-C74A-BBBE-FE2C-991687F2C267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5:01.060" v="112" actId="20577"/>
          <ac:spMkLst>
            <pc:docMk/>
            <pc:sldMk cId="1348399750" sldId="265"/>
            <ac:spMk id="3" creationId="{95352BF0-4040-9D2B-BF4F-A58FDB3CEBC8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4:54.326" v="103" actId="20577"/>
          <ac:spMkLst>
            <pc:docMk/>
            <pc:sldMk cId="1348399750" sldId="265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4:54.341" v="104" actId="20577"/>
          <ac:spMkLst>
            <pc:docMk/>
            <pc:sldMk cId="1348399750" sldId="265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4:54.357" v="105" actId="20577"/>
          <ac:spMkLst>
            <pc:docMk/>
            <pc:sldMk cId="1348399750" sldId="265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4:54.373" v="106" actId="20577"/>
          <ac:spMkLst>
            <pc:docMk/>
            <pc:sldMk cId="1348399750" sldId="265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4:54.404" v="107" actId="20577"/>
          <ac:spMkLst>
            <pc:docMk/>
            <pc:sldMk cId="1348399750" sldId="26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05:26.841" v="126" actId="20577"/>
        <pc:sldMkLst>
          <pc:docMk/>
          <pc:sldMk cId="2115559359" sldId="266"/>
        </pc:sldMkLst>
        <pc:spChg chg="mod">
          <ac:chgData name="Temirlan Zhaxalykov" userId="S::t.zhaxalykov@kbtu.kz::037320a9-8ef1-4acb-bb74-1ab60141db9d" providerId="AD" clId="Web-{135F2FCA-98D1-1CE2-1E41-7DEADB391A68}" dt="2026-03-09T11:05:23.920" v="124" actId="20577"/>
          <ac:spMkLst>
            <pc:docMk/>
            <pc:sldMk cId="2115559359" sldId="266"/>
            <ac:spMk id="2" creationId="{2D3AC9E7-0E8C-6523-9A1C-1F075CE44882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5:26.841" v="126" actId="20577"/>
          <ac:spMkLst>
            <pc:docMk/>
            <pc:sldMk cId="2115559359" sldId="266"/>
            <ac:spMk id="3" creationId="{2F228C9D-D27A-BE95-9C1A-FB00BB7B1FA3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5:23.826" v="119" actId="20577"/>
          <ac:spMkLst>
            <pc:docMk/>
            <pc:sldMk cId="2115559359" sldId="266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5:23.841" v="120" actId="20577"/>
          <ac:spMkLst>
            <pc:docMk/>
            <pc:sldMk cId="2115559359" sldId="266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5:23.857" v="121" actId="20577"/>
          <ac:spMkLst>
            <pc:docMk/>
            <pc:sldMk cId="2115559359" sldId="266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5:23.873" v="122" actId="20577"/>
          <ac:spMkLst>
            <pc:docMk/>
            <pc:sldMk cId="2115559359" sldId="266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5:23.888" v="123" actId="20577"/>
          <ac:spMkLst>
            <pc:docMk/>
            <pc:sldMk cId="2115559359" sldId="26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05:56.388" v="133"/>
        <pc:sldMkLst>
          <pc:docMk/>
          <pc:sldMk cId="849231838" sldId="267"/>
        </pc:sldMkLst>
        <pc:spChg chg="mod">
          <ac:chgData name="Temirlan Zhaxalykov" userId="S::t.zhaxalykov@kbtu.kz::037320a9-8ef1-4acb-bb74-1ab60141db9d" providerId="AD" clId="Web-{135F2FCA-98D1-1CE2-1E41-7DEADB391A68}" dt="2026-03-09T11:05:52.513" v="132"/>
          <ac:spMkLst>
            <pc:docMk/>
            <pc:sldMk cId="849231838" sldId="267"/>
            <ac:spMk id="2" creationId="{D8C8B89A-A3D6-4688-7E3A-09A25D41DD34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5:56.388" v="133"/>
          <ac:spMkLst>
            <pc:docMk/>
            <pc:sldMk cId="849231838" sldId="267"/>
            <ac:spMk id="3" creationId="{AAD25EC8-7657-D646-A9D5-8445ACFDA596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5:52.513" v="132"/>
          <ac:spMkLst>
            <pc:docMk/>
            <pc:sldMk cId="849231838" sldId="26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5:52.513" v="132"/>
          <ac:spMkLst>
            <pc:docMk/>
            <pc:sldMk cId="849231838" sldId="26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5:52.513" v="132"/>
          <ac:spMkLst>
            <pc:docMk/>
            <pc:sldMk cId="849231838" sldId="26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5:52.513" v="132"/>
          <ac:spMkLst>
            <pc:docMk/>
            <pc:sldMk cId="849231838" sldId="26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5:52.513" v="132"/>
          <ac:spMkLst>
            <pc:docMk/>
            <pc:sldMk cId="849231838" sldId="26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06:35.842" v="143" actId="20577"/>
        <pc:sldMkLst>
          <pc:docMk/>
          <pc:sldMk cId="274164657" sldId="268"/>
        </pc:sldMkLst>
        <pc:spChg chg="mod">
          <ac:chgData name="Temirlan Zhaxalykov" userId="S::t.zhaxalykov@kbtu.kz::037320a9-8ef1-4acb-bb74-1ab60141db9d" providerId="AD" clId="Web-{135F2FCA-98D1-1CE2-1E41-7DEADB391A68}" dt="2026-03-09T11:06:35.842" v="143" actId="20577"/>
          <ac:spMkLst>
            <pc:docMk/>
            <pc:sldMk cId="274164657" sldId="268"/>
            <ac:spMk id="2" creationId="{14829711-2D42-3714-F1AC-D7CC4F8C976D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6:32.529" v="142" actId="20577"/>
          <ac:spMkLst>
            <pc:docMk/>
            <pc:sldMk cId="274164657" sldId="268"/>
            <ac:spMk id="3" creationId="{48D17D28-8997-E906-A3AB-4E39CB2C4C4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6:19.998" v="138"/>
          <ac:spMkLst>
            <pc:docMk/>
            <pc:sldMk cId="274164657" sldId="26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6:19.998" v="138"/>
          <ac:spMkLst>
            <pc:docMk/>
            <pc:sldMk cId="274164657" sldId="26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6:19.998" v="138"/>
          <ac:spMkLst>
            <pc:docMk/>
            <pc:sldMk cId="274164657" sldId="26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6:19.998" v="138"/>
          <ac:spMkLst>
            <pc:docMk/>
            <pc:sldMk cId="274164657" sldId="26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6:19.998" v="138"/>
          <ac:spMkLst>
            <pc:docMk/>
            <pc:sldMk cId="274164657" sldId="26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07:05.123" v="153" actId="20577"/>
        <pc:sldMkLst>
          <pc:docMk/>
          <pc:sldMk cId="2000589824" sldId="269"/>
        </pc:sldMkLst>
        <pc:spChg chg="mod">
          <ac:chgData name="Temirlan Zhaxalykov" userId="S::t.zhaxalykov@kbtu.kz::037320a9-8ef1-4acb-bb74-1ab60141db9d" providerId="AD" clId="Web-{135F2FCA-98D1-1CE2-1E41-7DEADB391A68}" dt="2026-03-09T11:06:54.670" v="148"/>
          <ac:spMkLst>
            <pc:docMk/>
            <pc:sldMk cId="2000589824" sldId="269"/>
            <ac:spMk id="2" creationId="{BBEED5AC-4757-4661-5395-793B9B292FEF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7:05.123" v="153" actId="20577"/>
          <ac:spMkLst>
            <pc:docMk/>
            <pc:sldMk cId="2000589824" sldId="269"/>
            <ac:spMk id="3" creationId="{6314C77F-0C44-2D70-FD65-2F483247670F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6:54.670" v="148"/>
          <ac:spMkLst>
            <pc:docMk/>
            <pc:sldMk cId="2000589824" sldId="26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6:54.670" v="148"/>
          <ac:spMkLst>
            <pc:docMk/>
            <pc:sldMk cId="2000589824" sldId="26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6:54.670" v="148"/>
          <ac:spMkLst>
            <pc:docMk/>
            <pc:sldMk cId="2000589824" sldId="26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6:54.670" v="148"/>
          <ac:spMkLst>
            <pc:docMk/>
            <pc:sldMk cId="2000589824" sldId="26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6:54.670" v="148"/>
          <ac:spMkLst>
            <pc:docMk/>
            <pc:sldMk cId="2000589824" sldId="26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08:05.218" v="180" actId="20577"/>
        <pc:sldMkLst>
          <pc:docMk/>
          <pc:sldMk cId="3621805098" sldId="270"/>
        </pc:sldMkLst>
        <pc:spChg chg="mod">
          <ac:chgData name="Temirlan Zhaxalykov" userId="S::t.zhaxalykov@kbtu.kz::037320a9-8ef1-4acb-bb74-1ab60141db9d" providerId="AD" clId="Web-{135F2FCA-98D1-1CE2-1E41-7DEADB391A68}" dt="2026-03-09T11:07:44.202" v="168" actId="20577"/>
          <ac:spMkLst>
            <pc:docMk/>
            <pc:sldMk cId="3621805098" sldId="270"/>
            <ac:spMk id="2" creationId="{E10D3C3E-0637-930A-B68F-421F70035736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8:05.218" v="180" actId="20577"/>
          <ac:spMkLst>
            <pc:docMk/>
            <pc:sldMk cId="3621805098" sldId="270"/>
            <ac:spMk id="3" creationId="{5EFE6DCD-04E9-DC9C-24BB-85B730986CFC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7:44.108" v="163" actId="20577"/>
          <ac:spMkLst>
            <pc:docMk/>
            <pc:sldMk cId="3621805098" sldId="270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7:44.139" v="164" actId="20577"/>
          <ac:spMkLst>
            <pc:docMk/>
            <pc:sldMk cId="3621805098" sldId="270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7:44.155" v="165" actId="20577"/>
          <ac:spMkLst>
            <pc:docMk/>
            <pc:sldMk cId="3621805098" sldId="270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7:44.170" v="166" actId="20577"/>
          <ac:spMkLst>
            <pc:docMk/>
            <pc:sldMk cId="3621805098" sldId="270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7:44.186" v="167" actId="20577"/>
          <ac:spMkLst>
            <pc:docMk/>
            <pc:sldMk cId="3621805098" sldId="270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135F2FCA-98D1-1CE2-1E41-7DEADB391A68}" dt="2026-03-09T11:08:18.249" v="183"/>
        <pc:sldMkLst>
          <pc:docMk/>
          <pc:sldMk cId="2370426863" sldId="271"/>
        </pc:sldMkLst>
      </pc:sldChg>
      <pc:sldChg chg="addSp delSp modSp add">
        <pc:chgData name="Temirlan Zhaxalykov" userId="S::t.zhaxalykov@kbtu.kz::037320a9-8ef1-4acb-bb74-1ab60141db9d" providerId="AD" clId="Web-{135F2FCA-98D1-1CE2-1E41-7DEADB391A68}" dt="2026-03-09T11:09:22" v="211" actId="14100"/>
        <pc:sldMkLst>
          <pc:docMk/>
          <pc:sldMk cId="2566566521" sldId="272"/>
        </pc:sldMkLst>
        <pc:spChg chg="mod">
          <ac:chgData name="Temirlan Zhaxalykov" userId="S::t.zhaxalykov@kbtu.kz::037320a9-8ef1-4acb-bb74-1ab60141db9d" providerId="AD" clId="Web-{135F2FCA-98D1-1CE2-1E41-7DEADB391A68}" dt="2026-03-09T11:09:13.297" v="208" actId="20577"/>
          <ac:spMkLst>
            <pc:docMk/>
            <pc:sldMk cId="2566566521" sldId="272"/>
            <ac:spMk id="2" creationId="{560D4B20-2DFD-B0E7-9F86-9876D6709726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09:22" v="211" actId="14100"/>
          <ac:spMkLst>
            <pc:docMk/>
            <pc:sldMk cId="2566566521" sldId="272"/>
            <ac:spMk id="3" creationId="{DE700BF9-6D5B-818F-934F-E3480D2B52ED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8:24.468" v="185"/>
          <ac:spMkLst>
            <pc:docMk/>
            <pc:sldMk cId="2566566521" sldId="272"/>
            <ac:spMk id="8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8:24.468" v="185"/>
          <ac:spMkLst>
            <pc:docMk/>
            <pc:sldMk cId="2566566521" sldId="272"/>
            <ac:spMk id="10" creationId="{3B2E3793-BFE6-45A2-9B7B-E18844431C99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8:24.468" v="185"/>
          <ac:spMkLst>
            <pc:docMk/>
            <pc:sldMk cId="2566566521" sldId="272"/>
            <ac:spMk id="1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8:24.468" v="185"/>
          <ac:spMkLst>
            <pc:docMk/>
            <pc:sldMk cId="2566566521" sldId="272"/>
            <ac:spMk id="14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8:24.468" v="185"/>
          <ac:spMkLst>
            <pc:docMk/>
            <pc:sldMk cId="2566566521" sldId="272"/>
            <ac:spMk id="16" creationId="{53E5B1A8-3AC9-4BD1-9BBC-78CA94F2D1B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8:24.484" v="186"/>
          <ac:spMkLst>
            <pc:docMk/>
            <pc:sldMk cId="2566566521" sldId="272"/>
            <ac:spMk id="18" creationId="{A09989E4-EFDC-4A90-A633-E0525FB4139E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9:07.094" v="201" actId="20577"/>
          <ac:spMkLst>
            <pc:docMk/>
            <pc:sldMk cId="2566566521" sldId="272"/>
            <ac:spMk id="19" creationId="{DEE2AD96-B495-4E06-9291-B71706F728CB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9:07.109" v="202" actId="20577"/>
          <ac:spMkLst>
            <pc:docMk/>
            <pc:sldMk cId="2566566521" sldId="272"/>
            <ac:spMk id="20" creationId="{53CF6D67-C5A8-4ADD-9E8E-1E38CA1D3166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9:07.125" v="203" actId="20577"/>
          <ac:spMkLst>
            <pc:docMk/>
            <pc:sldMk cId="2566566521" sldId="272"/>
            <ac:spMk id="21" creationId="{86909FA0-B515-4681-B7A8-FA281D133B94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08:24.484" v="186"/>
          <ac:spMkLst>
            <pc:docMk/>
            <pc:sldMk cId="2566566521" sldId="272"/>
            <ac:spMk id="22" creationId="{21C9FE86-FCC3-4A31-AA1C-C882262B7FE7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09:07.172" v="204" actId="20577"/>
          <ac:spMkLst>
            <pc:docMk/>
            <pc:sldMk cId="2566566521" sldId="272"/>
            <ac:spMk id="23" creationId="{7D96243B-ECED-4B71-8E06-AE9A285EAD20}"/>
          </ac:spMkLst>
        </pc:spChg>
      </pc:sldChg>
      <pc:sldChg chg="addSp delSp modSp new mod setBg">
        <pc:chgData name="Temirlan Zhaxalykov" userId="S::t.zhaxalykov@kbtu.kz::037320a9-8ef1-4acb-bb74-1ab60141db9d" providerId="AD" clId="Web-{135F2FCA-98D1-1CE2-1E41-7DEADB391A68}" dt="2026-03-09T11:10:09.422" v="229" actId="20577"/>
        <pc:sldMkLst>
          <pc:docMk/>
          <pc:sldMk cId="3638670817" sldId="273"/>
        </pc:sldMkLst>
        <pc:spChg chg="mod">
          <ac:chgData name="Temirlan Zhaxalykov" userId="S::t.zhaxalykov@kbtu.kz::037320a9-8ef1-4acb-bb74-1ab60141db9d" providerId="AD" clId="Web-{135F2FCA-98D1-1CE2-1E41-7DEADB391A68}" dt="2026-03-09T11:10:09.407" v="228" actId="20577"/>
          <ac:spMkLst>
            <pc:docMk/>
            <pc:sldMk cId="3638670817" sldId="273"/>
            <ac:spMk id="2" creationId="{739FC675-B25C-DD05-CE6E-56D1A6595D9F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0:09.422" v="229" actId="20577"/>
          <ac:spMkLst>
            <pc:docMk/>
            <pc:sldMk cId="3638670817" sldId="273"/>
            <ac:spMk id="3" creationId="{50EC2B85-79E6-CD5F-C6F2-A9E50499C1C7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9:58.360" v="216"/>
          <ac:spMkLst>
            <pc:docMk/>
            <pc:sldMk cId="3638670817" sldId="273"/>
            <ac:spMk id="8" creationId="{DEE2AD96-B495-4E06-9291-B71706F728CB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9:58.360" v="216"/>
          <ac:spMkLst>
            <pc:docMk/>
            <pc:sldMk cId="3638670817" sldId="273"/>
            <ac:spMk id="10" creationId="{53CF6D67-C5A8-4ADD-9E8E-1E38CA1D3166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9:58.360" v="216"/>
          <ac:spMkLst>
            <pc:docMk/>
            <pc:sldMk cId="3638670817" sldId="273"/>
            <ac:spMk id="12" creationId="{86909FA0-B515-4681-B7A8-FA281D133B94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9:58.360" v="216"/>
          <ac:spMkLst>
            <pc:docMk/>
            <pc:sldMk cId="3638670817" sldId="273"/>
            <ac:spMk id="14" creationId="{21C9FE86-FCC3-4A31-AA1C-C882262B7FE7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9:58.360" v="216"/>
          <ac:spMkLst>
            <pc:docMk/>
            <pc:sldMk cId="3638670817" sldId="273"/>
            <ac:spMk id="16" creationId="{7D96243B-ECED-4B71-8E06-AE9A285EAD20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09:58.360" v="216"/>
          <ac:spMkLst>
            <pc:docMk/>
            <pc:sldMk cId="3638670817" sldId="273"/>
            <ac:spMk id="18" creationId="{A09989E4-EFDC-4A90-A633-E0525FB4139E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10:09.329" v="223" actId="20577"/>
          <ac:spMkLst>
            <pc:docMk/>
            <pc:sldMk cId="3638670817" sldId="273"/>
            <ac:spMk id="20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10:09.344" v="224" actId="20577"/>
          <ac:spMkLst>
            <pc:docMk/>
            <pc:sldMk cId="3638670817" sldId="273"/>
            <ac:spMk id="21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10:09.360" v="225" actId="20577"/>
          <ac:spMkLst>
            <pc:docMk/>
            <pc:sldMk cId="3638670817" sldId="273"/>
            <ac:spMk id="2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10:09.375" v="226" actId="20577"/>
          <ac:spMkLst>
            <pc:docMk/>
            <pc:sldMk cId="3638670817" sldId="273"/>
            <ac:spMk id="23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10:09.391" v="227" actId="20577"/>
          <ac:spMkLst>
            <pc:docMk/>
            <pc:sldMk cId="3638670817" sldId="273"/>
            <ac:spMk id="24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0:42.172" v="238" actId="20577"/>
        <pc:sldMkLst>
          <pc:docMk/>
          <pc:sldMk cId="697152628" sldId="274"/>
        </pc:sldMkLst>
        <pc:spChg chg="mod">
          <ac:chgData name="Temirlan Zhaxalykov" userId="S::t.zhaxalykov@kbtu.kz::037320a9-8ef1-4acb-bb74-1ab60141db9d" providerId="AD" clId="Web-{135F2FCA-98D1-1CE2-1E41-7DEADB391A68}" dt="2026-03-09T11:10:38.329" v="236"/>
          <ac:spMkLst>
            <pc:docMk/>
            <pc:sldMk cId="697152628" sldId="274"/>
            <ac:spMk id="2" creationId="{7107BD84-8CE1-E2EB-A0C8-9071CC60F1F8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0:42.172" v="238" actId="20577"/>
          <ac:spMkLst>
            <pc:docMk/>
            <pc:sldMk cId="697152628" sldId="274"/>
            <ac:spMk id="3" creationId="{E9C28DD4-183A-A408-706D-57B921F5A6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0:33.579" v="234"/>
          <ac:spMkLst>
            <pc:docMk/>
            <pc:sldMk cId="697152628" sldId="27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0:33.579" v="234"/>
          <ac:spMkLst>
            <pc:docMk/>
            <pc:sldMk cId="697152628" sldId="27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0:33.579" v="234"/>
          <ac:spMkLst>
            <pc:docMk/>
            <pc:sldMk cId="697152628" sldId="27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0:33.579" v="234"/>
          <ac:spMkLst>
            <pc:docMk/>
            <pc:sldMk cId="697152628" sldId="27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0:33.579" v="234"/>
          <ac:spMkLst>
            <pc:docMk/>
            <pc:sldMk cId="697152628" sldId="27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1:39.985" v="250" actId="20577"/>
        <pc:sldMkLst>
          <pc:docMk/>
          <pc:sldMk cId="277060057" sldId="275"/>
        </pc:sldMkLst>
        <pc:spChg chg="mod">
          <ac:chgData name="Temirlan Zhaxalykov" userId="S::t.zhaxalykov@kbtu.kz::037320a9-8ef1-4acb-bb74-1ab60141db9d" providerId="AD" clId="Web-{135F2FCA-98D1-1CE2-1E41-7DEADB391A68}" dt="2026-03-09T11:11:23.564" v="248" actId="20577"/>
          <ac:spMkLst>
            <pc:docMk/>
            <pc:sldMk cId="277060057" sldId="275"/>
            <ac:spMk id="2" creationId="{D1FB825B-BBCC-927C-0BB1-497811714837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1:39.985" v="250" actId="20577"/>
          <ac:spMkLst>
            <pc:docMk/>
            <pc:sldMk cId="277060057" sldId="275"/>
            <ac:spMk id="3" creationId="{6D8706BD-2D34-49D2-AB08-5375C9286044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1:16.907" v="245"/>
          <ac:spMkLst>
            <pc:docMk/>
            <pc:sldMk cId="277060057" sldId="27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1:16.907" v="245"/>
          <ac:spMkLst>
            <pc:docMk/>
            <pc:sldMk cId="277060057" sldId="27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1:16.907" v="245"/>
          <ac:spMkLst>
            <pc:docMk/>
            <pc:sldMk cId="277060057" sldId="27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1:16.907" v="245"/>
          <ac:spMkLst>
            <pc:docMk/>
            <pc:sldMk cId="277060057" sldId="27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1:16.907" v="245"/>
          <ac:spMkLst>
            <pc:docMk/>
            <pc:sldMk cId="277060057" sldId="27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2:10.549" v="261" actId="20577"/>
        <pc:sldMkLst>
          <pc:docMk/>
          <pc:sldMk cId="648279878" sldId="276"/>
        </pc:sldMkLst>
        <pc:spChg chg="mod">
          <ac:chgData name="Temirlan Zhaxalykov" userId="S::t.zhaxalykov@kbtu.kz::037320a9-8ef1-4acb-bb74-1ab60141db9d" providerId="AD" clId="Web-{135F2FCA-98D1-1CE2-1E41-7DEADB391A68}" dt="2026-03-09T11:12:08.174" v="259" actId="14100"/>
          <ac:spMkLst>
            <pc:docMk/>
            <pc:sldMk cId="648279878" sldId="276"/>
            <ac:spMk id="2" creationId="{0B571187-B91D-94D3-BB17-B180CB281092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2:10.549" v="261" actId="20577"/>
          <ac:spMkLst>
            <pc:docMk/>
            <pc:sldMk cId="648279878" sldId="276"/>
            <ac:spMk id="3" creationId="{6049D18D-FE90-E0F6-0CED-F9CC09EBA96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1:56.079" v="254"/>
          <ac:spMkLst>
            <pc:docMk/>
            <pc:sldMk cId="648279878" sldId="27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1:56.079" v="254"/>
          <ac:spMkLst>
            <pc:docMk/>
            <pc:sldMk cId="648279878" sldId="27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1:56.079" v="254"/>
          <ac:spMkLst>
            <pc:docMk/>
            <pc:sldMk cId="648279878" sldId="27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1:56.079" v="254"/>
          <ac:spMkLst>
            <pc:docMk/>
            <pc:sldMk cId="648279878" sldId="27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1:56.079" v="254"/>
          <ac:spMkLst>
            <pc:docMk/>
            <pc:sldMk cId="648279878" sldId="27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2:34.018" v="271" actId="20577"/>
        <pc:sldMkLst>
          <pc:docMk/>
          <pc:sldMk cId="1335553631" sldId="277"/>
        </pc:sldMkLst>
        <pc:spChg chg="mod">
          <ac:chgData name="Temirlan Zhaxalykov" userId="S::t.zhaxalykov@kbtu.kz::037320a9-8ef1-4acb-bb74-1ab60141db9d" providerId="AD" clId="Web-{135F2FCA-98D1-1CE2-1E41-7DEADB391A68}" dt="2026-03-09T11:12:34.018" v="271" actId="20577"/>
          <ac:spMkLst>
            <pc:docMk/>
            <pc:sldMk cId="1335553631" sldId="277"/>
            <ac:spMk id="2" creationId="{BAD66420-4A1E-7194-A55B-98371E3BA583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2:29.502" v="268" actId="20577"/>
          <ac:spMkLst>
            <pc:docMk/>
            <pc:sldMk cId="1335553631" sldId="277"/>
            <ac:spMk id="3" creationId="{DE901F8E-5F22-52AE-E273-9E1539C77664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2:26.487" v="266"/>
          <ac:spMkLst>
            <pc:docMk/>
            <pc:sldMk cId="1335553631" sldId="27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2:26.487" v="266"/>
          <ac:spMkLst>
            <pc:docMk/>
            <pc:sldMk cId="1335553631" sldId="27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2:26.487" v="266"/>
          <ac:spMkLst>
            <pc:docMk/>
            <pc:sldMk cId="1335553631" sldId="27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2:26.487" v="266"/>
          <ac:spMkLst>
            <pc:docMk/>
            <pc:sldMk cId="1335553631" sldId="27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2:26.487" v="266"/>
          <ac:spMkLst>
            <pc:docMk/>
            <pc:sldMk cId="1335553631" sldId="27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3:22.894" v="282" actId="20577"/>
        <pc:sldMkLst>
          <pc:docMk/>
          <pc:sldMk cId="2106975333" sldId="278"/>
        </pc:sldMkLst>
        <pc:spChg chg="mod">
          <ac:chgData name="Temirlan Zhaxalykov" userId="S::t.zhaxalykov@kbtu.kz::037320a9-8ef1-4acb-bb74-1ab60141db9d" providerId="AD" clId="Web-{135F2FCA-98D1-1CE2-1E41-7DEADB391A68}" dt="2026-03-09T11:13:22.878" v="281" actId="20577"/>
          <ac:spMkLst>
            <pc:docMk/>
            <pc:sldMk cId="2106975333" sldId="278"/>
            <ac:spMk id="2" creationId="{3E2BE936-F9C6-4D07-5137-4C1B36D045CF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3:22.894" v="282" actId="20577"/>
          <ac:spMkLst>
            <pc:docMk/>
            <pc:sldMk cId="2106975333" sldId="278"/>
            <ac:spMk id="3" creationId="{01B67677-F9F8-CD7E-5364-B72B7B43764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3:13.644" v="276"/>
          <ac:spMkLst>
            <pc:docMk/>
            <pc:sldMk cId="2106975333" sldId="27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3:13.644" v="276"/>
          <ac:spMkLst>
            <pc:docMk/>
            <pc:sldMk cId="2106975333" sldId="27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3:13.644" v="276"/>
          <ac:spMkLst>
            <pc:docMk/>
            <pc:sldMk cId="2106975333" sldId="27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3:13.644" v="276"/>
          <ac:spMkLst>
            <pc:docMk/>
            <pc:sldMk cId="2106975333" sldId="27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3:13.644" v="276"/>
          <ac:spMkLst>
            <pc:docMk/>
            <pc:sldMk cId="2106975333" sldId="27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4:00.504" v="291" actId="20577"/>
        <pc:sldMkLst>
          <pc:docMk/>
          <pc:sldMk cId="4134248696" sldId="279"/>
        </pc:sldMkLst>
        <pc:spChg chg="mod">
          <ac:chgData name="Temirlan Zhaxalykov" userId="S::t.zhaxalykov@kbtu.kz::037320a9-8ef1-4acb-bb74-1ab60141db9d" providerId="AD" clId="Web-{135F2FCA-98D1-1CE2-1E41-7DEADB391A68}" dt="2026-03-09T11:14:00.504" v="291" actId="20577"/>
          <ac:spMkLst>
            <pc:docMk/>
            <pc:sldMk cId="4134248696" sldId="279"/>
            <ac:spMk id="2" creationId="{56891995-6C8D-3A42-C9A8-24DE627AEF40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3:57.722" v="290" actId="20577"/>
          <ac:spMkLst>
            <pc:docMk/>
            <pc:sldMk cId="4134248696" sldId="279"/>
            <ac:spMk id="3" creationId="{03CA1428-91A4-30DF-644D-86EB8DF8D726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3:46.800" v="286"/>
          <ac:spMkLst>
            <pc:docMk/>
            <pc:sldMk cId="4134248696" sldId="27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3:46.800" v="286"/>
          <ac:spMkLst>
            <pc:docMk/>
            <pc:sldMk cId="4134248696" sldId="27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3:46.800" v="286"/>
          <ac:spMkLst>
            <pc:docMk/>
            <pc:sldMk cId="4134248696" sldId="27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3:46.800" v="286"/>
          <ac:spMkLst>
            <pc:docMk/>
            <pc:sldMk cId="4134248696" sldId="27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3:46.800" v="286"/>
          <ac:spMkLst>
            <pc:docMk/>
            <pc:sldMk cId="4134248696" sldId="27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4:28.176" v="299" actId="20577"/>
        <pc:sldMkLst>
          <pc:docMk/>
          <pc:sldMk cId="395979727" sldId="280"/>
        </pc:sldMkLst>
        <pc:spChg chg="mod">
          <ac:chgData name="Temirlan Zhaxalykov" userId="S::t.zhaxalykov@kbtu.kz::037320a9-8ef1-4acb-bb74-1ab60141db9d" providerId="AD" clId="Web-{135F2FCA-98D1-1CE2-1E41-7DEADB391A68}" dt="2026-03-09T11:14:20.629" v="296"/>
          <ac:spMkLst>
            <pc:docMk/>
            <pc:sldMk cId="395979727" sldId="280"/>
            <ac:spMk id="2" creationId="{740C07D2-6412-60BD-FBA2-AEFB49409410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4:28.176" v="299" actId="20577"/>
          <ac:spMkLst>
            <pc:docMk/>
            <pc:sldMk cId="395979727" sldId="280"/>
            <ac:spMk id="3" creationId="{43A194B4-0A8B-E94D-BCA9-773E24401622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4:20.629" v="296"/>
          <ac:spMkLst>
            <pc:docMk/>
            <pc:sldMk cId="395979727" sldId="28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4:20.629" v="296"/>
          <ac:spMkLst>
            <pc:docMk/>
            <pc:sldMk cId="395979727" sldId="28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4:20.629" v="296"/>
          <ac:spMkLst>
            <pc:docMk/>
            <pc:sldMk cId="395979727" sldId="28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4:20.629" v="296"/>
          <ac:spMkLst>
            <pc:docMk/>
            <pc:sldMk cId="395979727" sldId="28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4:20.629" v="296"/>
          <ac:spMkLst>
            <pc:docMk/>
            <pc:sldMk cId="395979727" sldId="28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4:56.770" v="309" actId="20577"/>
        <pc:sldMkLst>
          <pc:docMk/>
          <pc:sldMk cId="1782138682" sldId="281"/>
        </pc:sldMkLst>
        <pc:spChg chg="mod">
          <ac:chgData name="Temirlan Zhaxalykov" userId="S::t.zhaxalykov@kbtu.kz::037320a9-8ef1-4acb-bb74-1ab60141db9d" providerId="AD" clId="Web-{135F2FCA-98D1-1CE2-1E41-7DEADB391A68}" dt="2026-03-09T11:14:56.770" v="309" actId="20577"/>
          <ac:spMkLst>
            <pc:docMk/>
            <pc:sldMk cId="1782138682" sldId="281"/>
            <ac:spMk id="2" creationId="{F5306957-408D-4A50-BC67-5513349F9DE4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4:54.301" v="308" actId="20577"/>
          <ac:spMkLst>
            <pc:docMk/>
            <pc:sldMk cId="1782138682" sldId="281"/>
            <ac:spMk id="3" creationId="{C3D16A1B-0AC4-7FEF-444C-A9A16237BB0D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4:47.941" v="304"/>
          <ac:spMkLst>
            <pc:docMk/>
            <pc:sldMk cId="1782138682" sldId="28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4:47.941" v="304"/>
          <ac:spMkLst>
            <pc:docMk/>
            <pc:sldMk cId="1782138682" sldId="28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4:47.941" v="304"/>
          <ac:spMkLst>
            <pc:docMk/>
            <pc:sldMk cId="1782138682" sldId="28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4:47.941" v="304"/>
          <ac:spMkLst>
            <pc:docMk/>
            <pc:sldMk cId="1782138682" sldId="28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4:47.941" v="304"/>
          <ac:spMkLst>
            <pc:docMk/>
            <pc:sldMk cId="1782138682" sldId="28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5:36.254" v="319" actId="20577"/>
        <pc:sldMkLst>
          <pc:docMk/>
          <pc:sldMk cId="2551333229" sldId="282"/>
        </pc:sldMkLst>
        <pc:spChg chg="mod">
          <ac:chgData name="Temirlan Zhaxalykov" userId="S::t.zhaxalykov@kbtu.kz::037320a9-8ef1-4acb-bb74-1ab60141db9d" providerId="AD" clId="Web-{135F2FCA-98D1-1CE2-1E41-7DEADB391A68}" dt="2026-03-09T11:15:30.863" v="316"/>
          <ac:spMkLst>
            <pc:docMk/>
            <pc:sldMk cId="2551333229" sldId="282"/>
            <ac:spMk id="2" creationId="{EAA239BE-4663-F93B-1DB4-128033968DE5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5:36.254" v="319" actId="20577"/>
          <ac:spMkLst>
            <pc:docMk/>
            <pc:sldMk cId="2551333229" sldId="282"/>
            <ac:spMk id="3" creationId="{561C5263-13FD-6445-588C-5EC7DBB075D1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5:24.738" v="314"/>
          <ac:spMkLst>
            <pc:docMk/>
            <pc:sldMk cId="2551333229" sldId="28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5:24.738" v="314"/>
          <ac:spMkLst>
            <pc:docMk/>
            <pc:sldMk cId="2551333229" sldId="28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5:24.738" v="314"/>
          <ac:spMkLst>
            <pc:docMk/>
            <pc:sldMk cId="2551333229" sldId="28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5:24.738" v="314"/>
          <ac:spMkLst>
            <pc:docMk/>
            <pc:sldMk cId="2551333229" sldId="28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5:24.738" v="314"/>
          <ac:spMkLst>
            <pc:docMk/>
            <pc:sldMk cId="2551333229" sldId="28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6:12.553" v="327" actId="20577"/>
        <pc:sldMkLst>
          <pc:docMk/>
          <pc:sldMk cId="3338204165" sldId="283"/>
        </pc:sldMkLst>
        <pc:spChg chg="mod">
          <ac:chgData name="Temirlan Zhaxalykov" userId="S::t.zhaxalykov@kbtu.kz::037320a9-8ef1-4acb-bb74-1ab60141db9d" providerId="AD" clId="Web-{135F2FCA-98D1-1CE2-1E41-7DEADB391A68}" dt="2026-03-09T11:16:12.553" v="327" actId="20577"/>
          <ac:spMkLst>
            <pc:docMk/>
            <pc:sldMk cId="3338204165" sldId="283"/>
            <ac:spMk id="2" creationId="{995FE8E8-6495-C702-F3AB-8B54AEBF33BC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6:07.724" v="324" actId="20577"/>
          <ac:spMkLst>
            <pc:docMk/>
            <pc:sldMk cId="3338204165" sldId="283"/>
            <ac:spMk id="3" creationId="{4A506349-2EAF-70EE-0296-9EB4E5E6ACF3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6:03.099" v="323"/>
          <ac:spMkLst>
            <pc:docMk/>
            <pc:sldMk cId="3338204165" sldId="28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6:03.099" v="323"/>
          <ac:spMkLst>
            <pc:docMk/>
            <pc:sldMk cId="3338204165" sldId="28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6:03.099" v="323"/>
          <ac:spMkLst>
            <pc:docMk/>
            <pc:sldMk cId="3338204165" sldId="28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6:03.099" v="323"/>
          <ac:spMkLst>
            <pc:docMk/>
            <pc:sldMk cId="3338204165" sldId="28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6:03.099" v="323"/>
          <ac:spMkLst>
            <pc:docMk/>
            <pc:sldMk cId="3338204165" sldId="28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6:51.134" v="336" actId="20577"/>
        <pc:sldMkLst>
          <pc:docMk/>
          <pc:sldMk cId="1824654522" sldId="284"/>
        </pc:sldMkLst>
        <pc:spChg chg="mod">
          <ac:chgData name="Temirlan Zhaxalykov" userId="S::t.zhaxalykov@kbtu.kz::037320a9-8ef1-4acb-bb74-1ab60141db9d" providerId="AD" clId="Web-{135F2FCA-98D1-1CE2-1E41-7DEADB391A68}" dt="2026-03-09T11:16:43.587" v="333"/>
          <ac:spMkLst>
            <pc:docMk/>
            <pc:sldMk cId="1824654522" sldId="284"/>
            <ac:spMk id="2" creationId="{B54C5DE0-93D5-B469-21DD-44785CB1F233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6:51.134" v="336" actId="20577"/>
          <ac:spMkLst>
            <pc:docMk/>
            <pc:sldMk cId="1824654522" sldId="284"/>
            <ac:spMk id="3" creationId="{5F3C6544-F88C-AA9F-3BA4-EACAC12D5E6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6:43.587" v="333"/>
          <ac:spMkLst>
            <pc:docMk/>
            <pc:sldMk cId="1824654522" sldId="28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6:43.587" v="333"/>
          <ac:spMkLst>
            <pc:docMk/>
            <pc:sldMk cId="1824654522" sldId="28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6:43.587" v="333"/>
          <ac:spMkLst>
            <pc:docMk/>
            <pc:sldMk cId="1824654522" sldId="28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6:43.587" v="333"/>
          <ac:spMkLst>
            <pc:docMk/>
            <pc:sldMk cId="1824654522" sldId="28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6:43.587" v="333"/>
          <ac:spMkLst>
            <pc:docMk/>
            <pc:sldMk cId="1824654522" sldId="28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7:20.386" v="346" actId="20577"/>
        <pc:sldMkLst>
          <pc:docMk/>
          <pc:sldMk cId="3378488709" sldId="285"/>
        </pc:sldMkLst>
        <pc:spChg chg="mod">
          <ac:chgData name="Temirlan Zhaxalykov" userId="S::t.zhaxalykov@kbtu.kz::037320a9-8ef1-4acb-bb74-1ab60141db9d" providerId="AD" clId="Web-{135F2FCA-98D1-1CE2-1E41-7DEADB391A68}" dt="2026-03-09T11:17:20.386" v="346" actId="20577"/>
          <ac:spMkLst>
            <pc:docMk/>
            <pc:sldMk cId="3378488709" sldId="285"/>
            <ac:spMk id="2" creationId="{5CF7B8D2-4C99-4DB2-BCA9-D795723FEBE3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7:17.370" v="345" actId="20577"/>
          <ac:spMkLst>
            <pc:docMk/>
            <pc:sldMk cId="3378488709" sldId="285"/>
            <ac:spMk id="3" creationId="{164DD1EF-1F82-B2B6-5180-1C5766C2A4D1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7:10.057" v="341"/>
          <ac:spMkLst>
            <pc:docMk/>
            <pc:sldMk cId="3378488709" sldId="28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7:10.057" v="341"/>
          <ac:spMkLst>
            <pc:docMk/>
            <pc:sldMk cId="3378488709" sldId="28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7:10.057" v="341"/>
          <ac:spMkLst>
            <pc:docMk/>
            <pc:sldMk cId="3378488709" sldId="28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7:10.057" v="341"/>
          <ac:spMkLst>
            <pc:docMk/>
            <pc:sldMk cId="3378488709" sldId="28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7:10.057" v="341"/>
          <ac:spMkLst>
            <pc:docMk/>
            <pc:sldMk cId="3378488709" sldId="28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17:48.184" v="353" actId="20577"/>
        <pc:sldMkLst>
          <pc:docMk/>
          <pc:sldMk cId="4131016122" sldId="286"/>
        </pc:sldMkLst>
        <pc:spChg chg="mod">
          <ac:chgData name="Temirlan Zhaxalykov" userId="S::t.zhaxalykov@kbtu.kz::037320a9-8ef1-4acb-bb74-1ab60141db9d" providerId="AD" clId="Web-{135F2FCA-98D1-1CE2-1E41-7DEADB391A68}" dt="2026-03-09T11:17:45.684" v="352" actId="20577"/>
          <ac:spMkLst>
            <pc:docMk/>
            <pc:sldMk cId="4131016122" sldId="286"/>
            <ac:spMk id="2" creationId="{06B18C1E-B515-CAD6-FD18-938D90D8E5B8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7:48.184" v="353" actId="20577"/>
          <ac:spMkLst>
            <pc:docMk/>
            <pc:sldMk cId="4131016122" sldId="286"/>
            <ac:spMk id="3" creationId="{04DEA07F-FE17-CD3A-8FA1-69EE08949C33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7:38.449" v="350"/>
          <ac:spMkLst>
            <pc:docMk/>
            <pc:sldMk cId="4131016122" sldId="28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7:38.449" v="350"/>
          <ac:spMkLst>
            <pc:docMk/>
            <pc:sldMk cId="4131016122" sldId="28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7:38.449" v="350"/>
          <ac:spMkLst>
            <pc:docMk/>
            <pc:sldMk cId="4131016122" sldId="28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7:38.449" v="350"/>
          <ac:spMkLst>
            <pc:docMk/>
            <pc:sldMk cId="4131016122" sldId="28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17:38.449" v="350"/>
          <ac:spMkLst>
            <pc:docMk/>
            <pc:sldMk cId="4131016122" sldId="286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135F2FCA-98D1-1CE2-1E41-7DEADB391A68}" dt="2026-03-09T11:18:37.201" v="358"/>
        <pc:sldMkLst>
          <pc:docMk/>
          <pc:sldMk cId="4009835117" sldId="287"/>
        </pc:sldMkLst>
      </pc:sldChg>
      <pc:sldChg chg="add del replId">
        <pc:chgData name="Temirlan Zhaxalykov" userId="S::t.zhaxalykov@kbtu.kz::037320a9-8ef1-4acb-bb74-1ab60141db9d" providerId="AD" clId="Web-{135F2FCA-98D1-1CE2-1E41-7DEADB391A68}" dt="2026-03-09T11:18:33.154" v="356"/>
        <pc:sldMkLst>
          <pc:docMk/>
          <pc:sldMk cId="835523168" sldId="288"/>
        </pc:sldMkLst>
      </pc:sldChg>
      <pc:sldChg chg="modSp add replId">
        <pc:chgData name="Temirlan Zhaxalykov" userId="S::t.zhaxalykov@kbtu.kz::037320a9-8ef1-4acb-bb74-1ab60141db9d" providerId="AD" clId="Web-{135F2FCA-98D1-1CE2-1E41-7DEADB391A68}" dt="2026-03-09T11:19:41.123" v="374" actId="20577"/>
        <pc:sldMkLst>
          <pc:docMk/>
          <pc:sldMk cId="3999039875" sldId="288"/>
        </pc:sldMkLst>
        <pc:spChg chg="mod">
          <ac:chgData name="Temirlan Zhaxalykov" userId="S::t.zhaxalykov@kbtu.kz::037320a9-8ef1-4acb-bb74-1ab60141db9d" providerId="AD" clId="Web-{135F2FCA-98D1-1CE2-1E41-7DEADB391A68}" dt="2026-03-09T11:19:38.014" v="372" actId="20577"/>
          <ac:spMkLst>
            <pc:docMk/>
            <pc:sldMk cId="3999039875" sldId="288"/>
            <ac:spMk id="2" creationId="{4FE0CB7D-D354-B28E-D17E-978FDA48EFE4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19:41.123" v="374" actId="20577"/>
          <ac:spMkLst>
            <pc:docMk/>
            <pc:sldMk cId="3999039875" sldId="288"/>
            <ac:spMk id="3" creationId="{6F59030A-8800-9DF9-81D3-87BEB3813B25}"/>
          </ac:spMkLst>
        </pc:spChg>
      </pc:sldChg>
      <pc:sldChg chg="addSp delSp modSp new del mod setBg">
        <pc:chgData name="Temirlan Zhaxalykov" userId="S::t.zhaxalykov@kbtu.kz::037320a9-8ef1-4acb-bb74-1ab60141db9d" providerId="AD" clId="Web-{135F2FCA-98D1-1CE2-1E41-7DEADB391A68}" dt="2026-03-09T11:20:50.062" v="382"/>
        <pc:sldMkLst>
          <pc:docMk/>
          <pc:sldMk cId="2508315059" sldId="289"/>
        </pc:sldMkLst>
        <pc:spChg chg="mod">
          <ac:chgData name="Temirlan Zhaxalykov" userId="S::t.zhaxalykov@kbtu.kz::037320a9-8ef1-4acb-bb74-1ab60141db9d" providerId="AD" clId="Web-{135F2FCA-98D1-1CE2-1E41-7DEADB391A68}" dt="2026-03-09T11:20:31.171" v="380"/>
          <ac:spMkLst>
            <pc:docMk/>
            <pc:sldMk cId="2508315059" sldId="289"/>
            <ac:spMk id="2" creationId="{5992E705-E62C-8322-26C4-DC9D7A2E0D05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0:31.171" v="380"/>
          <ac:spMkLst>
            <pc:docMk/>
            <pc:sldMk cId="2508315059" sldId="289"/>
            <ac:spMk id="3" creationId="{3407F809-690D-E124-4699-1653E77FAB9C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0:31.171" v="380"/>
          <ac:spMkLst>
            <pc:docMk/>
            <pc:sldMk cId="2508315059" sldId="289"/>
            <ac:spMk id="5" creationId="{3AD318CC-E2A8-4E27-9548-A047A78999B1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0:31.171" v="380"/>
          <ac:spMkLst>
            <pc:docMk/>
            <pc:sldMk cId="2508315059" sldId="289"/>
            <ac:spMk id="7" creationId="{2C1BBA94-3F40-40AA-8BB9-E69E25E537C1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20:17.202" v="379"/>
          <ac:spMkLst>
            <pc:docMk/>
            <pc:sldMk cId="2508315059" sldId="289"/>
            <ac:spMk id="8" creationId="{5C8908E2-EE49-44D2-9428-A28D2312A8D5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20:17.202" v="379"/>
          <ac:spMkLst>
            <pc:docMk/>
            <pc:sldMk cId="2508315059" sldId="289"/>
            <ac:spMk id="14" creationId="{BD92035A-AA2F-4CD8-A556-1CE8BDEC75BD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20:17.202" v="379"/>
          <ac:spMkLst>
            <pc:docMk/>
            <pc:sldMk cId="2508315059" sldId="289"/>
            <ac:spMk id="16" creationId="{ED888B23-07FA-482A-96DF-47E31AF1A603}"/>
          </ac:spMkLst>
        </pc:spChg>
        <pc:grpChg chg="add">
          <ac:chgData name="Temirlan Zhaxalykov" userId="S::t.zhaxalykov@kbtu.kz::037320a9-8ef1-4acb-bb74-1ab60141db9d" providerId="AD" clId="Web-{135F2FCA-98D1-1CE2-1E41-7DEADB391A68}" dt="2026-03-09T11:20:31.171" v="380"/>
          <ac:grpSpMkLst>
            <pc:docMk/>
            <pc:sldMk cId="2508315059" sldId="289"/>
            <ac:grpSpMk id="6" creationId="{B14B560F-9DD7-4302-A60B-EBD3EF59B073}"/>
          </ac:grpSpMkLst>
        </pc:grpChg>
        <pc:grpChg chg="add del">
          <ac:chgData name="Temirlan Zhaxalykov" userId="S::t.zhaxalykov@kbtu.kz::037320a9-8ef1-4acb-bb74-1ab60141db9d" providerId="AD" clId="Web-{135F2FCA-98D1-1CE2-1E41-7DEADB391A68}" dt="2026-03-09T11:20:17.202" v="379"/>
          <ac:grpSpMkLst>
            <pc:docMk/>
            <pc:sldMk cId="2508315059" sldId="289"/>
            <ac:grpSpMk id="10" creationId="{5D1A9D8B-3117-4D9D-BDA4-DD81895098B0}"/>
          </ac:grpSpMkLst>
        </pc:grpChg>
      </pc:sldChg>
      <pc:sldChg chg="modSp add replId">
        <pc:chgData name="Temirlan Zhaxalykov" userId="S::t.zhaxalykov@kbtu.kz::037320a9-8ef1-4acb-bb74-1ab60141db9d" providerId="AD" clId="Web-{135F2FCA-98D1-1CE2-1E41-7DEADB391A68}" dt="2026-03-09T11:21:19.266" v="391" actId="20577"/>
        <pc:sldMkLst>
          <pc:docMk/>
          <pc:sldMk cId="932890520" sldId="290"/>
        </pc:sldMkLst>
        <pc:spChg chg="mod">
          <ac:chgData name="Temirlan Zhaxalykov" userId="S::t.zhaxalykov@kbtu.kz::037320a9-8ef1-4acb-bb74-1ab60141db9d" providerId="AD" clId="Web-{135F2FCA-98D1-1CE2-1E41-7DEADB391A68}" dt="2026-03-09T11:21:16.500" v="389" actId="20577"/>
          <ac:spMkLst>
            <pc:docMk/>
            <pc:sldMk cId="932890520" sldId="290"/>
            <ac:spMk id="2" creationId="{14935865-8C43-771B-895B-690346F64078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1:19.266" v="391" actId="20577"/>
          <ac:spMkLst>
            <pc:docMk/>
            <pc:sldMk cId="932890520" sldId="290"/>
            <ac:spMk id="3" creationId="{B678AE4A-B585-552D-7B0C-96AE33D4ABF8}"/>
          </ac:spMkLst>
        </pc:spChg>
      </pc:sldChg>
      <pc:sldChg chg="modSp new del">
        <pc:chgData name="Temirlan Zhaxalykov" userId="S::t.zhaxalykov@kbtu.kz::037320a9-8ef1-4acb-bb74-1ab60141db9d" providerId="AD" clId="Web-{135F2FCA-98D1-1CE2-1E41-7DEADB391A68}" dt="2026-03-09T11:22:20.923" v="403"/>
        <pc:sldMkLst>
          <pc:docMk/>
          <pc:sldMk cId="3878367477" sldId="291"/>
        </pc:sldMkLst>
        <pc:spChg chg="mod">
          <ac:chgData name="Temirlan Zhaxalykov" userId="S::t.zhaxalykov@kbtu.kz::037320a9-8ef1-4acb-bb74-1ab60141db9d" providerId="AD" clId="Web-{135F2FCA-98D1-1CE2-1E41-7DEADB391A68}" dt="2026-03-09T11:21:29.282" v="393" actId="20577"/>
          <ac:spMkLst>
            <pc:docMk/>
            <pc:sldMk cId="3878367477" sldId="291"/>
            <ac:spMk id="2" creationId="{9569BFDF-1746-8B73-0566-00E04C4ABD75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2:18.501" v="400" actId="20577"/>
          <ac:spMkLst>
            <pc:docMk/>
            <pc:sldMk cId="3878367477" sldId="291"/>
            <ac:spMk id="3" creationId="{7EEACD1D-1E2C-2A15-79D0-DCDA4DCAC8DF}"/>
          </ac:spMkLst>
        </pc:spChg>
      </pc:sldChg>
      <pc:sldChg chg="modSp add replId">
        <pc:chgData name="Temirlan Zhaxalykov" userId="S::t.zhaxalykov@kbtu.kz::037320a9-8ef1-4acb-bb74-1ab60141db9d" providerId="AD" clId="Web-{135F2FCA-98D1-1CE2-1E41-7DEADB391A68}" dt="2026-03-09T11:22:36.673" v="409" actId="20577"/>
        <pc:sldMkLst>
          <pc:docMk/>
          <pc:sldMk cId="467473566" sldId="292"/>
        </pc:sldMkLst>
        <pc:spChg chg="mod">
          <ac:chgData name="Temirlan Zhaxalykov" userId="S::t.zhaxalykov@kbtu.kz::037320a9-8ef1-4acb-bb74-1ab60141db9d" providerId="AD" clId="Web-{135F2FCA-98D1-1CE2-1E41-7DEADB391A68}" dt="2026-03-09T11:22:34.080" v="408" actId="20577"/>
          <ac:spMkLst>
            <pc:docMk/>
            <pc:sldMk cId="467473566" sldId="292"/>
            <ac:spMk id="2" creationId="{680C8B18-405D-48F5-4E4D-B616A18AA835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2:36.673" v="409" actId="20577"/>
          <ac:spMkLst>
            <pc:docMk/>
            <pc:sldMk cId="467473566" sldId="292"/>
            <ac:spMk id="3" creationId="{EDB60ED4-2DFB-1FF6-5B02-8BAB9E658601}"/>
          </ac:spMkLst>
        </pc:spChg>
      </pc:sldChg>
      <pc:sldChg chg="modSp new del">
        <pc:chgData name="Temirlan Zhaxalykov" userId="S::t.zhaxalykov@kbtu.kz::037320a9-8ef1-4acb-bb74-1ab60141db9d" providerId="AD" clId="Web-{135F2FCA-98D1-1CE2-1E41-7DEADB391A68}" dt="2026-03-09T11:23:50.346" v="427"/>
        <pc:sldMkLst>
          <pc:docMk/>
          <pc:sldMk cId="1850478844" sldId="293"/>
        </pc:sldMkLst>
        <pc:spChg chg="mod">
          <ac:chgData name="Temirlan Zhaxalykov" userId="S::t.zhaxalykov@kbtu.kz::037320a9-8ef1-4acb-bb74-1ab60141db9d" providerId="AD" clId="Web-{135F2FCA-98D1-1CE2-1E41-7DEADB391A68}" dt="2026-03-09T11:23:27.111" v="416" actId="20577"/>
          <ac:spMkLst>
            <pc:docMk/>
            <pc:sldMk cId="1850478844" sldId="293"/>
            <ac:spMk id="2" creationId="{7D72381F-44F2-E01B-C743-11490FFDC34B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3:30.613" v="419" actId="20577"/>
          <ac:spMkLst>
            <pc:docMk/>
            <pc:sldMk cId="1850478844" sldId="293"/>
            <ac:spMk id="3" creationId="{44538449-CBF1-7D19-B250-21ADBAF84528}"/>
          </ac:spMkLst>
        </pc:spChg>
      </pc:sldChg>
      <pc:sldChg chg="modSp add replId">
        <pc:chgData name="Temirlan Zhaxalykov" userId="S::t.zhaxalykov@kbtu.kz::037320a9-8ef1-4acb-bb74-1ab60141db9d" providerId="AD" clId="Web-{135F2FCA-98D1-1CE2-1E41-7DEADB391A68}" dt="2026-03-09T11:23:46.315" v="426" actId="20577"/>
        <pc:sldMkLst>
          <pc:docMk/>
          <pc:sldMk cId="1356726961" sldId="294"/>
        </pc:sldMkLst>
        <pc:spChg chg="mod">
          <ac:chgData name="Temirlan Zhaxalykov" userId="S::t.zhaxalykov@kbtu.kz::037320a9-8ef1-4acb-bb74-1ab60141db9d" providerId="AD" clId="Web-{135F2FCA-98D1-1CE2-1E41-7DEADB391A68}" dt="2026-03-09T11:23:41.408" v="425" actId="20577"/>
          <ac:spMkLst>
            <pc:docMk/>
            <pc:sldMk cId="1356726961" sldId="294"/>
            <ac:spMk id="2" creationId="{7E38CEDE-B599-6847-848A-BEA96FF7C16A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3:46.315" v="426" actId="20577"/>
          <ac:spMkLst>
            <pc:docMk/>
            <pc:sldMk cId="1356726961" sldId="294"/>
            <ac:spMk id="3" creationId="{15FCEC20-2979-B5C5-4575-EFAAFEBB26C6}"/>
          </ac:spMkLst>
        </pc:spChg>
      </pc:sldChg>
      <pc:sldChg chg="modSp new del">
        <pc:chgData name="Temirlan Zhaxalykov" userId="S::t.zhaxalykov@kbtu.kz::037320a9-8ef1-4acb-bb74-1ab60141db9d" providerId="AD" clId="Web-{135F2FCA-98D1-1CE2-1E41-7DEADB391A68}" dt="2026-03-09T11:24:45.020" v="439"/>
        <pc:sldMkLst>
          <pc:docMk/>
          <pc:sldMk cId="2881762555" sldId="295"/>
        </pc:sldMkLst>
        <pc:spChg chg="mod">
          <ac:chgData name="Temirlan Zhaxalykov" userId="S::t.zhaxalykov@kbtu.kz::037320a9-8ef1-4acb-bb74-1ab60141db9d" providerId="AD" clId="Web-{135F2FCA-98D1-1CE2-1E41-7DEADB391A68}" dt="2026-03-09T11:24:37.097" v="433" actId="20577"/>
          <ac:spMkLst>
            <pc:docMk/>
            <pc:sldMk cId="2881762555" sldId="295"/>
            <ac:spMk id="2" creationId="{21C33CCA-87A1-D256-4F87-2E5E6FF5F3B3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4:41.347" v="436" actId="20577"/>
          <ac:spMkLst>
            <pc:docMk/>
            <pc:sldMk cId="2881762555" sldId="295"/>
            <ac:spMk id="3" creationId="{F87AB74A-6F3B-03A6-571C-4E5FE0C7BD4D}"/>
          </ac:spMkLst>
        </pc:spChg>
      </pc:sldChg>
      <pc:sldChg chg="modSp add replId">
        <pc:chgData name="Temirlan Zhaxalykov" userId="S::t.zhaxalykov@kbtu.kz::037320a9-8ef1-4acb-bb74-1ab60141db9d" providerId="AD" clId="Web-{135F2FCA-98D1-1CE2-1E41-7DEADB391A68}" dt="2026-03-09T11:25:06.631" v="450" actId="20577"/>
        <pc:sldMkLst>
          <pc:docMk/>
          <pc:sldMk cId="2712704379" sldId="296"/>
        </pc:sldMkLst>
        <pc:spChg chg="mod">
          <ac:chgData name="Temirlan Zhaxalykov" userId="S::t.zhaxalykov@kbtu.kz::037320a9-8ef1-4acb-bb74-1ab60141db9d" providerId="AD" clId="Web-{135F2FCA-98D1-1CE2-1E41-7DEADB391A68}" dt="2026-03-09T11:24:54.224" v="445" actId="20577"/>
          <ac:spMkLst>
            <pc:docMk/>
            <pc:sldMk cId="2712704379" sldId="296"/>
            <ac:spMk id="2" creationId="{F2A5CB56-CBBC-8441-8EA8-347C875881FC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5:06.631" v="450" actId="20577"/>
          <ac:spMkLst>
            <pc:docMk/>
            <pc:sldMk cId="2712704379" sldId="296"/>
            <ac:spMk id="3" creationId="{2ADA5B7D-92DD-3B94-754A-36BBCA851DBA}"/>
          </ac:spMkLst>
        </pc:spChg>
      </pc:sldChg>
      <pc:sldChg chg="modSp new del">
        <pc:chgData name="Temirlan Zhaxalykov" userId="S::t.zhaxalykov@kbtu.kz::037320a9-8ef1-4acb-bb74-1ab60141db9d" providerId="AD" clId="Web-{135F2FCA-98D1-1CE2-1E41-7DEADB391A68}" dt="2026-03-09T11:26:30.559" v="472"/>
        <pc:sldMkLst>
          <pc:docMk/>
          <pc:sldMk cId="3829319530" sldId="297"/>
        </pc:sldMkLst>
        <pc:spChg chg="mod">
          <ac:chgData name="Temirlan Zhaxalykov" userId="S::t.zhaxalykov@kbtu.kz::037320a9-8ef1-4acb-bb74-1ab60141db9d" providerId="AD" clId="Web-{135F2FCA-98D1-1CE2-1E41-7DEADB391A68}" dt="2026-03-09T11:26:00.682" v="455" actId="20577"/>
          <ac:spMkLst>
            <pc:docMk/>
            <pc:sldMk cId="3829319530" sldId="297"/>
            <ac:spMk id="2" creationId="{E652D4E7-6EED-A874-9EFF-E5469A6B2CAE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6:07.198" v="458" actId="20577"/>
          <ac:spMkLst>
            <pc:docMk/>
            <pc:sldMk cId="3829319530" sldId="297"/>
            <ac:spMk id="3" creationId="{2C84536D-80F8-69DE-E6D7-FAB5B8FCBE69}"/>
          </ac:spMkLst>
        </pc:spChg>
      </pc:sldChg>
      <pc:sldChg chg="modSp add replId">
        <pc:chgData name="Temirlan Zhaxalykov" userId="S::t.zhaxalykov@kbtu.kz::037320a9-8ef1-4acb-bb74-1ab60141db9d" providerId="AD" clId="Web-{135F2FCA-98D1-1CE2-1E41-7DEADB391A68}" dt="2026-03-09T11:26:27.871" v="471" actId="20577"/>
        <pc:sldMkLst>
          <pc:docMk/>
          <pc:sldMk cId="3458439967" sldId="298"/>
        </pc:sldMkLst>
        <pc:spChg chg="mod">
          <ac:chgData name="Temirlan Zhaxalykov" userId="S::t.zhaxalykov@kbtu.kz::037320a9-8ef1-4acb-bb74-1ab60141db9d" providerId="AD" clId="Web-{135F2FCA-98D1-1CE2-1E41-7DEADB391A68}" dt="2026-03-09T11:26:24.668" v="469" actId="20577"/>
          <ac:spMkLst>
            <pc:docMk/>
            <pc:sldMk cId="3458439967" sldId="298"/>
            <ac:spMk id="2" creationId="{0E30A098-59AB-1373-50E4-947533C6088F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6:27.871" v="471" actId="20577"/>
          <ac:spMkLst>
            <pc:docMk/>
            <pc:sldMk cId="3458439967" sldId="298"/>
            <ac:spMk id="3" creationId="{A0CAC76B-45B2-CAF1-26FA-106139ECE498}"/>
          </ac:spMkLst>
        </pc:spChg>
      </pc:sldChg>
      <pc:sldChg chg="addSp delSp modSp new mod setBg">
        <pc:chgData name="Temirlan Zhaxalykov" userId="S::t.zhaxalykov@kbtu.kz::037320a9-8ef1-4acb-bb74-1ab60141db9d" providerId="AD" clId="Web-{135F2FCA-98D1-1CE2-1E41-7DEADB391A68}" dt="2026-03-09T11:27:19.327" v="485" actId="20577"/>
        <pc:sldMkLst>
          <pc:docMk/>
          <pc:sldMk cId="4143932061" sldId="299"/>
        </pc:sldMkLst>
        <pc:spChg chg="mod">
          <ac:chgData name="Temirlan Zhaxalykov" userId="S::t.zhaxalykov@kbtu.kz::037320a9-8ef1-4acb-bb74-1ab60141db9d" providerId="AD" clId="Web-{135F2FCA-98D1-1CE2-1E41-7DEADB391A68}" dt="2026-03-09T11:27:14.405" v="483" actId="20577"/>
          <ac:spMkLst>
            <pc:docMk/>
            <pc:sldMk cId="4143932061" sldId="299"/>
            <ac:spMk id="2" creationId="{A1989B8E-69CC-F045-E5CD-24DA2A303595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7:19.327" v="485" actId="20577"/>
          <ac:spMkLst>
            <pc:docMk/>
            <pc:sldMk cId="4143932061" sldId="299"/>
            <ac:spMk id="3" creationId="{5C214A7C-7EB4-E1FF-1D32-B9EFBA81951E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27:03.139" v="478"/>
          <ac:spMkLst>
            <pc:docMk/>
            <pc:sldMk cId="4143932061" sldId="299"/>
            <ac:spMk id="8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27:03.139" v="478"/>
          <ac:spMkLst>
            <pc:docMk/>
            <pc:sldMk cId="4143932061" sldId="299"/>
            <ac:spMk id="10" creationId="{3B2E3793-BFE6-45A2-9B7B-E18844431C99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27:03.139" v="478"/>
          <ac:spMkLst>
            <pc:docMk/>
            <pc:sldMk cId="4143932061" sldId="299"/>
            <ac:spMk id="1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27:03.139" v="478"/>
          <ac:spMkLst>
            <pc:docMk/>
            <pc:sldMk cId="4143932061" sldId="299"/>
            <ac:spMk id="14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27:03.139" v="478"/>
          <ac:spMkLst>
            <pc:docMk/>
            <pc:sldMk cId="4143932061" sldId="299"/>
            <ac:spMk id="16" creationId="{53E5B1A8-3AC9-4BD1-9BBC-78CA94F2D1B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7:03.139" v="478"/>
          <ac:spMkLst>
            <pc:docMk/>
            <pc:sldMk cId="4143932061" sldId="299"/>
            <ac:spMk id="21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7:03.139" v="478"/>
          <ac:spMkLst>
            <pc:docMk/>
            <pc:sldMk cId="4143932061" sldId="299"/>
            <ac:spMk id="27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7:03.139" v="478"/>
          <ac:spMkLst>
            <pc:docMk/>
            <pc:sldMk cId="4143932061" sldId="299"/>
            <ac:spMk id="29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27:45.094" v="492" actId="20577"/>
        <pc:sldMkLst>
          <pc:docMk/>
          <pc:sldMk cId="3607485706" sldId="300"/>
        </pc:sldMkLst>
        <pc:spChg chg="mod">
          <ac:chgData name="Temirlan Zhaxalykov" userId="S::t.zhaxalykov@kbtu.kz::037320a9-8ef1-4acb-bb74-1ab60141db9d" providerId="AD" clId="Web-{135F2FCA-98D1-1CE2-1E41-7DEADB391A68}" dt="2026-03-09T11:27:45.094" v="492" actId="20577"/>
          <ac:spMkLst>
            <pc:docMk/>
            <pc:sldMk cId="3607485706" sldId="300"/>
            <ac:spMk id="2" creationId="{F8500615-78AF-FACA-31FF-09A8D54BAFD8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7:38.218" v="490"/>
          <ac:spMkLst>
            <pc:docMk/>
            <pc:sldMk cId="3607485706" sldId="300"/>
            <ac:spMk id="3" creationId="{28D6080F-1674-F521-D270-94EDA0AB7403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7:38.218" v="490"/>
          <ac:spMkLst>
            <pc:docMk/>
            <pc:sldMk cId="3607485706" sldId="30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7:38.218" v="490"/>
          <ac:spMkLst>
            <pc:docMk/>
            <pc:sldMk cId="3607485706" sldId="30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7:38.218" v="490"/>
          <ac:spMkLst>
            <pc:docMk/>
            <pc:sldMk cId="3607485706" sldId="30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7:38.218" v="490"/>
          <ac:spMkLst>
            <pc:docMk/>
            <pc:sldMk cId="3607485706" sldId="30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7:38.218" v="490"/>
          <ac:spMkLst>
            <pc:docMk/>
            <pc:sldMk cId="3607485706" sldId="300"/>
            <ac:spMk id="16" creationId="{53E5B1A8-3AC9-4BD1-9BBC-78CA94F2D1BA}"/>
          </ac:spMkLst>
        </pc:spChg>
      </pc:sldChg>
      <pc:sldChg chg="modSp new del">
        <pc:chgData name="Temirlan Zhaxalykov" userId="S::t.zhaxalykov@kbtu.kz::037320a9-8ef1-4acb-bb74-1ab60141db9d" providerId="AD" clId="Web-{135F2FCA-98D1-1CE2-1E41-7DEADB391A68}" dt="2026-03-09T11:28:17.797" v="495"/>
        <pc:sldMkLst>
          <pc:docMk/>
          <pc:sldMk cId="3460711579" sldId="301"/>
        </pc:sldMkLst>
        <pc:spChg chg="mod">
          <ac:chgData name="Temirlan Zhaxalykov" userId="S::t.zhaxalykov@kbtu.kz::037320a9-8ef1-4acb-bb74-1ab60141db9d" providerId="AD" clId="Web-{135F2FCA-98D1-1CE2-1E41-7DEADB391A68}" dt="2026-03-09T11:27:54.297" v="494" actId="20577"/>
          <ac:spMkLst>
            <pc:docMk/>
            <pc:sldMk cId="3460711579" sldId="301"/>
            <ac:spMk id="2" creationId="{E8DA7148-A851-AF41-ABD6-E721D625FFA7}"/>
          </ac:spMkLst>
        </pc:spChg>
      </pc:sldChg>
      <pc:sldChg chg="new del">
        <pc:chgData name="Temirlan Zhaxalykov" userId="S::t.zhaxalykov@kbtu.kz::037320a9-8ef1-4acb-bb74-1ab60141db9d" providerId="AD" clId="Web-{135F2FCA-98D1-1CE2-1E41-7DEADB391A68}" dt="2026-03-09T11:28:27.016" v="498"/>
        <pc:sldMkLst>
          <pc:docMk/>
          <pc:sldMk cId="4266155372" sldId="301"/>
        </pc:sldMkLst>
      </pc:sldChg>
      <pc:sldChg chg="modSp add replId">
        <pc:chgData name="Temirlan Zhaxalykov" userId="S::t.zhaxalykov@kbtu.kz::037320a9-8ef1-4acb-bb74-1ab60141db9d" providerId="AD" clId="Web-{135F2FCA-98D1-1CE2-1E41-7DEADB391A68}" dt="2026-03-09T11:29:08.939" v="512" actId="20577"/>
        <pc:sldMkLst>
          <pc:docMk/>
          <pc:sldMk cId="2957999563" sldId="302"/>
        </pc:sldMkLst>
        <pc:spChg chg="mod">
          <ac:chgData name="Temirlan Zhaxalykov" userId="S::t.zhaxalykov@kbtu.kz::037320a9-8ef1-4acb-bb74-1ab60141db9d" providerId="AD" clId="Web-{135F2FCA-98D1-1CE2-1E41-7DEADB391A68}" dt="2026-03-09T11:29:05.830" v="511" actId="20577"/>
          <ac:spMkLst>
            <pc:docMk/>
            <pc:sldMk cId="2957999563" sldId="302"/>
            <ac:spMk id="2" creationId="{E126B979-12AB-7C6F-BD1F-1E00A38D579E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29:08.939" v="512" actId="20577"/>
          <ac:spMkLst>
            <pc:docMk/>
            <pc:sldMk cId="2957999563" sldId="302"/>
            <ac:spMk id="3" creationId="{75C428A8-C6C1-6194-9FC8-1D37B1794D94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30:10.504" v="525" actId="20577"/>
        <pc:sldMkLst>
          <pc:docMk/>
          <pc:sldMk cId="3674484929" sldId="303"/>
        </pc:sldMkLst>
        <pc:spChg chg="mod">
          <ac:chgData name="Temirlan Zhaxalykov" userId="S::t.zhaxalykov@kbtu.kz::037320a9-8ef1-4acb-bb74-1ab60141db9d" providerId="AD" clId="Web-{135F2FCA-98D1-1CE2-1E41-7DEADB391A68}" dt="2026-03-09T11:29:43.894" v="519" actId="20577"/>
          <ac:spMkLst>
            <pc:docMk/>
            <pc:sldMk cId="3674484929" sldId="303"/>
            <ac:spMk id="2" creationId="{7410EB75-B574-4BDA-FEFE-DC2EF85888F6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30:10.504" v="525" actId="20577"/>
          <ac:spMkLst>
            <pc:docMk/>
            <pc:sldMk cId="3674484929" sldId="303"/>
            <ac:spMk id="3" creationId="{D3CC62C3-DCEF-A4FB-7A57-959CC880273D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9:38.331" v="517"/>
          <ac:spMkLst>
            <pc:docMk/>
            <pc:sldMk cId="3674484929" sldId="30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9:38.331" v="517"/>
          <ac:spMkLst>
            <pc:docMk/>
            <pc:sldMk cId="3674484929" sldId="30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9:38.331" v="517"/>
          <ac:spMkLst>
            <pc:docMk/>
            <pc:sldMk cId="3674484929" sldId="30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9:38.331" v="517"/>
          <ac:spMkLst>
            <pc:docMk/>
            <pc:sldMk cId="3674484929" sldId="30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29:38.331" v="517"/>
          <ac:spMkLst>
            <pc:docMk/>
            <pc:sldMk cId="3674484929" sldId="30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30:40.848" v="532" actId="20577"/>
        <pc:sldMkLst>
          <pc:docMk/>
          <pc:sldMk cId="1385110556" sldId="304"/>
        </pc:sldMkLst>
        <pc:spChg chg="mod">
          <ac:chgData name="Temirlan Zhaxalykov" userId="S::t.zhaxalykov@kbtu.kz::037320a9-8ef1-4acb-bb74-1ab60141db9d" providerId="AD" clId="Web-{135F2FCA-98D1-1CE2-1E41-7DEADB391A68}" dt="2026-03-09T11:30:40.848" v="532" actId="20577"/>
          <ac:spMkLst>
            <pc:docMk/>
            <pc:sldMk cId="1385110556" sldId="304"/>
            <ac:spMk id="2" creationId="{DF2BA9B1-FC85-B24A-4E12-FB78AD888D65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30:33.660" v="530"/>
          <ac:spMkLst>
            <pc:docMk/>
            <pc:sldMk cId="1385110556" sldId="304"/>
            <ac:spMk id="3" creationId="{953B37AB-59F7-731B-A107-F4B03659E56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0:33.660" v="530"/>
          <ac:spMkLst>
            <pc:docMk/>
            <pc:sldMk cId="1385110556" sldId="30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0:33.660" v="530"/>
          <ac:spMkLst>
            <pc:docMk/>
            <pc:sldMk cId="1385110556" sldId="30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0:33.660" v="530"/>
          <ac:spMkLst>
            <pc:docMk/>
            <pc:sldMk cId="1385110556" sldId="30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0:33.660" v="530"/>
          <ac:spMkLst>
            <pc:docMk/>
            <pc:sldMk cId="1385110556" sldId="30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0:33.660" v="530"/>
          <ac:spMkLst>
            <pc:docMk/>
            <pc:sldMk cId="1385110556" sldId="304"/>
            <ac:spMk id="16" creationId="{53E5B1A8-3AC9-4BD1-9BBC-78CA94F2D1BA}"/>
          </ac:spMkLst>
        </pc:spChg>
      </pc:sldChg>
      <pc:sldChg chg="addSp delSp modSp new mod setBg">
        <pc:chgData name="Temirlan Zhaxalykov" userId="S::t.zhaxalykov@kbtu.kz::037320a9-8ef1-4acb-bb74-1ab60141db9d" providerId="AD" clId="Web-{135F2FCA-98D1-1CE2-1E41-7DEADB391A68}" dt="2026-03-09T11:34:25.582" v="539"/>
        <pc:sldMkLst>
          <pc:docMk/>
          <pc:sldMk cId="3001770854" sldId="305"/>
        </pc:sldMkLst>
        <pc:spChg chg="mod">
          <ac:chgData name="Temirlan Zhaxalykov" userId="S::t.zhaxalykov@kbtu.kz::037320a9-8ef1-4acb-bb74-1ab60141db9d" providerId="AD" clId="Web-{135F2FCA-98D1-1CE2-1E41-7DEADB391A68}" dt="2026-03-09T11:34:17.597" v="538" actId="20577"/>
          <ac:spMkLst>
            <pc:docMk/>
            <pc:sldMk cId="3001770854" sldId="305"/>
            <ac:spMk id="2" creationId="{7D201C7B-2762-0625-B148-DAA4A0AE25DE}"/>
          </ac:spMkLst>
        </pc:spChg>
        <pc:spChg chg="del">
          <ac:chgData name="Temirlan Zhaxalykov" userId="S::t.zhaxalykov@kbtu.kz::037320a9-8ef1-4acb-bb74-1ab60141db9d" providerId="AD" clId="Web-{135F2FCA-98D1-1CE2-1E41-7DEADB391A68}" dt="2026-03-09T11:34:07.580" v="535"/>
          <ac:spMkLst>
            <pc:docMk/>
            <pc:sldMk cId="3001770854" sldId="305"/>
            <ac:spMk id="3" creationId="{CF79D396-8282-0B3E-E98E-D3088A37E224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4:10.674" v="536"/>
          <ac:spMkLst>
            <pc:docMk/>
            <pc:sldMk cId="3001770854" sldId="305"/>
            <ac:spMk id="10" creationId="{BACC6370-2D7E-4714-9D71-7542949D7D5D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4:10.674" v="536"/>
          <ac:spMkLst>
            <pc:docMk/>
            <pc:sldMk cId="3001770854" sldId="305"/>
            <ac:spMk id="12" creationId="{F68B3F68-107C-434F-AA38-110D5EA91B85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4:10.674" v="536"/>
          <ac:spMkLst>
            <pc:docMk/>
            <pc:sldMk cId="3001770854" sldId="305"/>
            <ac:spMk id="14" creationId="{AAD0DBB9-1A4B-4391-81D4-CB19F9AB918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4:10.674" v="536"/>
          <ac:spMkLst>
            <pc:docMk/>
            <pc:sldMk cId="3001770854" sldId="305"/>
            <ac:spMk id="16" creationId="{063BBA22-50EA-4C4D-BE05-F1CE4E63AA56}"/>
          </ac:spMkLst>
        </pc:spChg>
        <pc:graphicFrameChg chg="add mod ord modGraphic">
          <ac:chgData name="Temirlan Zhaxalykov" userId="S::t.zhaxalykov@kbtu.kz::037320a9-8ef1-4acb-bb74-1ab60141db9d" providerId="AD" clId="Web-{135F2FCA-98D1-1CE2-1E41-7DEADB391A68}" dt="2026-03-09T11:34:25.582" v="539"/>
          <ac:graphicFrameMkLst>
            <pc:docMk/>
            <pc:sldMk cId="3001770854" sldId="305"/>
            <ac:graphicFrameMk id="5" creationId="{0231A288-93E1-4EA2-0901-28D7147D057A}"/>
          </ac:graphicFrameMkLst>
        </pc:graphicFrameChg>
      </pc:sldChg>
      <pc:sldChg chg="addSp delSp modSp new mod setBg">
        <pc:chgData name="Temirlan Zhaxalykov" userId="S::t.zhaxalykov@kbtu.kz::037320a9-8ef1-4acb-bb74-1ab60141db9d" providerId="AD" clId="Web-{135F2FCA-98D1-1CE2-1E41-7DEADB391A68}" dt="2026-03-09T11:34:56.461" v="551" actId="20577"/>
        <pc:sldMkLst>
          <pc:docMk/>
          <pc:sldMk cId="3468228210" sldId="306"/>
        </pc:sldMkLst>
        <pc:spChg chg="mod">
          <ac:chgData name="Temirlan Zhaxalykov" userId="S::t.zhaxalykov@kbtu.kz::037320a9-8ef1-4acb-bb74-1ab60141db9d" providerId="AD" clId="Web-{135F2FCA-98D1-1CE2-1E41-7DEADB391A68}" dt="2026-03-09T11:34:56.461" v="551" actId="20577"/>
          <ac:spMkLst>
            <pc:docMk/>
            <pc:sldMk cId="3468228210" sldId="306"/>
            <ac:spMk id="2" creationId="{211FD7A4-550E-761A-DF4D-9654F87C3226}"/>
          </ac:spMkLst>
        </pc:spChg>
        <pc:spChg chg="add del mod">
          <ac:chgData name="Temirlan Zhaxalykov" userId="S::t.zhaxalykov@kbtu.kz::037320a9-8ef1-4acb-bb74-1ab60141db9d" providerId="AD" clId="Web-{135F2FCA-98D1-1CE2-1E41-7DEADB391A68}" dt="2026-03-09T11:34:46.413" v="546"/>
          <ac:spMkLst>
            <pc:docMk/>
            <pc:sldMk cId="3468228210" sldId="306"/>
            <ac:spMk id="3" creationId="{611D1C29-73CE-FE55-693C-7A9BA889C2F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4:46.413" v="546"/>
          <ac:spMkLst>
            <pc:docMk/>
            <pc:sldMk cId="3468228210" sldId="306"/>
            <ac:spMk id="8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4:46.413" v="545"/>
          <ac:spMkLst>
            <pc:docMk/>
            <pc:sldMk cId="3468228210" sldId="306"/>
            <ac:spMk id="9" creationId="{BACC6370-2D7E-4714-9D71-7542949D7D5D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4:46.413" v="546"/>
          <ac:spMkLst>
            <pc:docMk/>
            <pc:sldMk cId="3468228210" sldId="306"/>
            <ac:spMk id="10" creationId="{3B2E3793-BFE6-45A2-9B7B-E18844431C99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4:46.413" v="545"/>
          <ac:spMkLst>
            <pc:docMk/>
            <pc:sldMk cId="3468228210" sldId="306"/>
            <ac:spMk id="11" creationId="{F68B3F68-107C-434F-AA38-110D5EA91B85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4:46.413" v="546"/>
          <ac:spMkLst>
            <pc:docMk/>
            <pc:sldMk cId="3468228210" sldId="306"/>
            <ac:spMk id="1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4:46.413" v="545"/>
          <ac:spMkLst>
            <pc:docMk/>
            <pc:sldMk cId="3468228210" sldId="306"/>
            <ac:spMk id="13" creationId="{AAD0DBB9-1A4B-4391-81D4-CB19F9AB918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4:46.413" v="546"/>
          <ac:spMkLst>
            <pc:docMk/>
            <pc:sldMk cId="3468228210" sldId="306"/>
            <ac:spMk id="14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4:46.413" v="545"/>
          <ac:spMkLst>
            <pc:docMk/>
            <pc:sldMk cId="3468228210" sldId="306"/>
            <ac:spMk id="15" creationId="{063BBA22-50EA-4C4D-BE05-F1CE4E63AA56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4:46.413" v="546"/>
          <ac:spMkLst>
            <pc:docMk/>
            <pc:sldMk cId="3468228210" sldId="306"/>
            <ac:spMk id="16" creationId="{53E5B1A8-3AC9-4BD1-9BBC-78CA94F2D1BA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34:53.898" v="550" actId="20577"/>
          <ac:spMkLst>
            <pc:docMk/>
            <pc:sldMk cId="3468228210" sldId="306"/>
            <ac:spMk id="17" creationId="{611D1C29-73CE-FE55-693C-7A9BA889C2F8}"/>
          </ac:spMkLst>
        </pc:spChg>
        <pc:graphicFrameChg chg="add del">
          <ac:chgData name="Temirlan Zhaxalykov" userId="S::t.zhaxalykov@kbtu.kz::037320a9-8ef1-4acb-bb74-1ab60141db9d" providerId="AD" clId="Web-{135F2FCA-98D1-1CE2-1E41-7DEADB391A68}" dt="2026-03-09T11:34:46.413" v="545"/>
          <ac:graphicFrameMkLst>
            <pc:docMk/>
            <pc:sldMk cId="3468228210" sldId="306"/>
            <ac:graphicFrameMk id="5" creationId="{561C365D-AE86-A52E-CD71-EEABDC70EAC5}"/>
          </ac:graphicFrameMkLst>
        </pc:graphicFrameChg>
      </pc:sldChg>
      <pc:sldChg chg="addSp delSp modSp new mod setBg">
        <pc:chgData name="Temirlan Zhaxalykov" userId="S::t.zhaxalykov@kbtu.kz::037320a9-8ef1-4acb-bb74-1ab60141db9d" providerId="AD" clId="Web-{135F2FCA-98D1-1CE2-1E41-7DEADB391A68}" dt="2026-03-09T11:36:01.684" v="567"/>
        <pc:sldMkLst>
          <pc:docMk/>
          <pc:sldMk cId="558160456" sldId="307"/>
        </pc:sldMkLst>
        <pc:spChg chg="mod">
          <ac:chgData name="Temirlan Zhaxalykov" userId="S::t.zhaxalykov@kbtu.kz::037320a9-8ef1-4acb-bb74-1ab60141db9d" providerId="AD" clId="Web-{135F2FCA-98D1-1CE2-1E41-7DEADB391A68}" dt="2026-03-09T11:35:28.370" v="558" actId="20577"/>
          <ac:spMkLst>
            <pc:docMk/>
            <pc:sldMk cId="558160456" sldId="307"/>
            <ac:spMk id="2" creationId="{FDCD7A3E-3916-8610-5361-F0C7CB20B3BE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36:01.684" v="567"/>
          <ac:spMkLst>
            <pc:docMk/>
            <pc:sldMk cId="558160456" sldId="307"/>
            <ac:spMk id="3" creationId="{D2458BAB-8078-32B0-9604-BF8F35BF50E8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6:01.684" v="567"/>
          <ac:spMkLst>
            <pc:docMk/>
            <pc:sldMk cId="558160456" sldId="307"/>
            <ac:spMk id="8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6:01.684" v="567"/>
          <ac:spMkLst>
            <pc:docMk/>
            <pc:sldMk cId="558160456" sldId="307"/>
            <ac:spMk id="10" creationId="{3B2E3793-BFE6-45A2-9B7B-E18844431C99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6:01.684" v="567"/>
          <ac:spMkLst>
            <pc:docMk/>
            <pc:sldMk cId="558160456" sldId="307"/>
            <ac:spMk id="1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6:01.684" v="567"/>
          <ac:spMkLst>
            <pc:docMk/>
            <pc:sldMk cId="558160456" sldId="307"/>
            <ac:spMk id="14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6:01.684" v="567"/>
          <ac:spMkLst>
            <pc:docMk/>
            <pc:sldMk cId="558160456" sldId="307"/>
            <ac:spMk id="16" creationId="{53E5B1A8-3AC9-4BD1-9BBC-78CA94F2D1B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6:01.684" v="567"/>
          <ac:spMkLst>
            <pc:docMk/>
            <pc:sldMk cId="558160456" sldId="307"/>
            <ac:spMk id="23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6:01.684" v="567"/>
          <ac:spMkLst>
            <pc:docMk/>
            <pc:sldMk cId="558160456" sldId="307"/>
            <ac:spMk id="25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6:01.684" v="567"/>
          <ac:spMkLst>
            <pc:docMk/>
            <pc:sldMk cId="558160456" sldId="307"/>
            <ac:spMk id="27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6:01.684" v="567"/>
          <ac:spMkLst>
            <pc:docMk/>
            <pc:sldMk cId="558160456" sldId="307"/>
            <ac:spMk id="29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37:01.454" v="583" actId="20577"/>
        <pc:sldMkLst>
          <pc:docMk/>
          <pc:sldMk cId="1335772603" sldId="308"/>
        </pc:sldMkLst>
        <pc:spChg chg="mod">
          <ac:chgData name="Temirlan Zhaxalykov" userId="S::t.zhaxalykov@kbtu.kz::037320a9-8ef1-4acb-bb74-1ab60141db9d" providerId="AD" clId="Web-{135F2FCA-98D1-1CE2-1E41-7DEADB391A68}" dt="2026-03-09T11:36:28.764" v="576" actId="20577"/>
          <ac:spMkLst>
            <pc:docMk/>
            <pc:sldMk cId="1335772603" sldId="308"/>
            <ac:spMk id="2" creationId="{5FFFD770-3D9C-FD8E-36FF-876276EDEA9C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37:01.454" v="583" actId="20577"/>
          <ac:spMkLst>
            <pc:docMk/>
            <pc:sldMk cId="1335772603" sldId="308"/>
            <ac:spMk id="3" creationId="{17E226D9-7F39-174F-C643-BFDF84375F7F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6:20.498" v="571"/>
          <ac:spMkLst>
            <pc:docMk/>
            <pc:sldMk cId="1335772603" sldId="30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6:20.498" v="571"/>
          <ac:spMkLst>
            <pc:docMk/>
            <pc:sldMk cId="1335772603" sldId="30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6:20.498" v="571"/>
          <ac:spMkLst>
            <pc:docMk/>
            <pc:sldMk cId="1335772603" sldId="30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6:20.498" v="571"/>
          <ac:spMkLst>
            <pc:docMk/>
            <pc:sldMk cId="1335772603" sldId="30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6:20.498" v="571"/>
          <ac:spMkLst>
            <pc:docMk/>
            <pc:sldMk cId="1335772603" sldId="308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135F2FCA-98D1-1CE2-1E41-7DEADB391A68}" dt="2026-03-09T11:36:44.718" v="580"/>
        <pc:sldMkLst>
          <pc:docMk/>
          <pc:sldMk cId="3294799289" sldId="309"/>
        </pc:sldMkLst>
      </pc:sldChg>
      <pc:sldChg chg="addSp delSp modSp add del">
        <pc:chgData name="Temirlan Zhaxalykov" userId="S::t.zhaxalykov@kbtu.kz::037320a9-8ef1-4acb-bb74-1ab60141db9d" providerId="AD" clId="Web-{135F2FCA-98D1-1CE2-1E41-7DEADB391A68}" dt="2026-03-09T11:37:06.110" v="585"/>
        <pc:sldMkLst>
          <pc:docMk/>
          <pc:sldMk cId="3543041856" sldId="310"/>
        </pc:sldMkLst>
        <pc:spChg chg="mod">
          <ac:chgData name="Temirlan Zhaxalykov" userId="S::t.zhaxalykov@kbtu.kz::037320a9-8ef1-4acb-bb74-1ab60141db9d" providerId="AD" clId="Web-{135F2FCA-98D1-1CE2-1E41-7DEADB391A68}" dt="2026-03-09T11:36:59.281" v="582"/>
          <ac:spMkLst>
            <pc:docMk/>
            <pc:sldMk cId="3543041856" sldId="310"/>
            <ac:spMk id="2" creationId="{E126B979-12AB-7C6F-BD1F-1E00A38D579E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36:59.281" v="582"/>
          <ac:spMkLst>
            <pc:docMk/>
            <pc:sldMk cId="3543041856" sldId="310"/>
            <ac:spMk id="3" creationId="{75C428A8-C6C1-6194-9FC8-1D37B1794D94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6:59.281" v="582"/>
          <ac:spMkLst>
            <pc:docMk/>
            <pc:sldMk cId="3543041856" sldId="310"/>
            <ac:spMk id="8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6:59.281" v="582"/>
          <ac:spMkLst>
            <pc:docMk/>
            <pc:sldMk cId="3543041856" sldId="310"/>
            <ac:spMk id="10" creationId="{3B2E3793-BFE6-45A2-9B7B-E18844431C99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6:59.281" v="582"/>
          <ac:spMkLst>
            <pc:docMk/>
            <pc:sldMk cId="3543041856" sldId="310"/>
            <ac:spMk id="1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6:59.281" v="582"/>
          <ac:spMkLst>
            <pc:docMk/>
            <pc:sldMk cId="3543041856" sldId="310"/>
            <ac:spMk id="14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6:59.281" v="582"/>
          <ac:spMkLst>
            <pc:docMk/>
            <pc:sldMk cId="3543041856" sldId="310"/>
            <ac:spMk id="16" creationId="{53E5B1A8-3AC9-4BD1-9BBC-78CA94F2D1BA}"/>
          </ac:spMkLst>
        </pc:spChg>
      </pc:sldChg>
      <pc:sldChg chg="addSp modSp add">
        <pc:chgData name="Temirlan Zhaxalykov" userId="S::t.zhaxalykov@kbtu.kz::037320a9-8ef1-4acb-bb74-1ab60141db9d" providerId="AD" clId="Web-{135F2FCA-98D1-1CE2-1E41-7DEADB391A68}" dt="2026-03-09T11:38:04.127" v="600" actId="20577"/>
        <pc:sldMkLst>
          <pc:docMk/>
          <pc:sldMk cId="3238539242" sldId="311"/>
        </pc:sldMkLst>
        <pc:spChg chg="mod">
          <ac:chgData name="Temirlan Zhaxalykov" userId="S::t.zhaxalykov@kbtu.kz::037320a9-8ef1-4acb-bb74-1ab60141db9d" providerId="AD" clId="Web-{135F2FCA-98D1-1CE2-1E41-7DEADB391A68}" dt="2026-03-09T11:38:00.861" v="599" actId="20577"/>
          <ac:spMkLst>
            <pc:docMk/>
            <pc:sldMk cId="3238539242" sldId="311"/>
            <ac:spMk id="2" creationId="{E126B979-12AB-7C6F-BD1F-1E00A38D579E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38:04.127" v="600" actId="20577"/>
          <ac:spMkLst>
            <pc:docMk/>
            <pc:sldMk cId="3238539242" sldId="311"/>
            <ac:spMk id="3" creationId="{75C428A8-C6C1-6194-9FC8-1D37B1794D94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7:18.047" v="586"/>
          <ac:spMkLst>
            <pc:docMk/>
            <pc:sldMk cId="3238539242" sldId="311"/>
            <ac:spMk id="8" creationId="{DEE2AD96-B495-4E06-9291-B71706F728CB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7:18.047" v="586"/>
          <ac:spMkLst>
            <pc:docMk/>
            <pc:sldMk cId="3238539242" sldId="311"/>
            <ac:spMk id="10" creationId="{53CF6D67-C5A8-4ADD-9E8E-1E38CA1D3166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7:18.047" v="586"/>
          <ac:spMkLst>
            <pc:docMk/>
            <pc:sldMk cId="3238539242" sldId="311"/>
            <ac:spMk id="12" creationId="{86909FA0-B515-4681-B7A8-FA281D133B94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7:18.047" v="586"/>
          <ac:spMkLst>
            <pc:docMk/>
            <pc:sldMk cId="3238539242" sldId="311"/>
            <ac:spMk id="14" creationId="{21C9FE86-FCC3-4A31-AA1C-C882262B7FE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7:18.047" v="586"/>
          <ac:spMkLst>
            <pc:docMk/>
            <pc:sldMk cId="3238539242" sldId="311"/>
            <ac:spMk id="16" creationId="{7D96243B-ECED-4B71-8E06-AE9A285EAD20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7:18.047" v="586"/>
          <ac:spMkLst>
            <pc:docMk/>
            <pc:sldMk cId="3238539242" sldId="311"/>
            <ac:spMk id="18" creationId="{A09989E4-EFDC-4A90-A633-E0525FB4139E}"/>
          </ac:spMkLst>
        </pc:spChg>
      </pc:sldChg>
      <pc:sldChg chg="addSp delSp modSp new mod setBg">
        <pc:chgData name="Temirlan Zhaxalykov" userId="S::t.zhaxalykov@kbtu.kz::037320a9-8ef1-4acb-bb74-1ab60141db9d" providerId="AD" clId="Web-{135F2FCA-98D1-1CE2-1E41-7DEADB391A68}" dt="2026-03-09T11:38:36.347" v="611" actId="20577"/>
        <pc:sldMkLst>
          <pc:docMk/>
          <pc:sldMk cId="1241425768" sldId="312"/>
        </pc:sldMkLst>
        <pc:spChg chg="mod">
          <ac:chgData name="Temirlan Zhaxalykov" userId="S::t.zhaxalykov@kbtu.kz::037320a9-8ef1-4acb-bb74-1ab60141db9d" providerId="AD" clId="Web-{135F2FCA-98D1-1CE2-1E41-7DEADB391A68}" dt="2026-03-09T11:38:36.347" v="611" actId="20577"/>
          <ac:spMkLst>
            <pc:docMk/>
            <pc:sldMk cId="1241425768" sldId="312"/>
            <ac:spMk id="2" creationId="{A60E6AB8-7F95-EED8-12FD-A9E85EF00E8F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38:34.190" v="610" actId="20577"/>
          <ac:spMkLst>
            <pc:docMk/>
            <pc:sldMk cId="1241425768" sldId="312"/>
            <ac:spMk id="3" creationId="{7A9E2C97-C085-7EBB-6513-FA6772308DEE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8:28.050" v="605"/>
          <ac:spMkLst>
            <pc:docMk/>
            <pc:sldMk cId="1241425768" sldId="312"/>
            <ac:spMk id="8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8:28.050" v="605"/>
          <ac:spMkLst>
            <pc:docMk/>
            <pc:sldMk cId="1241425768" sldId="312"/>
            <ac:spMk id="10" creationId="{3B2E3793-BFE6-45A2-9B7B-E18844431C99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8:28.050" v="605"/>
          <ac:spMkLst>
            <pc:docMk/>
            <pc:sldMk cId="1241425768" sldId="312"/>
            <ac:spMk id="1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8:28.050" v="605"/>
          <ac:spMkLst>
            <pc:docMk/>
            <pc:sldMk cId="1241425768" sldId="312"/>
            <ac:spMk id="14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38:28.050" v="605"/>
          <ac:spMkLst>
            <pc:docMk/>
            <pc:sldMk cId="1241425768" sldId="312"/>
            <ac:spMk id="16" creationId="{53E5B1A8-3AC9-4BD1-9BBC-78CA94F2D1B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8:28.050" v="605"/>
          <ac:spMkLst>
            <pc:docMk/>
            <pc:sldMk cId="1241425768" sldId="312"/>
            <ac:spMk id="21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8:28.050" v="605"/>
          <ac:spMkLst>
            <pc:docMk/>
            <pc:sldMk cId="1241425768" sldId="312"/>
            <ac:spMk id="23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8:28.050" v="605"/>
          <ac:spMkLst>
            <pc:docMk/>
            <pc:sldMk cId="1241425768" sldId="312"/>
            <ac:spMk id="25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8:28.050" v="605"/>
          <ac:spMkLst>
            <pc:docMk/>
            <pc:sldMk cId="1241425768" sldId="312"/>
            <ac:spMk id="29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39:05.847" v="624" actId="20577"/>
        <pc:sldMkLst>
          <pc:docMk/>
          <pc:sldMk cId="3583025062" sldId="313"/>
        </pc:sldMkLst>
        <pc:spChg chg="mod">
          <ac:chgData name="Temirlan Zhaxalykov" userId="S::t.zhaxalykov@kbtu.kz::037320a9-8ef1-4acb-bb74-1ab60141db9d" providerId="AD" clId="Web-{135F2FCA-98D1-1CE2-1E41-7DEADB391A68}" dt="2026-03-09T11:39:05.847" v="624" actId="20577"/>
          <ac:spMkLst>
            <pc:docMk/>
            <pc:sldMk cId="3583025062" sldId="313"/>
            <ac:spMk id="2" creationId="{C31196BE-3C6B-E3BD-30FD-0B957CCBD4F9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39:03.191" v="622" actId="20577"/>
          <ac:spMkLst>
            <pc:docMk/>
            <pc:sldMk cId="3583025062" sldId="313"/>
            <ac:spMk id="3" creationId="{D637C3E9-064E-A785-EE21-526AF01CBB1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8:52.128" v="616"/>
          <ac:spMkLst>
            <pc:docMk/>
            <pc:sldMk cId="3583025062" sldId="31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8:52.128" v="616"/>
          <ac:spMkLst>
            <pc:docMk/>
            <pc:sldMk cId="3583025062" sldId="31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8:52.128" v="616"/>
          <ac:spMkLst>
            <pc:docMk/>
            <pc:sldMk cId="3583025062" sldId="31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8:52.128" v="616"/>
          <ac:spMkLst>
            <pc:docMk/>
            <pc:sldMk cId="3583025062" sldId="31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8:52.128" v="616"/>
          <ac:spMkLst>
            <pc:docMk/>
            <pc:sldMk cId="3583025062" sldId="31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39:29.269" v="631" actId="20577"/>
        <pc:sldMkLst>
          <pc:docMk/>
          <pc:sldMk cId="973943600" sldId="314"/>
        </pc:sldMkLst>
        <pc:spChg chg="mod">
          <ac:chgData name="Temirlan Zhaxalykov" userId="S::t.zhaxalykov@kbtu.kz::037320a9-8ef1-4acb-bb74-1ab60141db9d" providerId="AD" clId="Web-{135F2FCA-98D1-1CE2-1E41-7DEADB391A68}" dt="2026-03-09T11:39:29.269" v="631" actId="20577"/>
          <ac:spMkLst>
            <pc:docMk/>
            <pc:sldMk cId="973943600" sldId="314"/>
            <ac:spMk id="2" creationId="{677BC667-6CDC-7892-BF24-2C818436F702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39:24.207" v="629"/>
          <ac:spMkLst>
            <pc:docMk/>
            <pc:sldMk cId="973943600" sldId="314"/>
            <ac:spMk id="3" creationId="{C0EA195A-AF62-33A4-18A5-6C4A57132F4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9:24.207" v="629"/>
          <ac:spMkLst>
            <pc:docMk/>
            <pc:sldMk cId="973943600" sldId="31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9:24.207" v="629"/>
          <ac:spMkLst>
            <pc:docMk/>
            <pc:sldMk cId="973943600" sldId="31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9:24.207" v="629"/>
          <ac:spMkLst>
            <pc:docMk/>
            <pc:sldMk cId="973943600" sldId="31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9:24.207" v="629"/>
          <ac:spMkLst>
            <pc:docMk/>
            <pc:sldMk cId="973943600" sldId="31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9:24.207" v="629"/>
          <ac:spMkLst>
            <pc:docMk/>
            <pc:sldMk cId="973943600" sldId="31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40:27.286" v="643" actId="20577"/>
        <pc:sldMkLst>
          <pc:docMk/>
          <pc:sldMk cId="3045521017" sldId="315"/>
        </pc:sldMkLst>
        <pc:spChg chg="mod">
          <ac:chgData name="Temirlan Zhaxalykov" userId="S::t.zhaxalykov@kbtu.kz::037320a9-8ef1-4acb-bb74-1ab60141db9d" providerId="AD" clId="Web-{135F2FCA-98D1-1CE2-1E41-7DEADB391A68}" dt="2026-03-09T11:40:04.082" v="638" actId="20577"/>
          <ac:spMkLst>
            <pc:docMk/>
            <pc:sldMk cId="3045521017" sldId="315"/>
            <ac:spMk id="2" creationId="{4C1E047F-6238-568D-4725-6DF90C7D65CF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0:27.286" v="643" actId="20577"/>
          <ac:spMkLst>
            <pc:docMk/>
            <pc:sldMk cId="3045521017" sldId="315"/>
            <ac:spMk id="3" creationId="{6FC7DF28-136E-40AF-216F-FF788CF4455A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9:55.410" v="636"/>
          <ac:spMkLst>
            <pc:docMk/>
            <pc:sldMk cId="3045521017" sldId="31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9:55.410" v="636"/>
          <ac:spMkLst>
            <pc:docMk/>
            <pc:sldMk cId="3045521017" sldId="31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9:55.410" v="636"/>
          <ac:spMkLst>
            <pc:docMk/>
            <pc:sldMk cId="3045521017" sldId="31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9:55.410" v="636"/>
          <ac:spMkLst>
            <pc:docMk/>
            <pc:sldMk cId="3045521017" sldId="31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39:55.410" v="636"/>
          <ac:spMkLst>
            <pc:docMk/>
            <pc:sldMk cId="3045521017" sldId="31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41:14.036" v="655" actId="20577"/>
        <pc:sldMkLst>
          <pc:docMk/>
          <pc:sldMk cId="2010603087" sldId="316"/>
        </pc:sldMkLst>
        <pc:spChg chg="mod">
          <ac:chgData name="Temirlan Zhaxalykov" userId="S::t.zhaxalykov@kbtu.kz::037320a9-8ef1-4acb-bb74-1ab60141db9d" providerId="AD" clId="Web-{135F2FCA-98D1-1CE2-1E41-7DEADB391A68}" dt="2026-03-09T11:41:10.724" v="653"/>
          <ac:spMkLst>
            <pc:docMk/>
            <pc:sldMk cId="2010603087" sldId="316"/>
            <ac:spMk id="2" creationId="{0EE11D27-7F97-E0DF-5EBB-BD80BBC529DB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1:14.036" v="655" actId="20577"/>
          <ac:spMkLst>
            <pc:docMk/>
            <pc:sldMk cId="2010603087" sldId="316"/>
            <ac:spMk id="3" creationId="{67766DBA-5090-1DB4-F45D-480C2130EE91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0:52.661" v="647"/>
          <ac:spMkLst>
            <pc:docMk/>
            <pc:sldMk cId="2010603087" sldId="31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0:52.661" v="647"/>
          <ac:spMkLst>
            <pc:docMk/>
            <pc:sldMk cId="2010603087" sldId="31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0:52.661" v="647"/>
          <ac:spMkLst>
            <pc:docMk/>
            <pc:sldMk cId="2010603087" sldId="31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0:52.661" v="647"/>
          <ac:spMkLst>
            <pc:docMk/>
            <pc:sldMk cId="2010603087" sldId="31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0:52.661" v="647"/>
          <ac:spMkLst>
            <pc:docMk/>
            <pc:sldMk cId="2010603087" sldId="316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135F2FCA-98D1-1CE2-1E41-7DEADB391A68}" dt="2026-03-09T11:41:26.802" v="658"/>
        <pc:sldMkLst>
          <pc:docMk/>
          <pc:sldMk cId="3380342053" sldId="317"/>
        </pc:sldMkLst>
      </pc:sldChg>
      <pc:sldChg chg="addSp modSp add">
        <pc:chgData name="Temirlan Zhaxalykov" userId="S::t.zhaxalykov@kbtu.kz::037320a9-8ef1-4acb-bb74-1ab60141db9d" providerId="AD" clId="Web-{135F2FCA-98D1-1CE2-1E41-7DEADB391A68}" dt="2026-03-09T11:42:15.833" v="674" actId="20577"/>
        <pc:sldMkLst>
          <pc:docMk/>
          <pc:sldMk cId="1661003884" sldId="318"/>
        </pc:sldMkLst>
        <pc:spChg chg="mod">
          <ac:chgData name="Temirlan Zhaxalykov" userId="S::t.zhaxalykov@kbtu.kz::037320a9-8ef1-4acb-bb74-1ab60141db9d" providerId="AD" clId="Web-{135F2FCA-98D1-1CE2-1E41-7DEADB391A68}" dt="2026-03-09T11:42:12.990" v="672" actId="20577"/>
          <ac:spMkLst>
            <pc:docMk/>
            <pc:sldMk cId="1661003884" sldId="318"/>
            <ac:spMk id="2" creationId="{E126B979-12AB-7C6F-BD1F-1E00A38D579E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2:15.833" v="674" actId="20577"/>
          <ac:spMkLst>
            <pc:docMk/>
            <pc:sldMk cId="1661003884" sldId="318"/>
            <ac:spMk id="3" creationId="{75C428A8-C6C1-6194-9FC8-1D37B1794D94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1:37.537" v="659"/>
          <ac:spMkLst>
            <pc:docMk/>
            <pc:sldMk cId="1661003884" sldId="318"/>
            <ac:spMk id="8" creationId="{DEE2AD96-B495-4E06-9291-B71706F728CB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1:37.537" v="659"/>
          <ac:spMkLst>
            <pc:docMk/>
            <pc:sldMk cId="1661003884" sldId="318"/>
            <ac:spMk id="10" creationId="{53CF6D67-C5A8-4ADD-9E8E-1E38CA1D3166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1:37.537" v="659"/>
          <ac:spMkLst>
            <pc:docMk/>
            <pc:sldMk cId="1661003884" sldId="318"/>
            <ac:spMk id="12" creationId="{86909FA0-B515-4681-B7A8-FA281D133B94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1:37.537" v="659"/>
          <ac:spMkLst>
            <pc:docMk/>
            <pc:sldMk cId="1661003884" sldId="318"/>
            <ac:spMk id="14" creationId="{21C9FE86-FCC3-4A31-AA1C-C882262B7FE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1:37.537" v="659"/>
          <ac:spMkLst>
            <pc:docMk/>
            <pc:sldMk cId="1661003884" sldId="318"/>
            <ac:spMk id="16" creationId="{7D96243B-ECED-4B71-8E06-AE9A285EAD20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1:37.537" v="659"/>
          <ac:spMkLst>
            <pc:docMk/>
            <pc:sldMk cId="1661003884" sldId="318"/>
            <ac:spMk id="18" creationId="{A09989E4-EFDC-4A90-A633-E0525FB4139E}"/>
          </ac:spMkLst>
        </pc:spChg>
      </pc:sldChg>
      <pc:sldChg chg="addSp delSp modSp new mod setBg">
        <pc:chgData name="Temirlan Zhaxalykov" userId="S::t.zhaxalykov@kbtu.kz::037320a9-8ef1-4acb-bb74-1ab60141db9d" providerId="AD" clId="Web-{135F2FCA-98D1-1CE2-1E41-7DEADB391A68}" dt="2026-03-09T11:42:52.771" v="685" actId="20577"/>
        <pc:sldMkLst>
          <pc:docMk/>
          <pc:sldMk cId="2800373679" sldId="319"/>
        </pc:sldMkLst>
        <pc:spChg chg="mod">
          <ac:chgData name="Temirlan Zhaxalykov" userId="S::t.zhaxalykov@kbtu.kz::037320a9-8ef1-4acb-bb74-1ab60141db9d" providerId="AD" clId="Web-{135F2FCA-98D1-1CE2-1E41-7DEADB391A68}" dt="2026-03-09T11:42:52.771" v="685" actId="20577"/>
          <ac:spMkLst>
            <pc:docMk/>
            <pc:sldMk cId="2800373679" sldId="319"/>
            <ac:spMk id="2" creationId="{35C5736C-189E-2B41-0417-2F1AF0AF15D6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2:49.365" v="683"/>
          <ac:spMkLst>
            <pc:docMk/>
            <pc:sldMk cId="2800373679" sldId="319"/>
            <ac:spMk id="3" creationId="{D99091ED-1178-8834-6943-BC7679EED32A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42:45.396" v="680"/>
          <ac:spMkLst>
            <pc:docMk/>
            <pc:sldMk cId="2800373679" sldId="319"/>
            <ac:spMk id="8" creationId="{DEE2AD96-B495-4E06-9291-B71706F728CB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42:45.396" v="680"/>
          <ac:spMkLst>
            <pc:docMk/>
            <pc:sldMk cId="2800373679" sldId="319"/>
            <ac:spMk id="10" creationId="{53CF6D67-C5A8-4ADD-9E8E-1E38CA1D3166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42:45.396" v="680"/>
          <ac:spMkLst>
            <pc:docMk/>
            <pc:sldMk cId="2800373679" sldId="319"/>
            <ac:spMk id="12" creationId="{86909FA0-B515-4681-B7A8-FA281D133B94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42:45.396" v="680"/>
          <ac:spMkLst>
            <pc:docMk/>
            <pc:sldMk cId="2800373679" sldId="319"/>
            <ac:spMk id="14" creationId="{21C9FE86-FCC3-4A31-AA1C-C882262B7FE7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42:45.396" v="680"/>
          <ac:spMkLst>
            <pc:docMk/>
            <pc:sldMk cId="2800373679" sldId="319"/>
            <ac:spMk id="16" creationId="{7D96243B-ECED-4B71-8E06-AE9A285EAD20}"/>
          </ac:spMkLst>
        </pc:spChg>
        <pc:spChg chg="add del">
          <ac:chgData name="Temirlan Zhaxalykov" userId="S::t.zhaxalykov@kbtu.kz::037320a9-8ef1-4acb-bb74-1ab60141db9d" providerId="AD" clId="Web-{135F2FCA-98D1-1CE2-1E41-7DEADB391A68}" dt="2026-03-09T11:42:45.396" v="680"/>
          <ac:spMkLst>
            <pc:docMk/>
            <pc:sldMk cId="2800373679" sldId="319"/>
            <ac:spMk id="18" creationId="{A09989E4-EFDC-4A90-A633-E0525FB4139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2:45.412" v="681"/>
          <ac:spMkLst>
            <pc:docMk/>
            <pc:sldMk cId="2800373679" sldId="319"/>
            <ac:spMk id="20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2:45.412" v="681"/>
          <ac:spMkLst>
            <pc:docMk/>
            <pc:sldMk cId="2800373679" sldId="319"/>
            <ac:spMk id="21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2:45.412" v="681"/>
          <ac:spMkLst>
            <pc:docMk/>
            <pc:sldMk cId="2800373679" sldId="319"/>
            <ac:spMk id="2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2:45.412" v="681"/>
          <ac:spMkLst>
            <pc:docMk/>
            <pc:sldMk cId="2800373679" sldId="319"/>
            <ac:spMk id="23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2:45.412" v="681"/>
          <ac:spMkLst>
            <pc:docMk/>
            <pc:sldMk cId="2800373679" sldId="319"/>
            <ac:spMk id="24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43:29.787" v="695" actId="20577"/>
        <pc:sldMkLst>
          <pc:docMk/>
          <pc:sldMk cId="192566979" sldId="320"/>
        </pc:sldMkLst>
        <pc:spChg chg="mod">
          <ac:chgData name="Temirlan Zhaxalykov" userId="S::t.zhaxalykov@kbtu.kz::037320a9-8ef1-4acb-bb74-1ab60141db9d" providerId="AD" clId="Web-{135F2FCA-98D1-1CE2-1E41-7DEADB391A68}" dt="2026-03-09T11:43:26.771" v="694" actId="20577"/>
          <ac:spMkLst>
            <pc:docMk/>
            <pc:sldMk cId="192566979" sldId="320"/>
            <ac:spMk id="2" creationId="{040D8F79-5BEF-5262-74D6-1A4F2D5CCCDF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3:29.787" v="695" actId="20577"/>
          <ac:spMkLst>
            <pc:docMk/>
            <pc:sldMk cId="192566979" sldId="320"/>
            <ac:spMk id="3" creationId="{CED0FE03-29F8-E7E3-0BD6-0FDE35C8F1F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3:20.146" v="691"/>
          <ac:spMkLst>
            <pc:docMk/>
            <pc:sldMk cId="192566979" sldId="32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3:20.146" v="691"/>
          <ac:spMkLst>
            <pc:docMk/>
            <pc:sldMk cId="192566979" sldId="32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3:20.146" v="691"/>
          <ac:spMkLst>
            <pc:docMk/>
            <pc:sldMk cId="192566979" sldId="32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3:20.146" v="691"/>
          <ac:spMkLst>
            <pc:docMk/>
            <pc:sldMk cId="192566979" sldId="32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3:20.146" v="691"/>
          <ac:spMkLst>
            <pc:docMk/>
            <pc:sldMk cId="192566979" sldId="32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44:12.443" v="708" actId="20577"/>
        <pc:sldMkLst>
          <pc:docMk/>
          <pc:sldMk cId="1903357222" sldId="321"/>
        </pc:sldMkLst>
        <pc:spChg chg="mod">
          <ac:chgData name="Temirlan Zhaxalykov" userId="S::t.zhaxalykov@kbtu.kz::037320a9-8ef1-4acb-bb74-1ab60141db9d" providerId="AD" clId="Web-{135F2FCA-98D1-1CE2-1E41-7DEADB391A68}" dt="2026-03-09T11:44:04.240" v="705" actId="20577"/>
          <ac:spMkLst>
            <pc:docMk/>
            <pc:sldMk cId="1903357222" sldId="321"/>
            <ac:spMk id="2" creationId="{BD45B146-1635-4499-A904-10345462AD2F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4:12.443" v="708" actId="20577"/>
          <ac:spMkLst>
            <pc:docMk/>
            <pc:sldMk cId="1903357222" sldId="321"/>
            <ac:spMk id="3" creationId="{27FAACC0-88CC-C4CB-053C-EF56E8E210DF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3:56.302" v="703"/>
          <ac:spMkLst>
            <pc:docMk/>
            <pc:sldMk cId="1903357222" sldId="32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3:56.302" v="703"/>
          <ac:spMkLst>
            <pc:docMk/>
            <pc:sldMk cId="1903357222" sldId="32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3:56.302" v="703"/>
          <ac:spMkLst>
            <pc:docMk/>
            <pc:sldMk cId="1903357222" sldId="32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3:56.302" v="703"/>
          <ac:spMkLst>
            <pc:docMk/>
            <pc:sldMk cId="1903357222" sldId="32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3:56.302" v="703"/>
          <ac:spMkLst>
            <pc:docMk/>
            <pc:sldMk cId="1903357222" sldId="32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45:20.537" v="727" actId="20577"/>
        <pc:sldMkLst>
          <pc:docMk/>
          <pc:sldMk cId="1866930762" sldId="322"/>
        </pc:sldMkLst>
        <pc:spChg chg="mod">
          <ac:chgData name="Temirlan Zhaxalykov" userId="S::t.zhaxalykov@kbtu.kz::037320a9-8ef1-4acb-bb74-1ab60141db9d" providerId="AD" clId="Web-{135F2FCA-98D1-1CE2-1E41-7DEADB391A68}" dt="2026-03-09T11:45:20.537" v="727" actId="20577"/>
          <ac:spMkLst>
            <pc:docMk/>
            <pc:sldMk cId="1866930762" sldId="322"/>
            <ac:spMk id="2" creationId="{7A65BCB9-74A2-0890-78D9-F826B1D4A935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5:14.302" v="723" actId="20577"/>
          <ac:spMkLst>
            <pc:docMk/>
            <pc:sldMk cId="1866930762" sldId="322"/>
            <ac:spMk id="3" creationId="{B9DDFDCA-7E09-1389-9A1C-55219EBCB43B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4:47.443" v="714"/>
          <ac:spMkLst>
            <pc:docMk/>
            <pc:sldMk cId="1866930762" sldId="32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4:47.443" v="714"/>
          <ac:spMkLst>
            <pc:docMk/>
            <pc:sldMk cId="1866930762" sldId="32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4:47.443" v="714"/>
          <ac:spMkLst>
            <pc:docMk/>
            <pc:sldMk cId="1866930762" sldId="32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4:47.443" v="714"/>
          <ac:spMkLst>
            <pc:docMk/>
            <pc:sldMk cId="1866930762" sldId="32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4:47.443" v="714"/>
          <ac:spMkLst>
            <pc:docMk/>
            <pc:sldMk cId="1866930762" sldId="32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45:44.928" v="736" actId="20577"/>
        <pc:sldMkLst>
          <pc:docMk/>
          <pc:sldMk cId="1818359970" sldId="323"/>
        </pc:sldMkLst>
        <pc:spChg chg="mod">
          <ac:chgData name="Temirlan Zhaxalykov" userId="S::t.zhaxalykov@kbtu.kz::037320a9-8ef1-4acb-bb74-1ab60141db9d" providerId="AD" clId="Web-{135F2FCA-98D1-1CE2-1E41-7DEADB391A68}" dt="2026-03-09T11:45:44.224" v="735" actId="20577"/>
          <ac:spMkLst>
            <pc:docMk/>
            <pc:sldMk cId="1818359970" sldId="323"/>
            <ac:spMk id="2" creationId="{50731092-D8A2-8297-1514-43BC59223E08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5:44.928" v="736" actId="20577"/>
          <ac:spMkLst>
            <pc:docMk/>
            <pc:sldMk cId="1818359970" sldId="323"/>
            <ac:spMk id="3" creationId="{5D06238E-683C-C03B-E068-2E9B77D4E041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5:38.021" v="731"/>
          <ac:spMkLst>
            <pc:docMk/>
            <pc:sldMk cId="1818359970" sldId="32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5:38.021" v="731"/>
          <ac:spMkLst>
            <pc:docMk/>
            <pc:sldMk cId="1818359970" sldId="32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5:38.021" v="731"/>
          <ac:spMkLst>
            <pc:docMk/>
            <pc:sldMk cId="1818359970" sldId="32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5:38.021" v="731"/>
          <ac:spMkLst>
            <pc:docMk/>
            <pc:sldMk cId="1818359970" sldId="32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5:38.021" v="731"/>
          <ac:spMkLst>
            <pc:docMk/>
            <pc:sldMk cId="1818359970" sldId="32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46:10.131" v="751" actId="20577"/>
        <pc:sldMkLst>
          <pc:docMk/>
          <pc:sldMk cId="911700174" sldId="324"/>
        </pc:sldMkLst>
        <pc:spChg chg="mod">
          <ac:chgData name="Temirlan Zhaxalykov" userId="S::t.zhaxalykov@kbtu.kz::037320a9-8ef1-4acb-bb74-1ab60141db9d" providerId="AD" clId="Web-{135F2FCA-98D1-1CE2-1E41-7DEADB391A68}" dt="2026-03-09T11:46:10.115" v="750" actId="20577"/>
          <ac:spMkLst>
            <pc:docMk/>
            <pc:sldMk cId="911700174" sldId="324"/>
            <ac:spMk id="2" creationId="{66458D53-3AFD-39EE-AAAA-1F43988F3928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6:10.131" v="751" actId="20577"/>
          <ac:spMkLst>
            <pc:docMk/>
            <pc:sldMk cId="911700174" sldId="324"/>
            <ac:spMk id="3" creationId="{E03C7EFD-5EE8-3E8C-262A-DFC42AE4B7C4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46:10.053" v="745" actId="20577"/>
          <ac:spMkLst>
            <pc:docMk/>
            <pc:sldMk cId="911700174" sldId="324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46:10.068" v="746" actId="20577"/>
          <ac:spMkLst>
            <pc:docMk/>
            <pc:sldMk cId="911700174" sldId="324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46:10.084" v="747" actId="20577"/>
          <ac:spMkLst>
            <pc:docMk/>
            <pc:sldMk cId="911700174" sldId="324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46:10.099" v="748" actId="20577"/>
          <ac:spMkLst>
            <pc:docMk/>
            <pc:sldMk cId="911700174" sldId="324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46:10.099" v="749" actId="20577"/>
          <ac:spMkLst>
            <pc:docMk/>
            <pc:sldMk cId="911700174" sldId="32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46:39.381" v="760" actId="20577"/>
        <pc:sldMkLst>
          <pc:docMk/>
          <pc:sldMk cId="456220894" sldId="325"/>
        </pc:sldMkLst>
        <pc:spChg chg="mod">
          <ac:chgData name="Temirlan Zhaxalykov" userId="S::t.zhaxalykov@kbtu.kz::037320a9-8ef1-4acb-bb74-1ab60141db9d" providerId="AD" clId="Web-{135F2FCA-98D1-1CE2-1E41-7DEADB391A68}" dt="2026-03-09T11:46:39.381" v="760" actId="20577"/>
          <ac:spMkLst>
            <pc:docMk/>
            <pc:sldMk cId="456220894" sldId="325"/>
            <ac:spMk id="2" creationId="{768EBD7B-FE14-F2CC-616B-ED20C8CB8777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6:33.568" v="757"/>
          <ac:spMkLst>
            <pc:docMk/>
            <pc:sldMk cId="456220894" sldId="325"/>
            <ac:spMk id="3" creationId="{B1BB03D1-BB6E-6E54-AFA5-5787F3150A5C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6:29.178" v="755"/>
          <ac:spMkLst>
            <pc:docMk/>
            <pc:sldMk cId="456220894" sldId="32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6:29.178" v="755"/>
          <ac:spMkLst>
            <pc:docMk/>
            <pc:sldMk cId="456220894" sldId="32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6:29.178" v="755"/>
          <ac:spMkLst>
            <pc:docMk/>
            <pc:sldMk cId="456220894" sldId="32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6:29.178" v="755"/>
          <ac:spMkLst>
            <pc:docMk/>
            <pc:sldMk cId="456220894" sldId="32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135F2FCA-98D1-1CE2-1E41-7DEADB391A68}" dt="2026-03-09T11:46:29.178" v="755"/>
          <ac:spMkLst>
            <pc:docMk/>
            <pc:sldMk cId="456220894" sldId="32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135F2FCA-98D1-1CE2-1E41-7DEADB391A68}" dt="2026-03-09T11:47:04.897" v="773" actId="20577"/>
        <pc:sldMkLst>
          <pc:docMk/>
          <pc:sldMk cId="152575910" sldId="326"/>
        </pc:sldMkLst>
        <pc:spChg chg="mod">
          <ac:chgData name="Temirlan Zhaxalykov" userId="S::t.zhaxalykov@kbtu.kz::037320a9-8ef1-4acb-bb74-1ab60141db9d" providerId="AD" clId="Web-{135F2FCA-98D1-1CE2-1E41-7DEADB391A68}" dt="2026-03-09T11:47:04.865" v="772" actId="20577"/>
          <ac:spMkLst>
            <pc:docMk/>
            <pc:sldMk cId="152575910" sldId="326"/>
            <ac:spMk id="2" creationId="{2ED5B4DF-394C-D848-BE95-5E59515AE974}"/>
          </ac:spMkLst>
        </pc:spChg>
        <pc:spChg chg="mod">
          <ac:chgData name="Temirlan Zhaxalykov" userId="S::t.zhaxalykov@kbtu.kz::037320a9-8ef1-4acb-bb74-1ab60141db9d" providerId="AD" clId="Web-{135F2FCA-98D1-1CE2-1E41-7DEADB391A68}" dt="2026-03-09T11:47:04.897" v="773" actId="20577"/>
          <ac:spMkLst>
            <pc:docMk/>
            <pc:sldMk cId="152575910" sldId="326"/>
            <ac:spMk id="3" creationId="{2A34F2E8-D187-9373-DB9B-D771FB703EE1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47:04.740" v="767" actId="20577"/>
          <ac:spMkLst>
            <pc:docMk/>
            <pc:sldMk cId="152575910" sldId="326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47:04.772" v="768" actId="20577"/>
          <ac:spMkLst>
            <pc:docMk/>
            <pc:sldMk cId="152575910" sldId="326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47:04.803" v="769" actId="20577"/>
          <ac:spMkLst>
            <pc:docMk/>
            <pc:sldMk cId="152575910" sldId="326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47:04.818" v="770" actId="20577"/>
          <ac:spMkLst>
            <pc:docMk/>
            <pc:sldMk cId="152575910" sldId="326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135F2FCA-98D1-1CE2-1E41-7DEADB391A68}" dt="2026-03-09T11:47:04.850" v="771" actId="20577"/>
          <ac:spMkLst>
            <pc:docMk/>
            <pc:sldMk cId="152575910" sldId="326"/>
            <ac:spMk id="16" creationId="{53E5B1A8-3AC9-4BD1-9BBC-78CA94F2D1BA}"/>
          </ac:spMkLst>
        </pc:spChg>
      </pc:sldChg>
      <pc:sldChg chg="addSp delSp modSp new">
        <pc:chgData name="Temirlan Zhaxalykov" userId="S::t.zhaxalykov@kbtu.kz::037320a9-8ef1-4acb-bb74-1ab60141db9d" providerId="AD" clId="Web-{135F2FCA-98D1-1CE2-1E41-7DEADB391A68}" dt="2026-03-09T11:49:40.850" v="781" actId="14100"/>
        <pc:sldMkLst>
          <pc:docMk/>
          <pc:sldMk cId="2304674120" sldId="327"/>
        </pc:sldMkLst>
        <pc:spChg chg="del">
          <ac:chgData name="Temirlan Zhaxalykov" userId="S::t.zhaxalykov@kbtu.kz::037320a9-8ef1-4acb-bb74-1ab60141db9d" providerId="AD" clId="Web-{135F2FCA-98D1-1CE2-1E41-7DEADB391A68}" dt="2026-03-09T11:49:29.915" v="777"/>
          <ac:spMkLst>
            <pc:docMk/>
            <pc:sldMk cId="2304674120" sldId="327"/>
            <ac:spMk id="2" creationId="{1EF01A5E-571F-2E81-26FD-F90EA7A6EF58}"/>
          </ac:spMkLst>
        </pc:spChg>
        <pc:spChg chg="del">
          <ac:chgData name="Temirlan Zhaxalykov" userId="S::t.zhaxalykov@kbtu.kz::037320a9-8ef1-4acb-bb74-1ab60141db9d" providerId="AD" clId="Web-{135F2FCA-98D1-1CE2-1E41-7DEADB391A68}" dt="2026-03-09T11:49:28.928" v="775"/>
          <ac:spMkLst>
            <pc:docMk/>
            <pc:sldMk cId="2304674120" sldId="327"/>
            <ac:spMk id="3" creationId="{8D8F8A94-75F4-D5E6-F22F-E4AEB2BE7B83}"/>
          </ac:spMkLst>
        </pc:spChg>
        <pc:picChg chg="add mod ord">
          <ac:chgData name="Temirlan Zhaxalykov" userId="S::t.zhaxalykov@kbtu.kz::037320a9-8ef1-4acb-bb74-1ab60141db9d" providerId="AD" clId="Web-{135F2FCA-98D1-1CE2-1E41-7DEADB391A68}" dt="2026-03-09T11:49:40.850" v="781" actId="14100"/>
          <ac:picMkLst>
            <pc:docMk/>
            <pc:sldMk cId="2304674120" sldId="327"/>
            <ac:picMk id="4" creationId="{671DE117-9EC8-9CF2-CD64-7E1F79387EE2}"/>
          </ac:picMkLst>
        </pc:picChg>
      </pc:sldChg>
      <pc:sldChg chg="addSp delSp modSp new">
        <pc:chgData name="Temirlan Zhaxalykov" userId="S::t.zhaxalykov@kbtu.kz::037320a9-8ef1-4acb-bb74-1ab60141db9d" providerId="AD" clId="Web-{135F2FCA-98D1-1CE2-1E41-7DEADB391A68}" dt="2026-03-09T11:54:16.708" v="789" actId="14100"/>
        <pc:sldMkLst>
          <pc:docMk/>
          <pc:sldMk cId="3666427442" sldId="328"/>
        </pc:sldMkLst>
        <pc:spChg chg="del">
          <ac:chgData name="Temirlan Zhaxalykov" userId="S::t.zhaxalykov@kbtu.kz::037320a9-8ef1-4acb-bb74-1ab60141db9d" providerId="AD" clId="Web-{135F2FCA-98D1-1CE2-1E41-7DEADB391A68}" dt="2026-03-09T11:54:07.223" v="785"/>
          <ac:spMkLst>
            <pc:docMk/>
            <pc:sldMk cId="3666427442" sldId="328"/>
            <ac:spMk id="2" creationId="{E84C035B-89F6-89A8-8FE5-280ED5E053CE}"/>
          </ac:spMkLst>
        </pc:spChg>
        <pc:spChg chg="del">
          <ac:chgData name="Temirlan Zhaxalykov" userId="S::t.zhaxalykov@kbtu.kz::037320a9-8ef1-4acb-bb74-1ab60141db9d" providerId="AD" clId="Web-{135F2FCA-98D1-1CE2-1E41-7DEADB391A68}" dt="2026-03-09T11:54:04.958" v="783"/>
          <ac:spMkLst>
            <pc:docMk/>
            <pc:sldMk cId="3666427442" sldId="328"/>
            <ac:spMk id="3" creationId="{9A27FCE6-9FA3-1B0B-77EF-E1CA9E2963D3}"/>
          </ac:spMkLst>
        </pc:spChg>
        <pc:picChg chg="add mod ord">
          <ac:chgData name="Temirlan Zhaxalykov" userId="S::t.zhaxalykov@kbtu.kz::037320a9-8ef1-4acb-bb74-1ab60141db9d" providerId="AD" clId="Web-{135F2FCA-98D1-1CE2-1E41-7DEADB391A68}" dt="2026-03-09T11:54:16.708" v="789" actId="14100"/>
          <ac:picMkLst>
            <pc:docMk/>
            <pc:sldMk cId="3666427442" sldId="328"/>
            <ac:picMk id="4" creationId="{8F3B8B2D-693A-1B46-6F5D-D88721D040B5}"/>
          </ac:picMkLst>
        </pc:picChg>
      </pc:sldChg>
      <pc:sldChg chg="addSp delSp modSp new">
        <pc:chgData name="Temirlan Zhaxalykov" userId="S::t.zhaxalykov@kbtu.kz::037320a9-8ef1-4acb-bb74-1ab60141db9d" providerId="AD" clId="Web-{135F2FCA-98D1-1CE2-1E41-7DEADB391A68}" dt="2026-03-09T11:55:06.226" v="797" actId="14100"/>
        <pc:sldMkLst>
          <pc:docMk/>
          <pc:sldMk cId="587727951" sldId="329"/>
        </pc:sldMkLst>
        <pc:spChg chg="del">
          <ac:chgData name="Temirlan Zhaxalykov" userId="S::t.zhaxalykov@kbtu.kz::037320a9-8ef1-4acb-bb74-1ab60141db9d" providerId="AD" clId="Web-{135F2FCA-98D1-1CE2-1E41-7DEADB391A68}" dt="2026-03-09T11:54:56.303" v="793"/>
          <ac:spMkLst>
            <pc:docMk/>
            <pc:sldMk cId="587727951" sldId="329"/>
            <ac:spMk id="2" creationId="{A883E178-ED95-BE3E-C462-39E2E047579E}"/>
          </ac:spMkLst>
        </pc:spChg>
        <pc:spChg chg="del">
          <ac:chgData name="Temirlan Zhaxalykov" userId="S::t.zhaxalykov@kbtu.kz::037320a9-8ef1-4acb-bb74-1ab60141db9d" providerId="AD" clId="Web-{135F2FCA-98D1-1CE2-1E41-7DEADB391A68}" dt="2026-03-09T11:54:52.413" v="791"/>
          <ac:spMkLst>
            <pc:docMk/>
            <pc:sldMk cId="587727951" sldId="329"/>
            <ac:spMk id="3" creationId="{BAD59817-E2F9-DEEC-2C7E-C24E84CCF56F}"/>
          </ac:spMkLst>
        </pc:spChg>
        <pc:picChg chg="add mod ord">
          <ac:chgData name="Temirlan Zhaxalykov" userId="S::t.zhaxalykov@kbtu.kz::037320a9-8ef1-4acb-bb74-1ab60141db9d" providerId="AD" clId="Web-{135F2FCA-98D1-1CE2-1E41-7DEADB391A68}" dt="2026-03-09T11:55:06.226" v="797" actId="14100"/>
          <ac:picMkLst>
            <pc:docMk/>
            <pc:sldMk cId="587727951" sldId="329"/>
            <ac:picMk id="4" creationId="{E9D8CAE6-B21C-6A90-7DB8-6657B9EC90CE}"/>
          </ac:picMkLst>
        </pc:picChg>
      </pc:sldChg>
      <pc:sldChg chg="addSp delSp modSp new">
        <pc:chgData name="Temirlan Zhaxalykov" userId="S::t.zhaxalykov@kbtu.kz::037320a9-8ef1-4acb-bb74-1ab60141db9d" providerId="AD" clId="Web-{135F2FCA-98D1-1CE2-1E41-7DEADB391A68}" dt="2026-03-09T12:00:53.543" v="804" actId="14100"/>
        <pc:sldMkLst>
          <pc:docMk/>
          <pc:sldMk cId="382256023" sldId="330"/>
        </pc:sldMkLst>
        <pc:spChg chg="del">
          <ac:chgData name="Temirlan Zhaxalykov" userId="S::t.zhaxalykov@kbtu.kz::037320a9-8ef1-4acb-bb74-1ab60141db9d" providerId="AD" clId="Web-{135F2FCA-98D1-1CE2-1E41-7DEADB391A68}" dt="2026-03-09T12:00:45.074" v="801"/>
          <ac:spMkLst>
            <pc:docMk/>
            <pc:sldMk cId="382256023" sldId="330"/>
            <ac:spMk id="2" creationId="{F1B7B969-7BB2-49DE-5138-D31DC6D1D91C}"/>
          </ac:spMkLst>
        </pc:spChg>
        <pc:spChg chg="del">
          <ac:chgData name="Temirlan Zhaxalykov" userId="S::t.zhaxalykov@kbtu.kz::037320a9-8ef1-4acb-bb74-1ab60141db9d" providerId="AD" clId="Web-{135F2FCA-98D1-1CE2-1E41-7DEADB391A68}" dt="2026-03-09T12:00:44.199" v="799"/>
          <ac:spMkLst>
            <pc:docMk/>
            <pc:sldMk cId="382256023" sldId="330"/>
            <ac:spMk id="3" creationId="{9199959E-7FC0-5A78-7870-F7715D3A42A4}"/>
          </ac:spMkLst>
        </pc:spChg>
        <pc:picChg chg="add mod ord">
          <ac:chgData name="Temirlan Zhaxalykov" userId="S::t.zhaxalykov@kbtu.kz::037320a9-8ef1-4acb-bb74-1ab60141db9d" providerId="AD" clId="Web-{135F2FCA-98D1-1CE2-1E41-7DEADB391A68}" dt="2026-03-09T12:00:53.543" v="804" actId="14100"/>
          <ac:picMkLst>
            <pc:docMk/>
            <pc:sldMk cId="382256023" sldId="330"/>
            <ac:picMk id="4" creationId="{0B34861F-07F5-7C52-7D25-2796475FD50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SIDS_lvRv4?feature=oembed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m8s6FAc4pg?feature=oembed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-SK3qIjz5P8?feature=oembed" TargetMode="Externa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euKV5kHLyQ?start=60&amp;feature=oembed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ru-RU" sz="4800" dirty="0">
                <a:solidFill>
                  <a:srgbClr val="FFFFFF"/>
                </a:solidFill>
                <a:latin typeface="Times New Roman"/>
                <a:cs typeface="Times New Roman"/>
              </a:rPr>
              <a:t>Lecture 9. Public Key Cryptography </a:t>
            </a:r>
            <a:r>
              <a:rPr lang="ru-RU" sz="4800">
                <a:solidFill>
                  <a:srgbClr val="FFFFFF"/>
                </a:solidFill>
                <a:latin typeface="Times New Roman"/>
                <a:cs typeface="Times New Roman"/>
              </a:rPr>
              <a:t>and RSA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ru-RU">
                <a:latin typeface="Times New Roman"/>
                <a:ea typeface="Calibri"/>
                <a:cs typeface="Times New Roman"/>
              </a:rPr>
              <a:t>CSE 1204 Applied Cryptography</a:t>
            </a:r>
          </a:p>
          <a:p>
            <a:pPr algn="l"/>
            <a:r>
              <a:rPr lang="ru-RU">
                <a:latin typeface="Times New Roman"/>
                <a:ea typeface="Calibri"/>
                <a:cs typeface="Times New Roman"/>
              </a:rPr>
              <a:t>Lectures by Zhaxalykov T.M.</a:t>
            </a:r>
            <a:endParaRPr lang="ru-RU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0755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F879C-F49F-C221-47C2-B400A0A4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Agenda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685C0E-B3AE-4024-E3E2-A44731C15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Introduction to Public Key Cryptography</a:t>
            </a:r>
            <a:endParaRPr lang="ru-RU" sz="20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Mathematical Foundations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The RSA Algorithm</a:t>
            </a:r>
            <a:endParaRPr lang="ru-RU" sz="20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RSA Security Analysis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RSA Signatures</a:t>
            </a:r>
            <a:endParaRPr lang="ru-RU" sz="20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Practical RSA Implementation</a:t>
            </a:r>
            <a:endParaRPr lang="ru-RU" sz="20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375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652A4-360B-51C5-71C8-8DB45321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E8D89ACC-A19D-0A55-38C4-F515AC7D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D74D270F-6241-6096-1099-A99BDF5C0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90D73910-CD00-A9AA-BE28-E6CE1DF70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78AECA16-F19C-6B3C-BE8A-BAA27AF19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9320A47-9BBC-380D-C583-E77C95180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FAD697-9ADE-5A6F-7035-7E3BA9733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D4B20-2DFD-B0E7-9F86-9876D670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1. Introduction to Public Key Cryptography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700BF9-6D5B-818F-934F-E3480D2B5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1.1 The Key Distribution Problem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1.2 Public Key Cryptography Concept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1.3 Public Key Operations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1.4 Advantages 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1999659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33838-7F00-4C87-F23B-2CE634D4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 Introduction to Public Key Cryptography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DA47F3-1BC0-830F-6CDE-A60CD6D0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Public key cryptography, invented independently by Whitfield Diffie and Martin Hellman (1976) and by RSA (1977), revolutionized cryptography by solving the key distribution problem that plagued symmetric systems.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84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923E1-3A3A-0022-B31C-130745963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1.1 The Key Distribution Problem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24AF40-426F-AD83-B0E3-45D7A2E4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In symmetric cryptography, Alice and Bob must share a secret key k before communicating. This creates fundamental challenges:</a:t>
            </a:r>
            <a:endParaRPr lang="ru-RU"/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Key Exchange: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How do Alice and Bob agree on k over an insecure channel? Meeting in person is impractical.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Scalability: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For n users to communicate pairwise, need n(n-1)/2 different keys. For 1000 users: ~500,000 keys.</a:t>
            </a: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No Non-Repudiation: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Both parties know k. Alice cannot prove to third party that Bob sent message—she could have created it herself.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202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4BD6C-C74A-BBBE-FE2C-991687F2C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1.1: Internet Communication Challenge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52BF0-4040-9D2B-BF4F-A58FDB3CE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/>
                <a:cs typeface="Times New Roman"/>
              </a:rPr>
              <a:t>When you connect to https://example.com, you've never communicated with that server before. With symmetric crypto only, you'd need to somehow establish a shared secret before encrypting. This is impossible at scale—imagine exchanging physical keys with every website you visit!</a:t>
            </a:r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8399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AC9E7-0E8C-6523-9A1C-1F075CE44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1.2 Public Key Cryptography Concept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228C9D-D27A-BE95-9C1A-FB00BB7B1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Definition 1.1 (Public Key Cryptosystem): </a:t>
            </a:r>
            <a:r>
              <a:rPr lang="en-US" sz="2000">
                <a:latin typeface="Times New Roman"/>
                <a:cs typeface="Times New Roman"/>
              </a:rPr>
              <a:t>A public key cryptosystem uses two different keys: (1) Public key: published openly, used for encryption or signature verification. (2) Private key: kept secret, used for decryption or signing. Mathematical relationship ensures messages encrypted with public key can only be decrypted with corresponding private key.</a:t>
            </a: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559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8B89A-A3D6-4688-7E3A-09A25D41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1.2 Public Key Cryptography Concept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D25EC8-7657-D646-A9D5-8445ACFDA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Key Properties: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Asymmetry: Different keys for encryption and decryption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Public Distribution: Public key can be freely distributed without compromising security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One-Way Function: Easy to encrypt with public key, hard to decrypt without private key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9231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29711-2D42-3714-F1AC-D7CC4F8C9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1.3 Public Key Operations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D17D28-8997-E906-A3AB-4E39CB2C4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Encryption/Decryption: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Alice wants to send message to Bob: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1. Alice obtains Bob's public key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PK_Bob</a:t>
            </a:r>
            <a:endParaRPr lang="ru-RU" sz="2000" dirty="0" err="1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2. Alice computes C = Encrypt(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PK_Bob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, M)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3. Bob decrypts M = Decrypt(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SK_Bob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, C)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Only Bob (with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SK_Bob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) can decrypt C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7416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ED5AC-4757-4661-5395-793B9B29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1.3 Public Key Operations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14C77F-0C44-2D70-FD65-2F4832476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Digital Signatures: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Alice wants to sign message: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1. Alice computes S = Sign(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SK_Alice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, M)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2. Anyone can verify: Verify(PK_Alice, M, S) = valid/invalid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Only Alice can create valid signature (proves authenticity)</a:t>
            </a: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000589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D3C3E-0637-930A-B68F-421F7003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1.4 Advantages and Limitations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FE6DCD-04E9-DC9C-24BB-85B730986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ru-RU" sz="1800" b="1">
                <a:latin typeface="Times New Roman"/>
                <a:cs typeface="Times New Roman"/>
              </a:rPr>
              <a:t>Advantages:</a:t>
            </a:r>
            <a:endParaRPr lang="ru-RU" sz="1800" dirty="0">
              <a:latin typeface="Times New Roman"/>
              <a:cs typeface="Times New Roman"/>
            </a:endParaRPr>
          </a:p>
          <a:p>
            <a:r>
              <a:rPr lang="ru-RU" sz="1800">
                <a:latin typeface="Times New Roman"/>
                <a:cs typeface="Times New Roman"/>
              </a:rPr>
              <a:t>No key exchange needed: public keys distributed openly</a:t>
            </a:r>
            <a:endParaRPr lang="ru-RU" sz="1800" dirty="0">
              <a:latin typeface="Times New Roman"/>
              <a:cs typeface="Times New Roman"/>
            </a:endParaRPr>
          </a:p>
          <a:p>
            <a:r>
              <a:rPr lang="ru-RU" sz="1800">
                <a:latin typeface="Times New Roman"/>
                <a:cs typeface="Times New Roman"/>
              </a:rPr>
              <a:t>Scalability: n users need only n key pairs (not n²/2 shared keys)</a:t>
            </a:r>
            <a:endParaRPr lang="ru-RU" sz="1800" dirty="0">
              <a:latin typeface="Times New Roman"/>
              <a:cs typeface="Times New Roman"/>
            </a:endParaRPr>
          </a:p>
          <a:p>
            <a:r>
              <a:rPr lang="ru-RU" sz="1800">
                <a:latin typeface="Times New Roman"/>
                <a:cs typeface="Times New Roman"/>
              </a:rPr>
              <a:t>Non-repudiation: digital signatures prove authorship</a:t>
            </a:r>
            <a:endParaRPr lang="ru-RU" sz="1800" dirty="0">
              <a:latin typeface="Times New Roman"/>
              <a:cs typeface="Times New Roman"/>
            </a:endParaRPr>
          </a:p>
          <a:p>
            <a:r>
              <a:rPr lang="ru-RU" sz="1800">
                <a:latin typeface="Times New Roman"/>
                <a:cs typeface="Times New Roman"/>
              </a:rPr>
              <a:t>Foundation for PKI (Public Key Infrastructure)</a:t>
            </a:r>
            <a:endParaRPr lang="ru-RU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18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800" b="1">
                <a:latin typeface="Times New Roman"/>
                <a:cs typeface="Times New Roman"/>
              </a:rPr>
              <a:t>Limitations:</a:t>
            </a:r>
            <a:endParaRPr lang="ru-RU" sz="1800" dirty="0">
              <a:latin typeface="Times New Roman"/>
              <a:cs typeface="Times New Roman"/>
            </a:endParaRPr>
          </a:p>
          <a:p>
            <a:r>
              <a:rPr lang="ru-RU" sz="1800">
                <a:latin typeface="Times New Roman"/>
                <a:cs typeface="Times New Roman"/>
              </a:rPr>
              <a:t>Performance: 100-1000× slower than symmetric crypto</a:t>
            </a:r>
            <a:endParaRPr lang="ru-RU" sz="1800" dirty="0">
              <a:latin typeface="Times New Roman"/>
              <a:cs typeface="Times New Roman"/>
            </a:endParaRPr>
          </a:p>
          <a:p>
            <a:r>
              <a:rPr lang="ru-RU" sz="1800">
                <a:latin typeface="Times New Roman"/>
                <a:cs typeface="Times New Roman"/>
              </a:rPr>
              <a:t>Message size: can only encrypt small messages (typically &lt; key size)</a:t>
            </a:r>
            <a:endParaRPr lang="ru-RU" sz="1800" dirty="0">
              <a:latin typeface="Times New Roman"/>
              <a:cs typeface="Times New Roman"/>
            </a:endParaRPr>
          </a:p>
          <a:p>
            <a:r>
              <a:rPr lang="ru-RU" sz="1800">
                <a:latin typeface="Times New Roman"/>
                <a:cs typeface="Times New Roman"/>
              </a:rPr>
              <a:t>Key distribution: still need to verify public key authenticity (PKI solves this)</a:t>
            </a:r>
            <a:endParaRPr lang="ru-RU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1800" b="1" i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800" b="1" i="1">
                <a:latin typeface="Times New Roman"/>
                <a:cs typeface="Times New Roman"/>
              </a:rPr>
              <a:t>Hybrid Approach: </a:t>
            </a:r>
            <a:r>
              <a:rPr lang="ru-RU" sz="1800">
                <a:latin typeface="Times New Roman"/>
                <a:cs typeface="Times New Roman"/>
              </a:rPr>
              <a:t>In practice, use public key crypto to exchange symmetric key, then use symmetric crypto for bulk data. This combines benefits of both: public key for key exchange, symmetric for speed.</a:t>
            </a:r>
            <a:endParaRPr lang="ru-RU" sz="3200"/>
          </a:p>
          <a:p>
            <a:pPr marL="0" indent="0">
              <a:buNone/>
            </a:pPr>
            <a:endParaRPr lang="ru-RU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180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Public Key Cryptography - Computerphile">
            <a:hlinkClick r:id="" action="ppaction://noaction"/>
            <a:extLst>
              <a:ext uri="{FF2B5EF4-FFF2-40B4-BE49-F238E27FC236}">
                <a16:creationId xmlns:a16="http://schemas.microsoft.com/office/drawing/2014/main" id="{671DE117-9EC8-9CF2-CD64-7E1F79387EE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85" y="3005"/>
            <a:ext cx="12180285" cy="685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74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652A4-360B-51C5-71C8-8DB45321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D4B20-2DFD-B0E7-9F86-9876D670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2. Mathematical Foundations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700BF9-6D5B-818F-934F-E3480D2B5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04123"/>
            <a:ext cx="5687946" cy="559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2.1 Modular Arithmetic</a:t>
            </a:r>
          </a:p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2.2 Greatest Common Divisor and Coprimality</a:t>
            </a:r>
          </a:p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2.3 Euler's Totient Function</a:t>
            </a:r>
          </a:p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2.4 Euler's Theorem and Fermat's Little Theorem</a:t>
            </a:r>
          </a:p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2.5 Modular Multiplicative Inverse</a:t>
            </a:r>
          </a:p>
        </p:txBody>
      </p:sp>
    </p:spTree>
    <p:extLst>
      <p:ext uri="{BB962C8B-B14F-4D97-AF65-F5344CB8AC3E}">
        <p14:creationId xmlns:p14="http://schemas.microsoft.com/office/powerpoint/2010/main" val="2566566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9FC675-B25C-DD05-CE6E-56D1A659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 Mathematical Foundations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EC2B85-79E6-CD5F-C6F2-A9E50499C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latin typeface="Times New Roman"/>
                <a:cs typeface="Times New Roman"/>
              </a:rPr>
              <a:t>RSA security relies on number theory. We review essential mathematical concepts.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670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7BD84-8CE1-E2EB-A0C8-9071CC60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2.1 Modular Arithmetic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C28DD4-183A-A408-706D-57B921F5A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Definition 2.1 (Modular Congruence):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a ≡ b (mod n) means n divides (a - b), equivalently a and b have same remainder when divided by n.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7152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B825B-BBCC-927C-0BB1-49781171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2.1: Modular Arithmetic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8706BD-2D34-49D2-AB08-5375C9286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17 ≡ 5 (mod 12) because 17 - 5 = 12 is divisible by 12</a:t>
            </a:r>
            <a:endParaRPr lang="ru-RU" sz="2000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Clock arithmetic: 15 o'clock ≡ 3 o'clock (mod 12)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25 ≡ 4 (mod 7) because 25 mod 7 = 4</a:t>
            </a:r>
          </a:p>
          <a:p>
            <a:pPr marL="0" indent="0">
              <a:buNone/>
            </a:pP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Properties: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Addition: (a + b) mod n = ((a mod n) + (b mod n)) mod n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Multiplication: (a × b) mod n = ((a mod n) × (b mod n)) mod n</a:t>
            </a: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Exponentiation: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a^k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mod n can be computed efficiently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77060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71187-B91D-94D3-BB17-B180CB281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367665" cy="1033669"/>
          </a:xfrm>
        </p:spPr>
        <p:txBody>
          <a:bodyPr>
            <a:no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2.2 Greatest Common Divisor and Coprimality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49D18D-FE90-E0F6-0CED-F9CC09EB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Definition 2.2 (GCD):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gcd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(a, b) is the largest integer dividing both a and b.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Definition 2.3 (Coprime):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a and b are coprime (or relatively prime) if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gcd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(a, b) = 1.</a:t>
            </a: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8279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66420-4A1E-7194-A55B-98371E3B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2.2: GCD Computation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01F8E-5F22-52AE-E273-9E1539C77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highlight>
                  <a:srgbClr val="FFE5E5"/>
                </a:highlight>
                <a:latin typeface="Courier New"/>
                <a:cs typeface="Courier New"/>
              </a:rPr>
              <a:t>gcd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(15, 28) = 1 (coprime)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gcd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(18, 24) = 6 (not coprime)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Use Euclidean algorithm for efficient computation</a:t>
            </a: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335553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BE936-F9C6-4D07-5137-4C1B36D04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2.3 Euler's Totient Function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B67677-F9F8-CD7E-5364-B72B7B437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Definition 2.4 (Euler's Totient Function):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φ(n) counts integers from 1 to n that are coprime with n.</a:t>
            </a: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6975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1995-6C8D-3A42-C9A8-24DE627A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2.3: Computing φ(n)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CA1428-91A4-30DF-644D-86EB8DF8D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φ(8) = 4 because {1, 3, 5, 7} are coprime with 8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φ(9) = 6 because {1, 2, 4, 5, 7, 8} are coprime with 9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φ(7) = 6 (for prime p: φ(p) = p - 1)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4134248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C07D2-6412-60BD-FBA2-AEFB4940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2.3: Computing φ(n)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A194B4-0A8B-E94D-BCA9-773E24401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Key Property for RSA: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Theorem 2.1: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If p and q are distinct primes, then φ(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pq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) = (p-1)(q-1).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Proof: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Among integers 1 to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pq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, those not coprime with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pq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are multiples of p or q. There are q multiples of p and p multiples of q (including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pq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). By inclusion-exclusion: φ(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pq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)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pq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- p - q + 1 = (p-1)(q-1). 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979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06957-408D-4A50-BC67-5513349F9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2.4: RSA Application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D16A1B-0AC4-7FEF-444C-A9A16237B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 = 61, q = 53</a:t>
            </a:r>
            <a:endParaRPr lang="ru-RU"/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n =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pq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= 3233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φ(n) = (61-1)(53-1) = 60 × 52 = 3120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82138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239BE-4663-F93B-1DB4-128033968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2.4 Euler's Theorem and Fermat's Little Theorem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C5263-13FD-6445-588C-5EC7DBB07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Theorem 2.2 (Euler's Theorem):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If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gcd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(a, n) = 1, then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a^φ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(n) ≡ 1 (mod n).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This is the mathematical foundation of RSA decryption.</a:t>
            </a:r>
          </a:p>
          <a:p>
            <a:pPr marL="0" indent="0">
              <a:buNone/>
            </a:pP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51333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FE8E8-6495-C702-F3AB-8B54AEBF3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2.5: Euler's Theorem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506349-2EAF-70EE-0296-9EB4E5E6A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n = 10, φ(10) = 4, a = 3 (coprime with 10)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3^4 mod 10 = 81 mod 10 = 1 ✓</a:t>
            </a: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n = 21, φ(21) = 12, a = 5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5^12 mod 21 = 1 ✓</a:t>
            </a: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338204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C5DE0-93D5-B469-21DD-44785CB1F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2.5: Euler's Theorem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3C6544-F88C-AA9F-3BA4-EACAC12D5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Corollary 2.1 (Fermat's Little Theorem):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If p is prime and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gcd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(a, p) = 1, then a^(p-1) ≡ 1 (mod p).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Special case of Euler's Theorem since φ(p) = p - 1 for primes.</a:t>
            </a:r>
          </a:p>
          <a:p>
            <a:pPr marL="0" indent="0">
              <a:buNone/>
            </a:pP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4654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7B8D2-4C99-4DB2-BCA9-D795723F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2.5 Modular Multiplicative Inverse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4DD1EF-1F82-B2B6-5180-1C5766C2A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Definition 2.5 (Modular Inverse):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The modular multiplicative inverse of a modulo n is an integer x such that ax ≡ 1 (mod n). Denoted a^(-1) mod n.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Theorem 2.3: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a has modular inverse mod n if and only if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gcd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(a, n) = 1.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Computed using Extended Euclidean Algorithm.</a:t>
            </a:r>
          </a:p>
          <a:p>
            <a:pPr marL="0" indent="0">
              <a:buNone/>
            </a:pP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8488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18C1E-B515-CAD6-FD18-938D90D8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2.6: Modular Inverse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DEA07F-FE17-CD3A-8FA1-69EE0894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Find 7^(-1) mod 26: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7 × 15 = 105 = 4 × 26 + 1 ≡ 1 (mod 26)</a:t>
            </a: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Therefore 7^(-1) ≡ 15 (mod 26)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Verify: 7 × 15 mod 26 = 105 mod 26 = 1 ✓</a:t>
            </a: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4131016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FE4DE-1914-B493-4333-31BFCA979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ABBD6B77-3FEB-13BD-538C-18D67055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044A126D-D87E-6327-7F89-4B1BAA448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7F4EA0BD-698A-025E-5C03-C5EA1F84A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F530D8F1-E487-2797-E91E-CF820F020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A056765C-B23B-4D1A-ABB1-3292E8D57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BCC116-9989-3A06-9548-D18F78A25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E0CB7D-D354-B28E-D17E-978FDA48E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3. The RSA Algorithm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59030A-8800-9DF9-81D3-87BEB3813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04123"/>
            <a:ext cx="5687946" cy="559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3.1 Key Generation</a:t>
            </a: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3.2 Encryption</a:t>
            </a: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3.3 Decryption</a:t>
            </a: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3.4 Why RSA Works: Correctness Proof</a:t>
            </a: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None/>
            </a:pP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9039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FE9EA-262B-2B5F-04DC-329E6BBF2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FCA34A-6480-45B8-EA2C-EF877C16B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348D3D-EA32-3ED8-CFC5-59E537D4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E88E94-5584-D228-8309-95351FAAE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9EC4CA-74BA-4142-B41F-24C58C81A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2AE490-0227-DAC0-5975-7EE733918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935865-8C43-771B-895B-690346F6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3. The RSA Algorithm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78AE4A-B585-552D-7B0C-96AE33D4A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RSA, invented by Rivest, Shamir, and Adleman in 1977, was the first practical public key cryptosystem.</a:t>
            </a:r>
          </a:p>
        </p:txBody>
      </p:sp>
    </p:spTree>
    <p:extLst>
      <p:ext uri="{BB962C8B-B14F-4D97-AF65-F5344CB8AC3E}">
        <p14:creationId xmlns:p14="http://schemas.microsoft.com/office/powerpoint/2010/main" val="932890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4EB46-EC54-A152-2DCF-6E24F626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BC480-963D-4C2D-205F-AD85A1443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59BCBA-8954-D611-FD82-7BAE4DBEF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86BDA-6344-3560-0C4C-DBB04AE96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0DBAC0-3294-E0CA-8BB4-66BB9C329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24299-3BA0-A5C5-C425-9F6FE9FDB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C8B18-405D-48F5-4E4D-B616A18AA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3.1 Key Generation</a:t>
            </a:r>
            <a:endParaRPr lang="ru-RU" sz="4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B60ED4-2DFB-1FF6-5B02-8BAB9E658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Algorithm: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Select two large distinct primes p and q (typically 1024+ bits each)</a:t>
            </a:r>
            <a:endParaRPr lang="en-US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Compute n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pq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(the modulus, typically 2048-4096 bits)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Compute φ(n) = (p-1)(q-1)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Choose public exponent e: 1 &lt; e &lt; φ(n),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gcd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(e, φ(n)) = 1. Common choice: e = 65537 = 2^16 + 1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Compute private exponent d = e^(-1) mod φ(n) using Extended Euclidean Algorithm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Public key: (n, e)</a:t>
            </a:r>
            <a:endParaRPr lang="en-US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Private key: (n, d). Also keep p, q, φ(n) secret (usually discarded or stored separately)</a:t>
            </a:r>
            <a:endParaRPr lang="en-US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67473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C6CFE-A76B-ABF2-5A23-E15ECBBF7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0C2074-7574-1EDB-D7F7-C2B3F52AE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6B2A0-6F25-10BD-200C-1EC42FFBA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BB6BA2-80C6-4016-5322-C2492B0BB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BD8167-DE48-1AA8-8E2F-4C73E0EA7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1235A9-6928-6CEA-2E7C-552979404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8CEDE-B599-6847-848A-BEA96FF7C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Example 3.1: Small RSA Key Generation</a:t>
            </a:r>
            <a:endParaRPr lang="ru-RU" sz="4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FCEC20-2979-B5C5-4575-EFAAFEBB2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Step 1: Choose primes p = 61, q = 53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Step 2: n = 61 × 53 = 3233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Step 3: φ(n) = 60 × 52 = 3120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Step 4: Choose e = 17 (coprime with 3120)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Step 5: Compute d = 17^(-1) mod 3120 = 2753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       Verify: 17 × 2753 mod 3120 = 46801 mod 3120 = 1 ✓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Public key: (3233, 17)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Private key: (3233, 2753)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Aptos"/>
              <a:cs typeface="Times New Roman"/>
            </a:endParaRPr>
          </a:p>
          <a:p>
            <a:pPr marL="0" indent="0">
              <a:buNone/>
            </a:pP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6726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0C5AE-53E2-3DDC-9205-2B52ACB8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7CC8B2-FCA2-FD63-92FC-DDAE3F7ED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336805-B14E-BC8F-EC99-38E35C15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726051-2B76-DCA6-92FA-923712DF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FFF2CA-0E0F-3D8D-4626-46FBBF1D6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5E1D60-CAAD-03F5-BA72-F3DAEDFD5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5CB56-CBBC-8441-8EA8-347C8758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3.2 Encryption</a:t>
            </a:r>
            <a:endParaRPr lang="ru-RU" sz="4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DA5B7D-92DD-3B94-754A-36BBCA851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To encrypt message M (where 0 ≤ M &lt; n) using public key (n, e): 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C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M^e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mod n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2704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D7400F-E794-DB0B-B150-68AF1F57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71C985-6A0A-AE01-7957-80463A149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028261-98FF-4177-920C-FF5DDFA69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D8A036-5168-D652-1D01-710D2E02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CD0FEB-60CF-7FB1-AFAD-40931CE12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B8B807-8E18-2CD8-1926-9F05D6F1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30A098-59AB-1373-50E4-947533C60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Example 3.2: RSA Encryption</a:t>
            </a:r>
            <a:endParaRPr lang="ru-RU" sz="4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CAC76B-45B2-CAF1-26FA-106139ECE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Message: M = 123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Public key: (n = 3233, e = 17)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Encryption: C = 123^17 mod 3233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Using repeated squaring: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123^1 mod 3233 = 123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123^2 mod 3233 = 15129 mod 3233 = 2286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123^4 mod 3233 = 2286^2 mod 3233 = 2033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123^16 mod 3233 = 2033^4 mod 3233 = 2761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123^17 = 123^16 × 123^1 mod 3233 = 2761 × 123 mod 3233 = 855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Ciphertext: C = 855</a:t>
            </a:r>
            <a:endParaRPr lang="en-US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Aptos"/>
              <a:cs typeface="Times New Roman"/>
            </a:endParaRPr>
          </a:p>
          <a:p>
            <a:pPr marL="0" indent="0">
              <a:buNone/>
            </a:pPr>
            <a:endParaRPr lang="en-US" sz="20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439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989B8E-69CC-F045-E5CD-24DA2A303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3.3 Decryption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214A7C-7EB4-E1FF-1D32-B9EFBA819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To decrypt ciphertext C using private key (n, d): 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M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C^d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mod n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3932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500615-78AF-FACA-31FF-09A8D54BA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3.3: RSA Decryption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D6080F-1674-F521-D270-94EDA0AB7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Ciphertext: C = 855</a:t>
            </a:r>
            <a:endParaRPr lang="ru-RU" sz="2000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Private key: (n = 3233, d = 2753)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Decryption: M = 855^2753 mod 3233 = 123 ✓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Message recovered: M = 123</a:t>
            </a: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607485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The RSA Encryption Algorithm - How Does It Actually Work + Step-by-Step Example.">
            <a:hlinkClick r:id="" action="ppaction://noaction"/>
            <a:extLst>
              <a:ext uri="{FF2B5EF4-FFF2-40B4-BE49-F238E27FC236}">
                <a16:creationId xmlns:a16="http://schemas.microsoft.com/office/drawing/2014/main" id="{8F3B8B2D-693A-1B46-6F5D-D88721D040B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85" y="3005"/>
            <a:ext cx="12190582" cy="685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27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1EF30-0BF1-59D0-13DF-7816E32E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2F43CE18-CBDE-CAF2-FB05-09B230671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A7B89783-58BE-34CC-FE3E-52954045B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5413BA3E-85E4-FCD0-569C-677409D90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A084718D-CAA1-1FD8-A5C6-10EEF1A54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F8AB7D85-AEC4-8D7E-E492-DDE20D759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547F9A-0A7E-C024-36ED-5AD42A738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6B979-12AB-7C6F-BD1F-1E00A38D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4. RSA Security Analysis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C428A8-C6C1-6194-9FC8-1D37B1794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04123"/>
            <a:ext cx="5687946" cy="559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4.1 Security Foundation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4.2 Key Size Recommendations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4.3 Textbook RSA Vulnerabilities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4.4 Timing Attacks</a:t>
            </a:r>
          </a:p>
        </p:txBody>
      </p:sp>
    </p:spTree>
    <p:extLst>
      <p:ext uri="{BB962C8B-B14F-4D97-AF65-F5344CB8AC3E}">
        <p14:creationId xmlns:p14="http://schemas.microsoft.com/office/powerpoint/2010/main" val="2957999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0EB75-B574-4BDA-FEFE-DC2EF858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4.1 Security Foundation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CC62C3-DCEF-A4FB-7A57-959CC8802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RSA security relies on computational hardness assumptions: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Integer Factorization Problem: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Given n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pq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, finding p and q is believed computationally infeasible for large n.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If adversary factors n, they compute φ(n) = (p-1)(q-1) and recover d = e^(-1) mod φ(n), completely breaking RSA.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Best Known Algorithm: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General Number Field Sieve (GNFS)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Complexity: O(exp((log n)^(1/3) × (log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log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n)^(2/3)))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Sub-exponential but super-polynomial—very slow for large n</a:t>
            </a:r>
            <a:endParaRPr lang="ru-RU" sz="2000" dirty="0"/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6744849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BA9B1-FC85-B24A-4E12-FB78AD88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4.1: Factorization Records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B37AB-59F7-731B-A107-F4B03659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1994: RSA-129 (426 bits) factored after 8 months (distributed computing)</a:t>
            </a:r>
            <a:endParaRPr lang="ru-RU" sz="2000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2009: RSA-768 (768 bits) factored after 2 years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2020: RSA-250 (829 bits) factored after several months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RSA-1024: Estimated centuries with current technology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RSA-2048: Infeasible for foreseeable future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3851105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01C7B-2762-0625-B148-DAA4A0AE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4.2 Key Size Recommendations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231A288-93E1-4EA2-0901-28D7147D05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070125"/>
              </p:ext>
            </p:extLst>
          </p:nvPr>
        </p:nvGraphicFramePr>
        <p:xfrm>
          <a:off x="644056" y="2264413"/>
          <a:ext cx="10927830" cy="38891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4923">
                  <a:extLst>
                    <a:ext uri="{9D8B030D-6E8A-4147-A177-3AD203B41FA5}">
                      <a16:colId xmlns:a16="http://schemas.microsoft.com/office/drawing/2014/main" val="423040640"/>
                    </a:ext>
                  </a:extLst>
                </a:gridCol>
                <a:gridCol w="4426424">
                  <a:extLst>
                    <a:ext uri="{9D8B030D-6E8A-4147-A177-3AD203B41FA5}">
                      <a16:colId xmlns:a16="http://schemas.microsoft.com/office/drawing/2014/main" val="3234347244"/>
                    </a:ext>
                  </a:extLst>
                </a:gridCol>
                <a:gridCol w="4066483">
                  <a:extLst>
                    <a:ext uri="{9D8B030D-6E8A-4147-A177-3AD203B41FA5}">
                      <a16:colId xmlns:a16="http://schemas.microsoft.com/office/drawing/2014/main" val="2910494953"/>
                    </a:ext>
                  </a:extLst>
                </a:gridCol>
              </a:tblGrid>
              <a:tr h="5300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Size</a:t>
                      </a:r>
                      <a:endParaRPr lang="af-ZA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Security Level (Symmetric Equivalent)</a:t>
                      </a:r>
                      <a:endParaRPr lang="af-ZA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Status &amp; Recommendation</a:t>
                      </a:r>
                      <a:endParaRPr lang="af-ZA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8727" marR="78727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971823"/>
                  </a:ext>
                </a:extLst>
              </a:tr>
              <a:tr h="5300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512 bits</a:t>
                      </a:r>
                      <a:endParaRPr lang="af-ZA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56-bit</a:t>
                      </a: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BROKEN</a:t>
                      </a:r>
                      <a:r>
                        <a:rPr lang="af-ZA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(Factored in 1999; do not use)</a:t>
                      </a:r>
                    </a:p>
                  </a:txBody>
                  <a:tcPr marL="78727" marR="78727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692115"/>
                  </a:ext>
                </a:extLst>
              </a:tr>
              <a:tr h="5300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1024 bits</a:t>
                      </a:r>
                      <a:endParaRPr lang="af-ZA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80-bit</a:t>
                      </a: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DEPRECATED</a:t>
                      </a:r>
                      <a:r>
                        <a:rPr lang="af-ZA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(Factoring likely possible by 2030)</a:t>
                      </a:r>
                    </a:p>
                  </a:txBody>
                  <a:tcPr marL="78727" marR="78727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69775"/>
                  </a:ext>
                </a:extLst>
              </a:tr>
              <a:tr h="7662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2048 bits</a:t>
                      </a:r>
                      <a:endParaRPr lang="af-ZA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112-bit</a:t>
                      </a: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MINIMUM</a:t>
                      </a:r>
                      <a:r>
                        <a:rPr lang="af-ZA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(Standard for current use until ~2030)</a:t>
                      </a:r>
                    </a:p>
                  </a:txBody>
                  <a:tcPr marL="78727" marR="78727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888283"/>
                  </a:ext>
                </a:extLst>
              </a:tr>
              <a:tr h="7662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3072 bits</a:t>
                      </a:r>
                      <a:endParaRPr lang="af-ZA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128-bit</a:t>
                      </a: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RECOMMENDED</a:t>
                      </a:r>
                      <a:r>
                        <a:rPr lang="af-ZA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(Standard for long-term security)</a:t>
                      </a:r>
                    </a:p>
                  </a:txBody>
                  <a:tcPr marL="78727" marR="78727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458054"/>
                  </a:ext>
                </a:extLst>
              </a:tr>
              <a:tr h="7662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4096 bits</a:t>
                      </a:r>
                      <a:endParaRPr lang="af-ZA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140-bit</a:t>
                      </a:r>
                    </a:p>
                  </a:txBody>
                  <a:tcPr marL="78727" marR="98409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SECURITY</a:t>
                      </a:r>
                      <a:r>
                        <a:rPr lang="af-ZA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(Maximum size for typical applications)</a:t>
                      </a:r>
                    </a:p>
                  </a:txBody>
                  <a:tcPr marL="78727" marR="78727" marT="131212" marB="131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759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770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FD7A4-550E-761A-DF4D-9654F87C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4.3 Textbook RSA Vulnerabilities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611D1C29-73CE-FE55-693C-7A9BA889C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Textbook RSA' (unpadded) has serious vulnerabilities:</a:t>
            </a:r>
            <a:endParaRPr lang="ru-RU"/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Deterministic: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Same plaintext always produces same ciphertext. Adversary can recognize known messages.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Malleability: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Given C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M^e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, adversary can compute C' = (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sC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)^e = (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sM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)^e for any s, creating valid encryption of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sM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without knowing M.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82282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D7A3E-3916-8610-5361-F0C7CB20B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4.2: Malleability Attack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458BAB-8078-32B0-9604-BF8F35BF5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Encrypted salary: C = Encrypt('$50000')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Adversary computes: C' = C × 2^e mod n</a:t>
            </a: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Decrypts to: '$100000' (doubled salary!)</a:t>
            </a:r>
            <a:endParaRPr lang="ru-RU" sz="2000"/>
          </a:p>
          <a:p>
            <a:pPr marL="0" indent="0">
              <a:buNone/>
            </a:pPr>
            <a:endParaRPr lang="en-US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Small Message Space: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If M is small and e = 3, then M^3 &lt; n, so C = M^3 (no modular reduction). Adversary computes ∛C to recover M.</a:t>
            </a:r>
          </a:p>
          <a:p>
            <a:pPr>
              <a:buNone/>
            </a:pPr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Solution: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Never use textbook RSA. Always use proper padding schemes (PKCS#1 v1.5 or OAEP).</a:t>
            </a:r>
          </a:p>
          <a:p>
            <a:pPr marL="0" indent="0">
              <a:buNone/>
            </a:pPr>
            <a:endParaRPr lang="en-US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5581604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FFD770-3D9C-FD8E-36FF-876276EDE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4.4 Timing Attacks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E226D9-7F39-174F-C643-BFDF8437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RSA implementations vulnerable to timing attacks where decryption time depends on private key bits. Adversary measures timing to recover d.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Defense: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Use constant-time implementations or RSA-CRT (Chinese Remainder Theorem) optimization with blinding.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57726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Security Of RSA - Applied Cryptography">
            <a:hlinkClick r:id="" action="ppaction://noaction"/>
            <a:extLst>
              <a:ext uri="{FF2B5EF4-FFF2-40B4-BE49-F238E27FC236}">
                <a16:creationId xmlns:a16="http://schemas.microsoft.com/office/drawing/2014/main" id="{E9D8CAE6-B21C-6A90-7DB8-6657B9EC90C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083" y="2270"/>
            <a:ext cx="12173175" cy="685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279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1EF30-0BF1-59D0-13DF-7816E32E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6B979-12AB-7C6F-BD1F-1E00A38D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5. RSA Signatures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C428A8-C6C1-6194-9FC8-1D37B1794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5.1 Basic RSA Signature Scheme</a:t>
            </a: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5.2 Hash-and-Sign</a:t>
            </a: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5.3 RSA-PSS (Probabilistic Signature Scheme)</a:t>
            </a: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None/>
            </a:pP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8539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E6AB8-7F95-EED8-12FD-A9E85EF00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 RSA Signatures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9E2C97-C085-7EBB-6513-FA6772308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RSA supports digital signatures by reversing roles of public and private keys.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4257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196BE-3C6B-E3BD-30FD-0B957CCBD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5.1 Basic RSA Signature Scheme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37C3E9-064E-A785-EE21-526AF01CB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Signing (with private key (n, d)):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S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M^d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mod n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Verification (with public key (n, e)):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M'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S^e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mod n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Accept if M' = M</a:t>
            </a:r>
            <a:endParaRPr lang="ru-RU" sz="2000"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30250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BC667-6CDC-7892-BF24-2C818436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5.1: RSA Signature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EA195A-AF62-33A4-18A5-6C4A57132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Alice's keys: (n = 3233, e = 17, d = 2753)</a:t>
            </a:r>
            <a:endParaRPr lang="ru-RU" sz="2000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Message: M = 123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Alice signs: S = 123^2753 mod 3233 = 2070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Alice publishes: (M = 123, S = 2070)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Bob verifies: M' = 2070^17 mod 3233 = 123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M' = M ✓ Signature valid!</a:t>
            </a:r>
            <a:endParaRPr lang="ru-RU" sz="2000"/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9739436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1E047F-6238-568D-4725-6DF90C7D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5.2 Hash-and-Sign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7DF28-136E-40AF-216F-FF788CF44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In practice, sign hash of message rather than message itself:</a:t>
            </a:r>
            <a:endParaRPr lang="ru-RU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 = H(M)^d mod n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Verify: H(M)' =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S^e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mod n, check H(M)' = H(M)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Advantages: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Can sign arbitrarily large messages (hash is fixed size)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Performance: hash much faster than RSA on large data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Security: collision resistance prevents signature forgery</a:t>
            </a: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0455210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E11D27-7F97-E0DF-5EBB-BD80BBC5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5.3 RSA-PSS (Probabilistic Signature Scheme)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766DBA-5090-1DB4-F45D-480C2130E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RSA-PSS is the recommended RSA signature scheme (RSA PKCS#1 v2.1).</a:t>
            </a:r>
            <a:endParaRPr lang="ru-RU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Key Features: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Probabilistic: uses random salt, different signatures for same message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Provable security: reduction to RSA problem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Tight security bounds</a:t>
            </a: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Used in modern standards: TLS 1.3, JOSE (JSON Web Signatures).</a:t>
            </a:r>
            <a:endParaRPr lang="ru-RU"/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06030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RSA Signatures">
            <a:hlinkClick r:id="" action="ppaction://noaction"/>
            <a:extLst>
              <a:ext uri="{FF2B5EF4-FFF2-40B4-BE49-F238E27FC236}">
                <a16:creationId xmlns:a16="http://schemas.microsoft.com/office/drawing/2014/main" id="{0B34861F-07F5-7C52-7D25-2796475FD50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85" y="3005"/>
            <a:ext cx="12190583" cy="695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60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1EF30-0BF1-59D0-13DF-7816E32E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6B979-12AB-7C6F-BD1F-1E00A38D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6. Practical RSA Implementation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C428A8-C6C1-6194-9FC8-1D37B1794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6.1 Padding Schemes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6.2 Prime Generation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6.3 Performance Optimization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6.4 Hybrid Encryption</a:t>
            </a:r>
          </a:p>
        </p:txBody>
      </p:sp>
    </p:spTree>
    <p:extLst>
      <p:ext uri="{BB962C8B-B14F-4D97-AF65-F5344CB8AC3E}">
        <p14:creationId xmlns:p14="http://schemas.microsoft.com/office/powerpoint/2010/main" val="16610038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5736C-189E-2B41-0417-2F1AF0AF1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6.1 Padding Schemes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9091ED-1178-8834-6943-BC7679EE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PKCS#1 v1.5: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Older standard, still widely used but vulnerable to chosen-ciphertext attacks (Bleichenbacher's attack).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OAEP (Optimal Asymmetric Encryption Padding):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Modern standard with provable security. Uses hash function and mask generation function.</a:t>
            </a:r>
          </a:p>
          <a:p>
            <a:r>
              <a:rPr lang="ru-RU" sz="2000" b="1" i="1">
                <a:highlight>
                  <a:srgbClr val="FFFFFF"/>
                </a:highlight>
                <a:latin typeface="Times New Roman"/>
                <a:cs typeface="Times New Roman"/>
              </a:rPr>
              <a:t>Recommendation: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Use OAEP for encryption, RSA-PSS for signatures.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003736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D8F79-5BEF-5262-74D6-1A4F2D5C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6.2 Prime Generation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D0FE03-29F8-E7E3-0BD6-0FDE35C8F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Generating large primes for RSA: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Generate random odd number of required size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Test primality using Miller-Rabin test (probabilistic)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Repeat until prime found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Ensure p and q are sufficiently different (|p - q| large)</a:t>
            </a: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Prime Number Theorem: Approximately 1 in ln(n) random n-bit numbers is prime. For 1024-bit: ~1 in 710 candidates.</a:t>
            </a:r>
            <a:endParaRPr lang="ru-RU"/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5669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5B146-1635-4499-A904-10345462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6.3 Performance Optimization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FAACC0-88CC-C4CB-053C-EF56E8E21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Chinese Remainder Theorem (CRT):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Speeds up decryption by ~4×.</a:t>
            </a:r>
            <a:endParaRPr lang="ru-RU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Instead of computing M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C^d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mod n, compute: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M_p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= C^(d mod (p-1)) mod p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M_q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= C^(d mod (q-1)) mod q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Combine using CRT to get M</a:t>
            </a: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Small Public Exponent: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Using e = 65537 makes encryption very fast (only 17 bits set). Decryption still slow.</a:t>
            </a:r>
            <a:endParaRPr lang="ru-RU" sz="2000" dirty="0">
              <a:highlight>
                <a:srgbClr val="FFFFFF"/>
              </a:highlight>
              <a:latin typeface="Arial"/>
              <a:cs typeface="Arial"/>
            </a:endParaRP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9033572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65BCB9-74A2-0890-78D9-F826B1D4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6.4 Hybrid Encryption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DDFDCA-7E09-1389-9A1C-55219EBCB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Standard practice: use RSA to encrypt symmetric key, then use symmetric cipher for data.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1. Generate random AES key K</a:t>
            </a: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2. Encrypt K with RSA: C_K = </a:t>
            </a:r>
            <a:r>
              <a:rPr lang="en-US" sz="2000" err="1">
                <a:highlight>
                  <a:srgbClr val="FFFFFF"/>
                </a:highlight>
                <a:latin typeface="Courier New"/>
                <a:cs typeface="Courier New"/>
              </a:rPr>
              <a:t>RSA_Encrypt</a:t>
            </a: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(PK, K)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3. Encrypt data with AES: </a:t>
            </a:r>
            <a:r>
              <a:rPr lang="en-US" sz="2000" err="1">
                <a:highlight>
                  <a:srgbClr val="FFFFFF"/>
                </a:highlight>
                <a:latin typeface="Courier New"/>
                <a:cs typeface="Courier New"/>
              </a:rPr>
              <a:t>C_data</a:t>
            </a: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 = </a:t>
            </a:r>
            <a:r>
              <a:rPr lang="en-US" sz="2000" err="1">
                <a:highlight>
                  <a:srgbClr val="FFFFFF"/>
                </a:highlight>
                <a:latin typeface="Courier New"/>
                <a:cs typeface="Courier New"/>
              </a:rPr>
              <a:t>AES_Encrypt</a:t>
            </a: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(K, data)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4. Send (C_K, </a:t>
            </a:r>
            <a:r>
              <a:rPr lang="en-US" sz="2000" err="1">
                <a:highlight>
                  <a:srgbClr val="FFFFFF"/>
                </a:highlight>
                <a:latin typeface="Courier New"/>
                <a:cs typeface="Courier New"/>
              </a:rPr>
              <a:t>C_data</a:t>
            </a: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)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This combines RSA's key distribution with AES's speed.</a:t>
            </a:r>
            <a:endParaRPr lang="ru-RU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8669307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31092-D8A2-8297-1514-43BC59223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7. Conclusion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06238E-683C-C03B-E068-2E9B77D4E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This lecture introduced public key cryptography through RSA. Key insights:</a:t>
            </a:r>
            <a:endParaRPr lang="ru-RU"/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Public key cryptography solves key distribution problem with asymmetric keys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RSA security relies on hardness of integer factorization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Mathematical foundation: Euler's theorem, modular arithmetic, totient function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RSA provides both encryption and digital signatures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Modern RSA requires padding (OAEP, RSA-PSS) and large keys (2048+ bits)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Practical use: hybrid encryption combines RSA key exchange with symmetric data encryption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83599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58D53-3AFD-39EE-AAAA-1F43988F3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7.1 Looking Forward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3C7EFD-5EE8-3E8C-262A-DFC42AE4B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Next Lecture (Week 10): </a:t>
            </a:r>
            <a:r>
              <a:rPr lang="ru-RU" sz="2000">
                <a:latin typeface="Times New Roman"/>
                <a:cs typeface="Times New Roman"/>
              </a:rPr>
              <a:t>Diffie-Hellman Key Exchange and Elliptic Curve Cryptography. We will study the Diffie-Hellman protocol, discrete logarithm problem, elliptic curves, ECDH, and ECDSA.</a:t>
            </a:r>
            <a:endParaRPr lang="ru-RU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17001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EBD7B-FE14-F2CC-616B-ED20C8CB8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7.2 Preparation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BB03D1-BB6E-6E54-AFA5-5787F3150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Read Ferguson et al., Chapter 12: Diffie-Hellman, Chapter 13: Introduction to Elliptic Curves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Review: Discrete logarithm problem, cyclic groups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Lab: Implement RSA key generation and encryption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Quiz 3: Public key cryptography fundamentals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62208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5B4DF-394C-D848-BE95-5E59515AE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34F2E8-D187-9373-DB9B-D771FB703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Bellare, M., &amp; </a:t>
            </a:r>
            <a:r>
              <a:rPr lang="en-US" sz="2000" err="1">
                <a:latin typeface="Times New Roman"/>
                <a:cs typeface="Times New Roman"/>
              </a:rPr>
              <a:t>Rogaway</a:t>
            </a:r>
            <a:r>
              <a:rPr lang="en-US" sz="2000">
                <a:latin typeface="Times New Roman"/>
                <a:cs typeface="Times New Roman"/>
              </a:rPr>
              <a:t>, P. (1994). Optimal asymmetric encryption. In </a:t>
            </a:r>
            <a:r>
              <a:rPr lang="en-US" sz="2000" i="1">
                <a:latin typeface="Times New Roman"/>
                <a:cs typeface="Times New Roman"/>
              </a:rPr>
              <a:t>Advances in Cryptology—EUROCRYPT '94</a:t>
            </a:r>
            <a:r>
              <a:rPr lang="en-US" sz="2000">
                <a:latin typeface="Times New Roman"/>
                <a:cs typeface="Times New Roman"/>
              </a:rPr>
              <a:t>.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cs typeface="Times New Roman"/>
              </a:rPr>
              <a:t>Diffie, W., &amp; Hellman, M. (1976). New directions in cryptography. </a:t>
            </a:r>
            <a:r>
              <a:rPr lang="ru-RU" sz="2000" i="1">
                <a:latin typeface="Times New Roman"/>
                <a:cs typeface="Times New Roman"/>
              </a:rPr>
              <a:t>IEEE Transactions on Information Theory</a:t>
            </a:r>
            <a:r>
              <a:rPr lang="ru-RU" sz="2000">
                <a:latin typeface="Times New Roman"/>
                <a:cs typeface="Times New Roman"/>
              </a:rPr>
              <a:t>, 22(6), 644-654.</a:t>
            </a:r>
          </a:p>
          <a:p>
            <a:r>
              <a:rPr lang="ru-RU" sz="2000">
                <a:latin typeface="Times New Roman"/>
                <a:cs typeface="Times New Roman"/>
              </a:rPr>
              <a:t>Ferguson, N., Schneier, B., &amp; Kohno, T. (2010). </a:t>
            </a:r>
            <a:r>
              <a:rPr lang="ru-RU" sz="2000" i="1">
                <a:latin typeface="Times New Roman"/>
                <a:cs typeface="Times New Roman"/>
              </a:rPr>
              <a:t>Cryptography engineering: Design principles and practical applications</a:t>
            </a:r>
            <a:r>
              <a:rPr lang="ru-RU" sz="2000">
                <a:latin typeface="Times New Roman"/>
                <a:cs typeface="Times New Roman"/>
              </a:rPr>
              <a:t>. Wiley.</a:t>
            </a:r>
          </a:p>
          <a:p>
            <a:r>
              <a:rPr lang="ru-RU" sz="2000">
                <a:latin typeface="Times New Roman"/>
                <a:cs typeface="Times New Roman"/>
              </a:rPr>
              <a:t>Rivest, R. L., Shamir, A., &amp; Adleman, L. (1978). A method for obtaining digital signatures and public-key cryptosystems. </a:t>
            </a:r>
            <a:r>
              <a:rPr lang="ru-RU" sz="2000" i="1">
                <a:latin typeface="Times New Roman"/>
                <a:cs typeface="Times New Roman"/>
              </a:rPr>
              <a:t>Communications of the ACM</a:t>
            </a:r>
            <a:r>
              <a:rPr lang="ru-RU" sz="2000">
                <a:latin typeface="Times New Roman"/>
                <a:cs typeface="Times New Roman"/>
              </a:rPr>
              <a:t>, 21(2), 120-126.</a:t>
            </a:r>
          </a:p>
          <a:p>
            <a:r>
              <a:rPr lang="ru-RU" sz="2000">
                <a:latin typeface="Times New Roman"/>
                <a:cs typeface="Times New Roman"/>
              </a:rPr>
              <a:t>RSA Laboratories. (2012). </a:t>
            </a:r>
            <a:r>
              <a:rPr lang="ru-RU" sz="2000" i="1">
                <a:latin typeface="Times New Roman"/>
                <a:cs typeface="Times New Roman"/>
              </a:rPr>
              <a:t>PKCS #1 v2.2: RSA Cryptography Standard</a:t>
            </a:r>
            <a:r>
              <a:rPr lang="ru-RU" sz="2000">
                <a:latin typeface="Times New Roman"/>
                <a:cs typeface="Times New Roman"/>
              </a:rPr>
              <a:t>.</a:t>
            </a: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5759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8D18DF04E7B24DB531D034DE08C523" ma:contentTypeVersion="7" ma:contentTypeDescription="Create a new document." ma:contentTypeScope="" ma:versionID="2f146705a619509e53fdea7820dfa6b4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2a79d2ce18ff50e49312cd391f8a06b9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FE8C15-2EF9-43F3-A66A-B71F5A1D039A}"/>
</file>

<file path=customXml/itemProps2.xml><?xml version="1.0" encoding="utf-8"?>
<ds:datastoreItem xmlns:ds="http://schemas.openxmlformats.org/officeDocument/2006/customXml" ds:itemID="{98D80528-E540-41DF-9822-5653F7D22CCF}"/>
</file>

<file path=customXml/itemProps3.xml><?xml version="1.0" encoding="utf-8"?>
<ds:datastoreItem xmlns:ds="http://schemas.openxmlformats.org/officeDocument/2006/customXml" ds:itemID="{8D6894E0-ACD6-4D46-81BF-88045E3EBB2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60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1" baseType="lpstr">
      <vt:lpstr>Тема Office</vt:lpstr>
      <vt:lpstr>Lecture 9. Public Key Cryptography and RSA</vt:lpstr>
      <vt:lpstr>Agenda</vt:lpstr>
      <vt:lpstr>1. Introduction to Public Key Cryptography</vt:lpstr>
      <vt:lpstr>1. Introduction to Public Key Cryptography</vt:lpstr>
      <vt:lpstr>1.1 The Key Distribution Problem</vt:lpstr>
      <vt:lpstr>Example 1.1: Internet Communication Challenge</vt:lpstr>
      <vt:lpstr>1.2 Public Key Cryptography Concept</vt:lpstr>
      <vt:lpstr>1.2 Public Key Cryptography Concept</vt:lpstr>
      <vt:lpstr>1.3 Public Key Operations</vt:lpstr>
      <vt:lpstr>1.3 Public Key Operations</vt:lpstr>
      <vt:lpstr>1.4 Advantages and Limitations</vt:lpstr>
      <vt:lpstr>Презентация PowerPoint</vt:lpstr>
      <vt:lpstr>2. Mathematical Foundations</vt:lpstr>
      <vt:lpstr>2. Mathematical Foundations</vt:lpstr>
      <vt:lpstr>2.1 Modular Arithmetic</vt:lpstr>
      <vt:lpstr>Example 2.1: Modular Arithmetic</vt:lpstr>
      <vt:lpstr>2.2 Greatest Common Divisor and Coprimality</vt:lpstr>
      <vt:lpstr>Example 2.2: GCD Computation</vt:lpstr>
      <vt:lpstr>2.3 Euler's Totient Function</vt:lpstr>
      <vt:lpstr>Example 2.3: Computing φ(n)</vt:lpstr>
      <vt:lpstr>Example 2.3: Computing φ(n)</vt:lpstr>
      <vt:lpstr>Example 2.4: RSA Application</vt:lpstr>
      <vt:lpstr>2.4 Euler's Theorem and Fermat's Little Theorem</vt:lpstr>
      <vt:lpstr>Example 2.5: Euler's Theorem</vt:lpstr>
      <vt:lpstr>Example 2.5: Euler's Theorem</vt:lpstr>
      <vt:lpstr>2.5 Modular Multiplicative Inverse</vt:lpstr>
      <vt:lpstr>Example 2.6: Modular Inverse</vt:lpstr>
      <vt:lpstr>3. The RSA Algorithm</vt:lpstr>
      <vt:lpstr>3. The RSA Algorithm</vt:lpstr>
      <vt:lpstr>3.1 Key Generation</vt:lpstr>
      <vt:lpstr>Example 3.1: Small RSA Key Generation</vt:lpstr>
      <vt:lpstr>3.2 Encryption</vt:lpstr>
      <vt:lpstr>Example 3.2: RSA Encryption</vt:lpstr>
      <vt:lpstr>3.3 Decryption</vt:lpstr>
      <vt:lpstr>Example 3.3: RSA Decryption</vt:lpstr>
      <vt:lpstr>Презентация PowerPoint</vt:lpstr>
      <vt:lpstr>4. RSA Security Analysis</vt:lpstr>
      <vt:lpstr>4.1 Security Foundation</vt:lpstr>
      <vt:lpstr>Example 4.1: Factorization Records</vt:lpstr>
      <vt:lpstr>4.2 Key Size Recommendations</vt:lpstr>
      <vt:lpstr>4.3 Textbook RSA Vulnerabilities</vt:lpstr>
      <vt:lpstr>Example 4.2: Malleability Attack</vt:lpstr>
      <vt:lpstr>4.4 Timing Attacks</vt:lpstr>
      <vt:lpstr>Презентация PowerPoint</vt:lpstr>
      <vt:lpstr>5. RSA Signatures</vt:lpstr>
      <vt:lpstr>5. RSA Signatures</vt:lpstr>
      <vt:lpstr>5.1 Basic RSA Signature Scheme</vt:lpstr>
      <vt:lpstr>Example 5.1: RSA Signature</vt:lpstr>
      <vt:lpstr>5.2 Hash-and-Sign</vt:lpstr>
      <vt:lpstr>5.3 RSA-PSS (Probabilistic Signature Scheme)</vt:lpstr>
      <vt:lpstr>Презентация PowerPoint</vt:lpstr>
      <vt:lpstr>6. Practical RSA Implementation</vt:lpstr>
      <vt:lpstr>6.1 Padding Schemes</vt:lpstr>
      <vt:lpstr>6.2 Prime Generation</vt:lpstr>
      <vt:lpstr>6.3 Performance Optimization</vt:lpstr>
      <vt:lpstr>6.4 Hybrid Encryption</vt:lpstr>
      <vt:lpstr>7. Conclusion</vt:lpstr>
      <vt:lpstr>7.1 Looking Forward</vt:lpstr>
      <vt:lpstr>7.2 Preparation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348</cp:revision>
  <dcterms:created xsi:type="dcterms:W3CDTF">2026-03-09T10:59:18Z</dcterms:created>
  <dcterms:modified xsi:type="dcterms:W3CDTF">2026-03-09T12:00:54Z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