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60" r:id="rId7"/>
    <p:sldId id="298" r:id="rId8"/>
    <p:sldId id="299" r:id="rId9"/>
    <p:sldId id="300" r:id="rId10"/>
    <p:sldId id="301" r:id="rId11"/>
    <p:sldId id="305" r:id="rId12"/>
    <p:sldId id="302" r:id="rId13"/>
    <p:sldId id="303" r:id="rId14"/>
    <p:sldId id="351" r:id="rId15"/>
    <p:sldId id="304" r:id="rId16"/>
    <p:sldId id="306" r:id="rId17"/>
    <p:sldId id="308" r:id="rId18"/>
    <p:sldId id="309" r:id="rId19"/>
    <p:sldId id="310" r:id="rId20"/>
    <p:sldId id="356" r:id="rId21"/>
    <p:sldId id="311" r:id="rId22"/>
    <p:sldId id="312" r:id="rId23"/>
    <p:sldId id="313" r:id="rId24"/>
    <p:sldId id="315" r:id="rId25"/>
    <p:sldId id="314" r:id="rId26"/>
    <p:sldId id="316" r:id="rId27"/>
    <p:sldId id="317" r:id="rId28"/>
    <p:sldId id="318" r:id="rId29"/>
    <p:sldId id="319" r:id="rId30"/>
    <p:sldId id="352" r:id="rId31"/>
    <p:sldId id="320" r:id="rId32"/>
    <p:sldId id="321" r:id="rId33"/>
    <p:sldId id="322" r:id="rId34"/>
    <p:sldId id="324" r:id="rId35"/>
    <p:sldId id="323" r:id="rId36"/>
    <p:sldId id="325" r:id="rId37"/>
    <p:sldId id="326" r:id="rId38"/>
    <p:sldId id="328" r:id="rId39"/>
    <p:sldId id="329" r:id="rId40"/>
    <p:sldId id="330" r:id="rId41"/>
    <p:sldId id="331" r:id="rId42"/>
    <p:sldId id="332" r:id="rId43"/>
    <p:sldId id="334" r:id="rId44"/>
    <p:sldId id="333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53" r:id="rId53"/>
    <p:sldId id="342" r:id="rId54"/>
    <p:sldId id="343" r:id="rId55"/>
    <p:sldId id="344" r:id="rId56"/>
    <p:sldId id="345" r:id="rId57"/>
    <p:sldId id="354" r:id="rId58"/>
    <p:sldId id="346" r:id="rId59"/>
    <p:sldId id="347" r:id="rId60"/>
    <p:sldId id="348" r:id="rId61"/>
    <p:sldId id="349" r:id="rId62"/>
    <p:sldId id="350" r:id="rId6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B9259-3195-396A-00BA-20135E16B6E9}" v="41" dt="2026-02-08T14:26:41.252"/>
    <p1510:client id="{4CEA34C8-BFCF-8A6C-536D-0DA65CB0015B}" v="50" dt="2026-02-08T17:24:49.854"/>
    <p1510:client id="{DF231F6D-9A16-B68F-4CE0-143F8BA59947}" v="990" dt="2026-02-08T14:16:18.707"/>
    <p1510:client id="{F130196C-A165-045D-853C-D490DAEB77EA}" v="6" dt="2026-02-09T15:26:09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mirlan Zhaxalykov" userId="S::t.zhaxalykov@kbtu.kz::037320a9-8ef1-4acb-bb74-1ab60141db9d" providerId="AD" clId="Web-{DF231F6D-9A16-B68F-4CE0-143F8BA59947}"/>
    <pc:docChg chg="addSld delSld modSld">
      <pc:chgData name="Temirlan Zhaxalykov" userId="S::t.zhaxalykov@kbtu.kz::037320a9-8ef1-4acb-bb74-1ab60141db9d" providerId="AD" clId="Web-{DF231F6D-9A16-B68F-4CE0-143F8BA59947}" dt="2026-02-08T14:16:18.707" v="954"/>
      <pc:docMkLst>
        <pc:docMk/>
      </pc:docMkLst>
      <pc:sldChg chg="del">
        <pc:chgData name="Temirlan Zhaxalykov" userId="S::t.zhaxalykov@kbtu.kz::037320a9-8ef1-4acb-bb74-1ab60141db9d" providerId="AD" clId="Web-{DF231F6D-9A16-B68F-4CE0-143F8BA59947}" dt="2026-02-08T09:52:42.735" v="2"/>
        <pc:sldMkLst>
          <pc:docMk/>
          <pc:sldMk cId="1351651579" sldId="256"/>
        </pc:sldMkLst>
      </pc:sldChg>
      <pc:sldChg chg="addSp modSp add">
        <pc:chgData name="Temirlan Zhaxalykov" userId="S::t.zhaxalykov@kbtu.kz::037320a9-8ef1-4acb-bb74-1ab60141db9d" providerId="AD" clId="Web-{DF231F6D-9A16-B68F-4CE0-143F8BA59947}" dt="2026-02-08T09:58:51.241" v="104" actId="20577"/>
        <pc:sldMkLst>
          <pc:docMk/>
          <pc:sldMk cId="3639920370" sldId="257"/>
        </pc:sldMkLst>
        <pc:spChg chg="mod">
          <ac:chgData name="Temirlan Zhaxalykov" userId="S::t.zhaxalykov@kbtu.kz::037320a9-8ef1-4acb-bb74-1ab60141db9d" providerId="AD" clId="Web-{DF231F6D-9A16-B68F-4CE0-143F8BA59947}" dt="2026-02-08T09:58:41.522" v="101" actId="20577"/>
          <ac:spMkLst>
            <pc:docMk/>
            <pc:sldMk cId="3639920370" sldId="257"/>
            <ac:spMk id="2" creationId="{00000000-0000-0000-0000-000000000000}"/>
          </ac:spMkLst>
        </pc:spChg>
        <pc:spChg chg="mod">
          <ac:chgData name="Temirlan Zhaxalykov" userId="S::t.zhaxalykov@kbtu.kz::037320a9-8ef1-4acb-bb74-1ab60141db9d" providerId="AD" clId="Web-{DF231F6D-9A16-B68F-4CE0-143F8BA59947}" dt="2026-02-08T09:58:51.241" v="104" actId="20577"/>
          <ac:spMkLst>
            <pc:docMk/>
            <pc:sldMk cId="3639920370" sldId="257"/>
            <ac:spMk id="3" creationId="{00000000-0000-0000-0000-000000000000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2:40.594" v="1"/>
          <ac:spMkLst>
            <pc:docMk/>
            <pc:sldMk cId="3639920370" sldId="257"/>
            <ac:spMk id="8" creationId="{6F5A5072-7B47-4D32-B52A-4EBBF590B8A5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2:40.594" v="1"/>
          <ac:spMkLst>
            <pc:docMk/>
            <pc:sldMk cId="3639920370" sldId="257"/>
            <ac:spMk id="10" creationId="{9715DAF0-AE1B-46C9-8A6B-DB2AA05AB91D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2:40.594" v="1"/>
          <ac:spMkLst>
            <pc:docMk/>
            <pc:sldMk cId="3639920370" sldId="257"/>
            <ac:spMk id="12" creationId="{6016219D-510E-4184-9090-6D5578A87BD1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2:40.594" v="1"/>
          <ac:spMkLst>
            <pc:docMk/>
            <pc:sldMk cId="3639920370" sldId="257"/>
            <ac:spMk id="14" creationId="{AFF4A713-7B75-4B21-90D7-5AB19547C72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2:40.594" v="1"/>
          <ac:spMkLst>
            <pc:docMk/>
            <pc:sldMk cId="3639920370" sldId="257"/>
            <ac:spMk id="16" creationId="{DC631C0B-6DA6-4E57-8231-CE32B3434A7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2:40.594" v="1"/>
          <ac:spMkLst>
            <pc:docMk/>
            <pc:sldMk cId="3639920370" sldId="257"/>
            <ac:spMk id="18" creationId="{C29501E6-A978-4A61-9689-9085AF97A53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09:58:35.444" v="99" actId="20577"/>
        <pc:sldMkLst>
          <pc:docMk/>
          <pc:sldMk cId="3763757625" sldId="258"/>
        </pc:sldMkLst>
        <pc:spChg chg="mod">
          <ac:chgData name="Temirlan Zhaxalykov" userId="S::t.zhaxalykov@kbtu.kz::037320a9-8ef1-4acb-bb74-1ab60141db9d" providerId="AD" clId="Web-{DF231F6D-9A16-B68F-4CE0-143F8BA59947}" dt="2026-02-08T09:58:35.444" v="99" actId="20577"/>
          <ac:spMkLst>
            <pc:docMk/>
            <pc:sldMk cId="3763757625" sldId="258"/>
            <ac:spMk id="2" creationId="{60CF879C-F49F-C221-47C2-B400A0A48F1A}"/>
          </ac:spMkLst>
        </pc:spChg>
        <pc:spChg chg="mod">
          <ac:chgData name="Temirlan Zhaxalykov" userId="S::t.zhaxalykov@kbtu.kz::037320a9-8ef1-4acb-bb74-1ab60141db9d" providerId="AD" clId="Web-{DF231F6D-9A16-B68F-4CE0-143F8BA59947}" dt="2026-02-08T09:55:07.644" v="61" actId="20577"/>
          <ac:spMkLst>
            <pc:docMk/>
            <pc:sldMk cId="3763757625" sldId="258"/>
            <ac:spMk id="3" creationId="{BD685C0E-B3AE-4024-E3E2-A44731C15FBD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4:48.128" v="57"/>
          <ac:spMkLst>
            <pc:docMk/>
            <pc:sldMk cId="3763757625" sldId="258"/>
            <ac:spMk id="8" creationId="{DEE2AD96-B495-4E06-9291-B71706F728CB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4:48.128" v="57"/>
          <ac:spMkLst>
            <pc:docMk/>
            <pc:sldMk cId="3763757625" sldId="258"/>
            <ac:spMk id="10" creationId="{53CF6D67-C5A8-4ADD-9E8E-1E38CA1D3166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4:48.128" v="57"/>
          <ac:spMkLst>
            <pc:docMk/>
            <pc:sldMk cId="3763757625" sldId="258"/>
            <ac:spMk id="12" creationId="{86909FA0-B515-4681-B7A8-FA281D133B94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4:48.128" v="57"/>
          <ac:spMkLst>
            <pc:docMk/>
            <pc:sldMk cId="3763757625" sldId="258"/>
            <ac:spMk id="14" creationId="{21C9FE86-FCC3-4A31-AA1C-C882262B7FE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4:48.128" v="57"/>
          <ac:spMkLst>
            <pc:docMk/>
            <pc:sldMk cId="3763757625" sldId="258"/>
            <ac:spMk id="16" creationId="{7D96243B-ECED-4B71-8E06-AE9A285EAD20}"/>
          </ac:spMkLst>
        </pc:spChg>
        <pc:spChg chg="add">
          <ac:chgData name="Temirlan Zhaxalykov" userId="S::t.zhaxalykov@kbtu.kz::037320a9-8ef1-4acb-bb74-1ab60141db9d" providerId="AD" clId="Web-{DF231F6D-9A16-B68F-4CE0-143F8BA59947}" dt="2026-02-08T09:54:48.128" v="57"/>
          <ac:spMkLst>
            <pc:docMk/>
            <pc:sldMk cId="3763757625" sldId="258"/>
            <ac:spMk id="18" creationId="{A09989E4-EFDC-4A90-A633-E0525FB4139E}"/>
          </ac:spMkLst>
        </pc:spChg>
      </pc:sldChg>
      <pc:sldChg chg="new del">
        <pc:chgData name="Temirlan Zhaxalykov" userId="S::t.zhaxalykov@kbtu.kz::037320a9-8ef1-4acb-bb74-1ab60141db9d" providerId="AD" clId="Web-{DF231F6D-9A16-B68F-4CE0-143F8BA59947}" dt="2026-02-08T10:00:08.540" v="109"/>
        <pc:sldMkLst>
          <pc:docMk/>
          <pc:sldMk cId="2712232453" sldId="259"/>
        </pc:sldMkLst>
      </pc:sldChg>
      <pc:sldChg chg="modSp add replId">
        <pc:chgData name="Temirlan Zhaxalykov" userId="S::t.zhaxalykov@kbtu.kz::037320a9-8ef1-4acb-bb74-1ab60141db9d" providerId="AD" clId="Web-{DF231F6D-9A16-B68F-4CE0-143F8BA59947}" dt="2026-02-08T09:58:31.678" v="97" actId="20577"/>
        <pc:sldMkLst>
          <pc:docMk/>
          <pc:sldMk cId="1667578014" sldId="260"/>
        </pc:sldMkLst>
        <pc:spChg chg="mod">
          <ac:chgData name="Temirlan Zhaxalykov" userId="S::t.zhaxalykov@kbtu.kz::037320a9-8ef1-4acb-bb74-1ab60141db9d" providerId="AD" clId="Web-{DF231F6D-9A16-B68F-4CE0-143F8BA59947}" dt="2026-02-08T09:58:31.678" v="97" actId="20577"/>
          <ac:spMkLst>
            <pc:docMk/>
            <pc:sldMk cId="1667578014" sldId="260"/>
            <ac:spMk id="2" creationId="{BF2013E0-4625-6595-621A-8337C6498038}"/>
          </ac:spMkLst>
        </pc:spChg>
        <pc:spChg chg="mod">
          <ac:chgData name="Temirlan Zhaxalykov" userId="S::t.zhaxalykov@kbtu.kz::037320a9-8ef1-4acb-bb74-1ab60141db9d" providerId="AD" clId="Web-{DF231F6D-9A16-B68F-4CE0-143F8BA59947}" dt="2026-02-08T09:58:23.569" v="95" actId="20577"/>
          <ac:spMkLst>
            <pc:docMk/>
            <pc:sldMk cId="1667578014" sldId="260"/>
            <ac:spMk id="3" creationId="{612AB943-ECE5-60CB-2159-90A545231BFF}"/>
          </ac:spMkLst>
        </pc:spChg>
      </pc:sldChg>
      <pc:sldChg chg="add del replId">
        <pc:chgData name="Temirlan Zhaxalykov" userId="S::t.zhaxalykov@kbtu.kz::037320a9-8ef1-4acb-bb74-1ab60141db9d" providerId="AD" clId="Web-{DF231F6D-9A16-B68F-4CE0-143F8BA59947}" dt="2026-02-08T09:55:31.910" v="67"/>
        <pc:sldMkLst>
          <pc:docMk/>
          <pc:sldMk cId="1281486687" sldId="261"/>
        </pc:sldMkLst>
      </pc:sldChg>
      <pc:sldChg chg="addSp delSp modSp add">
        <pc:chgData name="Temirlan Zhaxalykov" userId="S::t.zhaxalykov@kbtu.kz::037320a9-8ef1-4acb-bb74-1ab60141db9d" providerId="AD" clId="Web-{DF231F6D-9A16-B68F-4CE0-143F8BA59947}" dt="2026-02-08T10:00:42.275" v="117"/>
        <pc:sldMkLst>
          <pc:docMk/>
          <pc:sldMk cId="1922538958" sldId="298"/>
        </pc:sldMkLst>
        <pc:spChg chg="mod">
          <ac:chgData name="Temirlan Zhaxalykov" userId="S::t.zhaxalykov@kbtu.kz::037320a9-8ef1-4acb-bb74-1ab60141db9d" providerId="AD" clId="Web-{DF231F6D-9A16-B68F-4CE0-143F8BA59947}" dt="2026-02-08T10:00:42.259" v="116"/>
          <ac:spMkLst>
            <pc:docMk/>
            <pc:sldMk cId="1922538958" sldId="298"/>
            <ac:spMk id="2" creationId="{D65E1BC8-D893-1FAD-F6BC-0A776B9E6083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00:42.275" v="117"/>
          <ac:spMkLst>
            <pc:docMk/>
            <pc:sldMk cId="1922538958" sldId="298"/>
            <ac:spMk id="3" creationId="{25D131E6-DE5F-98CB-EA71-371D9491EBDA}"/>
          </ac:spMkLst>
        </pc:spChg>
        <pc:spChg chg="add del">
          <ac:chgData name="Temirlan Zhaxalykov" userId="S::t.zhaxalykov@kbtu.kz::037320a9-8ef1-4acb-bb74-1ab60141db9d" providerId="AD" clId="Web-{DF231F6D-9A16-B68F-4CE0-143F8BA59947}" dt="2026-02-08T10:00:04.759" v="107"/>
          <ac:spMkLst>
            <pc:docMk/>
            <pc:sldMk cId="1922538958" sldId="298"/>
            <ac:spMk id="8" creationId="{DEE2AD96-B495-4E06-9291-B71706F728CB}"/>
          </ac:spMkLst>
        </pc:spChg>
        <pc:spChg chg="add del">
          <ac:chgData name="Temirlan Zhaxalykov" userId="S::t.zhaxalykov@kbtu.kz::037320a9-8ef1-4acb-bb74-1ab60141db9d" providerId="AD" clId="Web-{DF231F6D-9A16-B68F-4CE0-143F8BA59947}" dt="2026-02-08T10:00:04.759" v="107"/>
          <ac:spMkLst>
            <pc:docMk/>
            <pc:sldMk cId="1922538958" sldId="298"/>
            <ac:spMk id="10" creationId="{53CF6D67-C5A8-4ADD-9E8E-1E38CA1D3166}"/>
          </ac:spMkLst>
        </pc:spChg>
        <pc:spChg chg="add del">
          <ac:chgData name="Temirlan Zhaxalykov" userId="S::t.zhaxalykov@kbtu.kz::037320a9-8ef1-4acb-bb74-1ab60141db9d" providerId="AD" clId="Web-{DF231F6D-9A16-B68F-4CE0-143F8BA59947}" dt="2026-02-08T10:00:04.759" v="107"/>
          <ac:spMkLst>
            <pc:docMk/>
            <pc:sldMk cId="1922538958" sldId="298"/>
            <ac:spMk id="12" creationId="{86909FA0-B515-4681-B7A8-FA281D133B94}"/>
          </ac:spMkLst>
        </pc:spChg>
        <pc:spChg chg="add del">
          <ac:chgData name="Temirlan Zhaxalykov" userId="S::t.zhaxalykov@kbtu.kz::037320a9-8ef1-4acb-bb74-1ab60141db9d" providerId="AD" clId="Web-{DF231F6D-9A16-B68F-4CE0-143F8BA59947}" dt="2026-02-08T10:00:04.759" v="107"/>
          <ac:spMkLst>
            <pc:docMk/>
            <pc:sldMk cId="1922538958" sldId="298"/>
            <ac:spMk id="14" creationId="{21C9FE86-FCC3-4A31-AA1C-C882262B7FE7}"/>
          </ac:spMkLst>
        </pc:spChg>
        <pc:spChg chg="add del">
          <ac:chgData name="Temirlan Zhaxalykov" userId="S::t.zhaxalykov@kbtu.kz::037320a9-8ef1-4acb-bb74-1ab60141db9d" providerId="AD" clId="Web-{DF231F6D-9A16-B68F-4CE0-143F8BA59947}" dt="2026-02-08T10:00:04.759" v="107"/>
          <ac:spMkLst>
            <pc:docMk/>
            <pc:sldMk cId="1922538958" sldId="298"/>
            <ac:spMk id="16" creationId="{7D96243B-ECED-4B71-8E06-AE9A285EAD20}"/>
          </ac:spMkLst>
        </pc:spChg>
        <pc:spChg chg="add del">
          <ac:chgData name="Temirlan Zhaxalykov" userId="S::t.zhaxalykov@kbtu.kz::037320a9-8ef1-4acb-bb74-1ab60141db9d" providerId="AD" clId="Web-{DF231F6D-9A16-B68F-4CE0-143F8BA59947}" dt="2026-02-08T10:00:04.759" v="107"/>
          <ac:spMkLst>
            <pc:docMk/>
            <pc:sldMk cId="1922538958" sldId="298"/>
            <ac:spMk id="18" creationId="{A09989E4-EFDC-4A90-A633-E0525FB4139E}"/>
          </ac:spMkLst>
        </pc:spChg>
        <pc:spChg chg="add del">
          <ac:chgData name="Temirlan Zhaxalykov" userId="S::t.zhaxalykov@kbtu.kz::037320a9-8ef1-4acb-bb74-1ab60141db9d" providerId="AD" clId="Web-{DF231F6D-9A16-B68F-4CE0-143F8BA59947}" dt="2026-02-08T10:00:29.931" v="113"/>
          <ac:spMkLst>
            <pc:docMk/>
            <pc:sldMk cId="1922538958" sldId="298"/>
            <ac:spMk id="20" creationId="{1B15ED52-F352-441B-82BF-E0EA34836D08}"/>
          </ac:spMkLst>
        </pc:spChg>
        <pc:spChg chg="add del">
          <ac:chgData name="Temirlan Zhaxalykov" userId="S::t.zhaxalykov@kbtu.kz::037320a9-8ef1-4acb-bb74-1ab60141db9d" providerId="AD" clId="Web-{DF231F6D-9A16-B68F-4CE0-143F8BA59947}" dt="2026-02-08T10:00:29.931" v="113"/>
          <ac:spMkLst>
            <pc:docMk/>
            <pc:sldMk cId="1922538958" sldId="298"/>
            <ac:spMk id="21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0:04.821" v="108"/>
          <ac:spMkLst>
            <pc:docMk/>
            <pc:sldMk cId="1922538958" sldId="298"/>
            <ac:spMk id="22" creationId="{BC4C4868-CB8F-4AF9-9CDB-8108F2C19B67}"/>
          </ac:spMkLst>
        </pc:spChg>
        <pc:spChg chg="add del">
          <ac:chgData name="Temirlan Zhaxalykov" userId="S::t.zhaxalykov@kbtu.kz::037320a9-8ef1-4acb-bb74-1ab60141db9d" providerId="AD" clId="Web-{DF231F6D-9A16-B68F-4CE0-143F8BA59947}" dt="2026-02-08T10:00:29.931" v="113"/>
          <ac:spMkLst>
            <pc:docMk/>
            <pc:sldMk cId="1922538958" sldId="298"/>
            <ac:spMk id="23" creationId="{375E0459-6403-40CD-989D-56A4407CA12E}"/>
          </ac:spMkLst>
        </pc:spChg>
        <pc:spChg chg="add del">
          <ac:chgData name="Temirlan Zhaxalykov" userId="S::t.zhaxalykov@kbtu.kz::037320a9-8ef1-4acb-bb74-1ab60141db9d" providerId="AD" clId="Web-{DF231F6D-9A16-B68F-4CE0-143F8BA59947}" dt="2026-02-08T10:00:29.931" v="113"/>
          <ac:spMkLst>
            <pc:docMk/>
            <pc:sldMk cId="1922538958" sldId="298"/>
            <ac:spMk id="24" creationId="{53E5B1A8-3AC9-4BD1-9BBC-78CA94F2D1BA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0:29.931" v="113"/>
          <ac:spMkLst>
            <pc:docMk/>
            <pc:sldMk cId="1922538958" sldId="298"/>
            <ac:spMk id="29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0:29.931" v="113"/>
          <ac:spMkLst>
            <pc:docMk/>
            <pc:sldMk cId="1922538958" sldId="298"/>
            <ac:spMk id="31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0:29.931" v="113"/>
          <ac:spMkLst>
            <pc:docMk/>
            <pc:sldMk cId="1922538958" sldId="298"/>
            <ac:spMk id="35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0:29.931" v="113"/>
          <ac:spMkLst>
            <pc:docMk/>
            <pc:sldMk cId="1922538958" sldId="298"/>
            <ac:spMk id="37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02:20.838" v="128"/>
        <pc:sldMkLst>
          <pc:docMk/>
          <pc:sldMk cId="1622374961" sldId="299"/>
        </pc:sldMkLst>
        <pc:spChg chg="mod">
          <ac:chgData name="Temirlan Zhaxalykov" userId="S::t.zhaxalykov@kbtu.kz::037320a9-8ef1-4acb-bb74-1ab60141db9d" providerId="AD" clId="Web-{DF231F6D-9A16-B68F-4CE0-143F8BA59947}" dt="2026-02-08T10:02:20.822" v="127"/>
          <ac:spMkLst>
            <pc:docMk/>
            <pc:sldMk cId="1622374961" sldId="299"/>
            <ac:spMk id="2" creationId="{95375589-E6E4-F4FC-FCBC-5478234A3B63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02:20.838" v="128"/>
          <ac:spMkLst>
            <pc:docMk/>
            <pc:sldMk cId="1622374961" sldId="299"/>
            <ac:spMk id="3" creationId="{C49515B8-984A-30C7-BF61-B405AB1F0EDF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1:19.369" v="122"/>
          <ac:spMkLst>
            <pc:docMk/>
            <pc:sldMk cId="1622374961" sldId="29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1:19.369" v="122"/>
          <ac:spMkLst>
            <pc:docMk/>
            <pc:sldMk cId="1622374961" sldId="29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1:19.369" v="122"/>
          <ac:spMkLst>
            <pc:docMk/>
            <pc:sldMk cId="1622374961" sldId="29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1:19.369" v="122"/>
          <ac:spMkLst>
            <pc:docMk/>
            <pc:sldMk cId="1622374961" sldId="29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1:19.369" v="122"/>
          <ac:spMkLst>
            <pc:docMk/>
            <pc:sldMk cId="1622374961" sldId="29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23:24.115" v="155" actId="20577"/>
        <pc:sldMkLst>
          <pc:docMk/>
          <pc:sldMk cId="1062802900" sldId="300"/>
        </pc:sldMkLst>
        <pc:spChg chg="mod">
          <ac:chgData name="Temirlan Zhaxalykov" userId="S::t.zhaxalykov@kbtu.kz::037320a9-8ef1-4acb-bb74-1ab60141db9d" providerId="AD" clId="Web-{DF231F6D-9A16-B68F-4CE0-143F8BA59947}" dt="2026-02-08T10:02:54.666" v="138"/>
          <ac:spMkLst>
            <pc:docMk/>
            <pc:sldMk cId="1062802900" sldId="300"/>
            <ac:spMk id="2" creationId="{AC65CAFA-E898-7CBB-B433-12DECBAAEB54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23:24.115" v="155" actId="20577"/>
          <ac:spMkLst>
            <pc:docMk/>
            <pc:sldMk cId="1062802900" sldId="300"/>
            <ac:spMk id="3" creationId="{42F5FDB4-7402-AEDC-964D-0F88CBFAD490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2:47.228" v="133"/>
          <ac:spMkLst>
            <pc:docMk/>
            <pc:sldMk cId="1062802900" sldId="30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2:47.228" v="133"/>
          <ac:spMkLst>
            <pc:docMk/>
            <pc:sldMk cId="1062802900" sldId="30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2:47.228" v="133"/>
          <ac:spMkLst>
            <pc:docMk/>
            <pc:sldMk cId="1062802900" sldId="30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2:47.228" v="133"/>
          <ac:spMkLst>
            <pc:docMk/>
            <pc:sldMk cId="1062802900" sldId="30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02:47.228" v="133"/>
          <ac:spMkLst>
            <pc:docMk/>
            <pc:sldMk cId="1062802900" sldId="30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24:03.724" v="164"/>
        <pc:sldMkLst>
          <pc:docMk/>
          <pc:sldMk cId="1009122209" sldId="301"/>
        </pc:sldMkLst>
        <pc:spChg chg="mod">
          <ac:chgData name="Temirlan Zhaxalykov" userId="S::t.zhaxalykov@kbtu.kz::037320a9-8ef1-4acb-bb74-1ab60141db9d" providerId="AD" clId="Web-{DF231F6D-9A16-B68F-4CE0-143F8BA59947}" dt="2026-02-08T10:24:03.693" v="163"/>
          <ac:spMkLst>
            <pc:docMk/>
            <pc:sldMk cId="1009122209" sldId="301"/>
            <ac:spMk id="2" creationId="{7D13174B-253A-0E9D-2D68-97B51BBD5CB9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24:03.724" v="164"/>
          <ac:spMkLst>
            <pc:docMk/>
            <pc:sldMk cId="1009122209" sldId="301"/>
            <ac:spMk id="3" creationId="{069B55A4-3548-3693-9272-C44399F23090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3:48.927" v="160"/>
          <ac:spMkLst>
            <pc:docMk/>
            <pc:sldMk cId="1009122209" sldId="30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3:48.927" v="160"/>
          <ac:spMkLst>
            <pc:docMk/>
            <pc:sldMk cId="1009122209" sldId="30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3:48.927" v="160"/>
          <ac:spMkLst>
            <pc:docMk/>
            <pc:sldMk cId="1009122209" sldId="30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3:48.927" v="160"/>
          <ac:spMkLst>
            <pc:docMk/>
            <pc:sldMk cId="1009122209" sldId="30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3:48.927" v="160"/>
          <ac:spMkLst>
            <pc:docMk/>
            <pc:sldMk cId="1009122209" sldId="30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25:37.615" v="174" actId="20577"/>
        <pc:sldMkLst>
          <pc:docMk/>
          <pc:sldMk cId="830313323" sldId="302"/>
        </pc:sldMkLst>
        <pc:spChg chg="mod">
          <ac:chgData name="Temirlan Zhaxalykov" userId="S::t.zhaxalykov@kbtu.kz::037320a9-8ef1-4acb-bb74-1ab60141db9d" providerId="AD" clId="Web-{DF231F6D-9A16-B68F-4CE0-143F8BA59947}" dt="2026-02-08T10:25:33.068" v="171"/>
          <ac:spMkLst>
            <pc:docMk/>
            <pc:sldMk cId="830313323" sldId="302"/>
            <ac:spMk id="2" creationId="{2DDEBBEF-94B5-FBB1-3A4D-B9BC6B115851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25:37.615" v="174" actId="20577"/>
          <ac:spMkLst>
            <pc:docMk/>
            <pc:sldMk cId="830313323" sldId="302"/>
            <ac:spMk id="3" creationId="{D245BA65-684E-4A6B-6A48-52BEC075F244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5:23.584" v="169"/>
          <ac:spMkLst>
            <pc:docMk/>
            <pc:sldMk cId="830313323" sldId="30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5:23.584" v="169"/>
          <ac:spMkLst>
            <pc:docMk/>
            <pc:sldMk cId="830313323" sldId="30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5:23.584" v="169"/>
          <ac:spMkLst>
            <pc:docMk/>
            <pc:sldMk cId="830313323" sldId="30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5:23.584" v="169"/>
          <ac:spMkLst>
            <pc:docMk/>
            <pc:sldMk cId="830313323" sldId="30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5:23.584" v="169"/>
          <ac:spMkLst>
            <pc:docMk/>
            <pc:sldMk cId="830313323" sldId="30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26:45.680" v="197" actId="20577"/>
        <pc:sldMkLst>
          <pc:docMk/>
          <pc:sldMk cId="1039398371" sldId="303"/>
        </pc:sldMkLst>
        <pc:spChg chg="mod">
          <ac:chgData name="Temirlan Zhaxalykov" userId="S::t.zhaxalykov@kbtu.kz::037320a9-8ef1-4acb-bb74-1ab60141db9d" providerId="AD" clId="Web-{DF231F6D-9A16-B68F-4CE0-143F8BA59947}" dt="2026-02-08T10:26:18.570" v="182"/>
          <ac:spMkLst>
            <pc:docMk/>
            <pc:sldMk cId="1039398371" sldId="303"/>
            <ac:spMk id="2" creationId="{AABDE040-110A-84D1-A160-75FE0031A696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26:45.680" v="197" actId="20577"/>
          <ac:spMkLst>
            <pc:docMk/>
            <pc:sldMk cId="1039398371" sldId="303"/>
            <ac:spMk id="3" creationId="{501C47C2-FEF7-0843-B340-8DAB365D82A6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6:10.882" v="179"/>
          <ac:spMkLst>
            <pc:docMk/>
            <pc:sldMk cId="1039398371" sldId="30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6:10.882" v="179"/>
          <ac:spMkLst>
            <pc:docMk/>
            <pc:sldMk cId="1039398371" sldId="30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6:10.882" v="179"/>
          <ac:spMkLst>
            <pc:docMk/>
            <pc:sldMk cId="1039398371" sldId="30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6:10.882" v="179"/>
          <ac:spMkLst>
            <pc:docMk/>
            <pc:sldMk cId="1039398371" sldId="30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6:10.882" v="179"/>
          <ac:spMkLst>
            <pc:docMk/>
            <pc:sldMk cId="1039398371" sldId="30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34:20.451" v="247" actId="20577"/>
        <pc:sldMkLst>
          <pc:docMk/>
          <pc:sldMk cId="2258225030" sldId="304"/>
        </pc:sldMkLst>
        <pc:spChg chg="mod">
          <ac:chgData name="Temirlan Zhaxalykov" userId="S::t.zhaxalykov@kbtu.kz::037320a9-8ef1-4acb-bb74-1ab60141db9d" providerId="AD" clId="Web-{DF231F6D-9A16-B68F-4CE0-143F8BA59947}" dt="2026-02-08T10:27:20.337" v="206"/>
          <ac:spMkLst>
            <pc:docMk/>
            <pc:sldMk cId="2258225030" sldId="304"/>
            <ac:spMk id="2" creationId="{34FD21B8-2DC5-6783-369A-596F32371E90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34:20.451" v="247" actId="20577"/>
          <ac:spMkLst>
            <pc:docMk/>
            <pc:sldMk cId="2258225030" sldId="304"/>
            <ac:spMk id="3" creationId="{205483B9-3671-AF91-95FF-FAED005CDD0C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7:14.383" v="203"/>
          <ac:spMkLst>
            <pc:docMk/>
            <pc:sldMk cId="2258225030" sldId="30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7:14.383" v="203"/>
          <ac:spMkLst>
            <pc:docMk/>
            <pc:sldMk cId="2258225030" sldId="30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7:14.383" v="203"/>
          <ac:spMkLst>
            <pc:docMk/>
            <pc:sldMk cId="2258225030" sldId="30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7:14.383" v="203"/>
          <ac:spMkLst>
            <pc:docMk/>
            <pc:sldMk cId="2258225030" sldId="30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27:14.383" v="203"/>
          <ac:spMkLst>
            <pc:docMk/>
            <pc:sldMk cId="2258225030" sldId="304"/>
            <ac:spMk id="16" creationId="{53E5B1A8-3AC9-4BD1-9BBC-78CA94F2D1BA}"/>
          </ac:spMkLst>
        </pc:spChg>
      </pc:sldChg>
      <pc:sldChg chg="addSp delSp modSp new">
        <pc:chgData name="Temirlan Zhaxalykov" userId="S::t.zhaxalykov@kbtu.kz::037320a9-8ef1-4acb-bb74-1ab60141db9d" providerId="AD" clId="Web-{DF231F6D-9A16-B68F-4CE0-143F8BA59947}" dt="2026-02-08T10:30:54.137" v="221" actId="14100"/>
        <pc:sldMkLst>
          <pc:docMk/>
          <pc:sldMk cId="3707713463" sldId="305"/>
        </pc:sldMkLst>
        <pc:spChg chg="del">
          <ac:chgData name="Temirlan Zhaxalykov" userId="S::t.zhaxalykov@kbtu.kz::037320a9-8ef1-4acb-bb74-1ab60141db9d" providerId="AD" clId="Web-{DF231F6D-9A16-B68F-4CE0-143F8BA59947}" dt="2026-02-08T10:30:32.246" v="214"/>
          <ac:spMkLst>
            <pc:docMk/>
            <pc:sldMk cId="3707713463" sldId="305"/>
            <ac:spMk id="2" creationId="{986A95A0-2D17-D8E7-F207-331BEC0D6F9F}"/>
          </ac:spMkLst>
        </pc:spChg>
        <pc:spChg chg="del">
          <ac:chgData name="Temirlan Zhaxalykov" userId="S::t.zhaxalykov@kbtu.kz::037320a9-8ef1-4acb-bb74-1ab60141db9d" providerId="AD" clId="Web-{DF231F6D-9A16-B68F-4CE0-143F8BA59947}" dt="2026-02-08T10:30:26.121" v="212"/>
          <ac:spMkLst>
            <pc:docMk/>
            <pc:sldMk cId="3707713463" sldId="305"/>
            <ac:spMk id="3" creationId="{7553568C-4685-0BCF-394D-82A55EEA7D03}"/>
          </ac:spMkLst>
        </pc:spChg>
        <pc:picChg chg="add mod ord">
          <ac:chgData name="Temirlan Zhaxalykov" userId="S::t.zhaxalykov@kbtu.kz::037320a9-8ef1-4acb-bb74-1ab60141db9d" providerId="AD" clId="Web-{DF231F6D-9A16-B68F-4CE0-143F8BA59947}" dt="2026-02-08T10:30:54.137" v="221" actId="14100"/>
          <ac:picMkLst>
            <pc:docMk/>
            <pc:sldMk cId="3707713463" sldId="305"/>
            <ac:picMk id="4" creationId="{6E50D394-1E7D-411E-1835-3420B0F2B3FB}"/>
          </ac:picMkLst>
        </pc:picChg>
      </pc:sldChg>
      <pc:sldChg chg="addSp delSp modSp new">
        <pc:chgData name="Temirlan Zhaxalykov" userId="S::t.zhaxalykov@kbtu.kz::037320a9-8ef1-4acb-bb74-1ab60141db9d" providerId="AD" clId="Web-{DF231F6D-9A16-B68F-4CE0-143F8BA59947}" dt="2026-02-08T10:33:48.764" v="235" actId="14100"/>
        <pc:sldMkLst>
          <pc:docMk/>
          <pc:sldMk cId="178541506" sldId="306"/>
        </pc:sldMkLst>
        <pc:spChg chg="del">
          <ac:chgData name="Temirlan Zhaxalykov" userId="S::t.zhaxalykov@kbtu.kz::037320a9-8ef1-4acb-bb74-1ab60141db9d" providerId="AD" clId="Web-{DF231F6D-9A16-B68F-4CE0-143F8BA59947}" dt="2026-02-08T10:33:09.341" v="224"/>
          <ac:spMkLst>
            <pc:docMk/>
            <pc:sldMk cId="178541506" sldId="306"/>
            <ac:spMk id="2" creationId="{E7DB5101-DE25-A82A-4C92-44983253A206}"/>
          </ac:spMkLst>
        </pc:spChg>
        <pc:spChg chg="del">
          <ac:chgData name="Temirlan Zhaxalykov" userId="S::t.zhaxalykov@kbtu.kz::037320a9-8ef1-4acb-bb74-1ab60141db9d" providerId="AD" clId="Web-{DF231F6D-9A16-B68F-4CE0-143F8BA59947}" dt="2026-02-08T10:33:04.966" v="222"/>
          <ac:spMkLst>
            <pc:docMk/>
            <pc:sldMk cId="178541506" sldId="306"/>
            <ac:spMk id="3" creationId="{CA1342E6-6E31-F37F-D1DE-B5F954497B63}"/>
          </ac:spMkLst>
        </pc:spChg>
        <pc:picChg chg="add mod ord">
          <ac:chgData name="Temirlan Zhaxalykov" userId="S::t.zhaxalykov@kbtu.kz::037320a9-8ef1-4acb-bb74-1ab60141db9d" providerId="AD" clId="Web-{DF231F6D-9A16-B68F-4CE0-143F8BA59947}" dt="2026-02-08T10:33:48.764" v="235" actId="14100"/>
          <ac:picMkLst>
            <pc:docMk/>
            <pc:sldMk cId="178541506" sldId="306"/>
            <ac:picMk id="4" creationId="{DC2D8C89-83EF-803C-F171-596DBFDC1923}"/>
          </ac:picMkLst>
        </pc:picChg>
      </pc:sldChg>
      <pc:sldChg chg="modSp new del">
        <pc:chgData name="Temirlan Zhaxalykov" userId="S::t.zhaxalykov@kbtu.kz::037320a9-8ef1-4acb-bb74-1ab60141db9d" providerId="AD" clId="Web-{DF231F6D-9A16-B68F-4CE0-143F8BA59947}" dt="2026-02-08T10:35:59.358" v="264"/>
        <pc:sldMkLst>
          <pc:docMk/>
          <pc:sldMk cId="3121456808" sldId="307"/>
        </pc:sldMkLst>
        <pc:spChg chg="mod">
          <ac:chgData name="Temirlan Zhaxalykov" userId="S::t.zhaxalykov@kbtu.kz::037320a9-8ef1-4acb-bb74-1ab60141db9d" providerId="AD" clId="Web-{DF231F6D-9A16-B68F-4CE0-143F8BA59947}" dt="2026-02-08T10:34:31.154" v="248" actId="20577"/>
          <ac:spMkLst>
            <pc:docMk/>
            <pc:sldMk cId="3121456808" sldId="307"/>
            <ac:spMk id="2" creationId="{08365E87-F484-F1D0-9249-341FCF00EC7E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35:23.999" v="257" actId="20577"/>
          <ac:spMkLst>
            <pc:docMk/>
            <pc:sldMk cId="3121456808" sldId="307"/>
            <ac:spMk id="3" creationId="{57720834-BA4A-9E51-8D0B-6E60D4D8B1AD}"/>
          </ac:spMkLst>
        </pc:spChg>
      </pc:sldChg>
      <pc:sldChg chg="modSp add replId">
        <pc:chgData name="Temirlan Zhaxalykov" userId="S::t.zhaxalykov@kbtu.kz::037320a9-8ef1-4acb-bb74-1ab60141db9d" providerId="AD" clId="Web-{DF231F6D-9A16-B68F-4CE0-143F8BA59947}" dt="2026-02-08T10:36:49.968" v="280" actId="1076"/>
        <pc:sldMkLst>
          <pc:docMk/>
          <pc:sldMk cId="2252904681" sldId="308"/>
        </pc:sldMkLst>
        <pc:spChg chg="mod">
          <ac:chgData name="Temirlan Zhaxalykov" userId="S::t.zhaxalykov@kbtu.kz::037320a9-8ef1-4acb-bb74-1ab60141db9d" providerId="AD" clId="Web-{DF231F6D-9A16-B68F-4CE0-143F8BA59947}" dt="2026-02-08T10:36:33.515" v="273" actId="1076"/>
          <ac:spMkLst>
            <pc:docMk/>
            <pc:sldMk cId="2252904681" sldId="308"/>
            <ac:spMk id="2" creationId="{0193CAFF-C016-BBD3-CA93-1FD7427005CB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36:49.968" v="280" actId="1076"/>
          <ac:spMkLst>
            <pc:docMk/>
            <pc:sldMk cId="2252904681" sldId="308"/>
            <ac:spMk id="3" creationId="{2555316F-4322-8381-4FD1-BCC329CE855D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38:36.546" v="297" actId="20577"/>
        <pc:sldMkLst>
          <pc:docMk/>
          <pc:sldMk cId="2407598722" sldId="309"/>
        </pc:sldMkLst>
        <pc:spChg chg="mod">
          <ac:chgData name="Temirlan Zhaxalykov" userId="S::t.zhaxalykov@kbtu.kz::037320a9-8ef1-4acb-bb74-1ab60141db9d" providerId="AD" clId="Web-{DF231F6D-9A16-B68F-4CE0-143F8BA59947}" dt="2026-02-08T10:38:13.140" v="291"/>
          <ac:spMkLst>
            <pc:docMk/>
            <pc:sldMk cId="2407598722" sldId="309"/>
            <ac:spMk id="2" creationId="{E2E75A27-CC56-1C89-B0AF-EF90370C32C9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38:36.546" v="297" actId="20577"/>
          <ac:spMkLst>
            <pc:docMk/>
            <pc:sldMk cId="2407598722" sldId="309"/>
            <ac:spMk id="3" creationId="{3D2AC88C-9A63-9320-6F51-66ABF5F0FB94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37:59.031" v="286"/>
          <ac:spMkLst>
            <pc:docMk/>
            <pc:sldMk cId="2407598722" sldId="30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37:59.031" v="286"/>
          <ac:spMkLst>
            <pc:docMk/>
            <pc:sldMk cId="2407598722" sldId="30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37:59.031" v="286"/>
          <ac:spMkLst>
            <pc:docMk/>
            <pc:sldMk cId="2407598722" sldId="30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37:59.031" v="286"/>
          <ac:spMkLst>
            <pc:docMk/>
            <pc:sldMk cId="2407598722" sldId="30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37:59.031" v="286"/>
          <ac:spMkLst>
            <pc:docMk/>
            <pc:sldMk cId="2407598722" sldId="30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41:15.240" v="333" actId="20577"/>
        <pc:sldMkLst>
          <pc:docMk/>
          <pc:sldMk cId="4074747535" sldId="310"/>
        </pc:sldMkLst>
        <pc:spChg chg="mod">
          <ac:chgData name="Temirlan Zhaxalykov" userId="S::t.zhaxalykov@kbtu.kz::037320a9-8ef1-4acb-bb74-1ab60141db9d" providerId="AD" clId="Web-{DF231F6D-9A16-B68F-4CE0-143F8BA59947}" dt="2026-02-08T10:39:30.208" v="311" actId="20577"/>
          <ac:spMkLst>
            <pc:docMk/>
            <pc:sldMk cId="4074747535" sldId="310"/>
            <ac:spMk id="2" creationId="{4BB6EB83-262C-00CA-D456-32B6AF4858F6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41:15.240" v="333" actId="20577"/>
          <ac:spMkLst>
            <pc:docMk/>
            <pc:sldMk cId="4074747535" sldId="310"/>
            <ac:spMk id="3" creationId="{983B92D8-10E0-3207-F148-C100844B5AF5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39:11.734" v="304"/>
          <ac:spMkLst>
            <pc:docMk/>
            <pc:sldMk cId="4074747535" sldId="31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39:11.734" v="304"/>
          <ac:spMkLst>
            <pc:docMk/>
            <pc:sldMk cId="4074747535" sldId="31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39:11.734" v="304"/>
          <ac:spMkLst>
            <pc:docMk/>
            <pc:sldMk cId="4074747535" sldId="31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39:11.734" v="304"/>
          <ac:spMkLst>
            <pc:docMk/>
            <pc:sldMk cId="4074747535" sldId="31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39:11.734" v="304"/>
          <ac:spMkLst>
            <pc:docMk/>
            <pc:sldMk cId="4074747535" sldId="31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42:19.396" v="350" actId="20577"/>
        <pc:sldMkLst>
          <pc:docMk/>
          <pc:sldMk cId="924606919" sldId="311"/>
        </pc:sldMkLst>
        <pc:spChg chg="mod">
          <ac:chgData name="Temirlan Zhaxalykov" userId="S::t.zhaxalykov@kbtu.kz::037320a9-8ef1-4acb-bb74-1ab60141db9d" providerId="AD" clId="Web-{DF231F6D-9A16-B68F-4CE0-143F8BA59947}" dt="2026-02-08T10:42:08.818" v="345" actId="20577"/>
          <ac:spMkLst>
            <pc:docMk/>
            <pc:sldMk cId="924606919" sldId="311"/>
            <ac:spMk id="2" creationId="{30711EB4-3920-93AB-173C-5B80E37487A4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42:19.396" v="350" actId="20577"/>
          <ac:spMkLst>
            <pc:docMk/>
            <pc:sldMk cId="924606919" sldId="311"/>
            <ac:spMk id="3" creationId="{F34911F3-29FA-541A-293D-34F896816115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41:54.412" v="339"/>
          <ac:spMkLst>
            <pc:docMk/>
            <pc:sldMk cId="924606919" sldId="31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41:54.412" v="339"/>
          <ac:spMkLst>
            <pc:docMk/>
            <pc:sldMk cId="924606919" sldId="31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41:54.412" v="339"/>
          <ac:spMkLst>
            <pc:docMk/>
            <pc:sldMk cId="924606919" sldId="31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41:54.412" v="339"/>
          <ac:spMkLst>
            <pc:docMk/>
            <pc:sldMk cId="924606919" sldId="31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41:54.412" v="339"/>
          <ac:spMkLst>
            <pc:docMk/>
            <pc:sldMk cId="924606919" sldId="311"/>
            <ac:spMk id="16" creationId="{53E5B1A8-3AC9-4BD1-9BBC-78CA94F2D1BA}"/>
          </ac:spMkLst>
        </pc:spChg>
      </pc:sldChg>
      <pc:sldChg chg="addSp delSp modSp new">
        <pc:chgData name="Temirlan Zhaxalykov" userId="S::t.zhaxalykov@kbtu.kz::037320a9-8ef1-4acb-bb74-1ab60141db9d" providerId="AD" clId="Web-{DF231F6D-9A16-B68F-4CE0-143F8BA59947}" dt="2026-02-08T10:47:02.277" v="367" actId="14100"/>
        <pc:sldMkLst>
          <pc:docMk/>
          <pc:sldMk cId="2329255298" sldId="312"/>
        </pc:sldMkLst>
        <pc:spChg chg="del">
          <ac:chgData name="Temirlan Zhaxalykov" userId="S::t.zhaxalykov@kbtu.kz::037320a9-8ef1-4acb-bb74-1ab60141db9d" providerId="AD" clId="Web-{DF231F6D-9A16-B68F-4CE0-143F8BA59947}" dt="2026-02-08T10:46:28.808" v="354"/>
          <ac:spMkLst>
            <pc:docMk/>
            <pc:sldMk cId="2329255298" sldId="312"/>
            <ac:spMk id="2" creationId="{8DC7ACF8-FD12-B68B-C9C8-D13566B284B9}"/>
          </ac:spMkLst>
        </pc:spChg>
        <pc:spChg chg="del">
          <ac:chgData name="Temirlan Zhaxalykov" userId="S::t.zhaxalykov@kbtu.kz::037320a9-8ef1-4acb-bb74-1ab60141db9d" providerId="AD" clId="Web-{DF231F6D-9A16-B68F-4CE0-143F8BA59947}" dt="2026-02-08T10:46:26.417" v="352"/>
          <ac:spMkLst>
            <pc:docMk/>
            <pc:sldMk cId="2329255298" sldId="312"/>
            <ac:spMk id="3" creationId="{62D45F45-91F2-2A08-DF7F-CB5FF8DCD953}"/>
          </ac:spMkLst>
        </pc:spChg>
        <pc:picChg chg="add mod ord">
          <ac:chgData name="Temirlan Zhaxalykov" userId="S::t.zhaxalykov@kbtu.kz::037320a9-8ef1-4acb-bb74-1ab60141db9d" providerId="AD" clId="Web-{DF231F6D-9A16-B68F-4CE0-143F8BA59947}" dt="2026-02-08T10:47:02.277" v="367" actId="14100"/>
          <ac:picMkLst>
            <pc:docMk/>
            <pc:sldMk cId="2329255298" sldId="312"/>
            <ac:picMk id="4" creationId="{71EB2E22-E328-407B-BA38-6C3E3338DFF8}"/>
          </ac:picMkLst>
        </pc:picChg>
      </pc:sldChg>
      <pc:sldChg chg="addSp modSp new mod setBg">
        <pc:chgData name="Temirlan Zhaxalykov" userId="S::t.zhaxalykov@kbtu.kz::037320a9-8ef1-4acb-bb74-1ab60141db9d" providerId="AD" clId="Web-{DF231F6D-9A16-B68F-4CE0-143F8BA59947}" dt="2026-02-08T10:48:55.856" v="399" actId="1076"/>
        <pc:sldMkLst>
          <pc:docMk/>
          <pc:sldMk cId="558354882" sldId="313"/>
        </pc:sldMkLst>
        <pc:spChg chg="mod">
          <ac:chgData name="Temirlan Zhaxalykov" userId="S::t.zhaxalykov@kbtu.kz::037320a9-8ef1-4acb-bb74-1ab60141db9d" providerId="AD" clId="Web-{DF231F6D-9A16-B68F-4CE0-143F8BA59947}" dt="2026-02-08T10:48:46.090" v="391" actId="20577"/>
          <ac:spMkLst>
            <pc:docMk/>
            <pc:sldMk cId="558354882" sldId="313"/>
            <ac:spMk id="2" creationId="{23F8469D-0502-CE1E-B178-D765168FD9ED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48:55.856" v="399" actId="1076"/>
          <ac:spMkLst>
            <pc:docMk/>
            <pc:sldMk cId="558354882" sldId="313"/>
            <ac:spMk id="3" creationId="{F6E21213-E183-44AB-A1F8-8D06C69F8E13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48:31.668" v="383"/>
          <ac:spMkLst>
            <pc:docMk/>
            <pc:sldMk cId="558354882" sldId="31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48:31.668" v="383"/>
          <ac:spMkLst>
            <pc:docMk/>
            <pc:sldMk cId="558354882" sldId="31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48:31.668" v="383"/>
          <ac:spMkLst>
            <pc:docMk/>
            <pc:sldMk cId="558354882" sldId="31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48:31.668" v="383"/>
          <ac:spMkLst>
            <pc:docMk/>
            <pc:sldMk cId="558354882" sldId="31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48:31.668" v="383"/>
          <ac:spMkLst>
            <pc:docMk/>
            <pc:sldMk cId="558354882" sldId="313"/>
            <ac:spMk id="16" creationId="{53E5B1A8-3AC9-4BD1-9BBC-78CA94F2D1BA}"/>
          </ac:spMkLst>
        </pc:spChg>
      </pc:sldChg>
      <pc:sldChg chg="addSp delSp modSp new mod setBg">
        <pc:chgData name="Temirlan Zhaxalykov" userId="S::t.zhaxalykov@kbtu.kz::037320a9-8ef1-4acb-bb74-1ab60141db9d" providerId="AD" clId="Web-{DF231F6D-9A16-B68F-4CE0-143F8BA59947}" dt="2026-02-08T10:51:50.453" v="443" actId="20577"/>
        <pc:sldMkLst>
          <pc:docMk/>
          <pc:sldMk cId="1240325" sldId="314"/>
        </pc:sldMkLst>
        <pc:spChg chg="mod">
          <ac:chgData name="Temirlan Zhaxalykov" userId="S::t.zhaxalykov@kbtu.kz::037320a9-8ef1-4acb-bb74-1ab60141db9d" providerId="AD" clId="Web-{DF231F6D-9A16-B68F-4CE0-143F8BA59947}" dt="2026-02-08T10:51:45.250" v="440"/>
          <ac:spMkLst>
            <pc:docMk/>
            <pc:sldMk cId="1240325" sldId="314"/>
            <ac:spMk id="2" creationId="{6E6C9ED6-381E-03BB-E3C8-59531ED12264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51:50.453" v="443" actId="20577"/>
          <ac:spMkLst>
            <pc:docMk/>
            <pc:sldMk cId="1240325" sldId="314"/>
            <ac:spMk id="3" creationId="{A9BC1E85-88AD-A2D8-CCF6-3FA57A657143}"/>
          </ac:spMkLst>
        </pc:spChg>
        <pc:spChg chg="add del mod">
          <ac:chgData name="Temirlan Zhaxalykov" userId="S::t.zhaxalykov@kbtu.kz::037320a9-8ef1-4acb-bb74-1ab60141db9d" providerId="AD" clId="Web-{DF231F6D-9A16-B68F-4CE0-143F8BA59947}" dt="2026-02-08T10:51:20.281" v="433"/>
          <ac:spMkLst>
            <pc:docMk/>
            <pc:sldMk cId="1240325" sldId="314"/>
            <ac:spMk id="4" creationId="{05F87B1F-F3A7-C049-CB41-A032821A8D05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1:36.890" v="437"/>
          <ac:spMkLst>
            <pc:docMk/>
            <pc:sldMk cId="1240325" sldId="31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1:36.890" v="437"/>
          <ac:spMkLst>
            <pc:docMk/>
            <pc:sldMk cId="1240325" sldId="31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1:36.890" v="437"/>
          <ac:spMkLst>
            <pc:docMk/>
            <pc:sldMk cId="1240325" sldId="31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1:36.890" v="437"/>
          <ac:spMkLst>
            <pc:docMk/>
            <pc:sldMk cId="1240325" sldId="31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1:36.890" v="437"/>
          <ac:spMkLst>
            <pc:docMk/>
            <pc:sldMk cId="1240325" sldId="314"/>
            <ac:spMk id="16" creationId="{53E5B1A8-3AC9-4BD1-9BBC-78CA94F2D1BA}"/>
          </ac:spMkLst>
        </pc:spChg>
      </pc:sldChg>
      <pc:sldChg chg="modSp add replId">
        <pc:chgData name="Temirlan Zhaxalykov" userId="S::t.zhaxalykov@kbtu.kz::037320a9-8ef1-4acb-bb74-1ab60141db9d" providerId="AD" clId="Web-{DF231F6D-9A16-B68F-4CE0-143F8BA59947}" dt="2026-02-08T10:51:00.093" v="426" actId="20577"/>
        <pc:sldMkLst>
          <pc:docMk/>
          <pc:sldMk cId="1592572286" sldId="315"/>
        </pc:sldMkLst>
        <pc:spChg chg="mod">
          <ac:chgData name="Temirlan Zhaxalykov" userId="S::t.zhaxalykov@kbtu.kz::037320a9-8ef1-4acb-bb74-1ab60141db9d" providerId="AD" clId="Web-{DF231F6D-9A16-B68F-4CE0-143F8BA59947}" dt="2026-02-08T10:50:24.624" v="416" actId="20577"/>
          <ac:spMkLst>
            <pc:docMk/>
            <pc:sldMk cId="1592572286" sldId="315"/>
            <ac:spMk id="2" creationId="{A09EF1C9-A110-3C44-926B-06F203464594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51:00.093" v="426" actId="20577"/>
          <ac:spMkLst>
            <pc:docMk/>
            <pc:sldMk cId="1592572286" sldId="315"/>
            <ac:spMk id="3" creationId="{D7F7B68E-317F-FB5A-9786-289A210E1435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53:44.219" v="466" actId="20577"/>
        <pc:sldMkLst>
          <pc:docMk/>
          <pc:sldMk cId="1841153436" sldId="316"/>
        </pc:sldMkLst>
        <pc:spChg chg="mod">
          <ac:chgData name="Temirlan Zhaxalykov" userId="S::t.zhaxalykov@kbtu.kz::037320a9-8ef1-4acb-bb74-1ab60141db9d" providerId="AD" clId="Web-{DF231F6D-9A16-B68F-4CE0-143F8BA59947}" dt="2026-02-08T10:53:38.375" v="461"/>
          <ac:spMkLst>
            <pc:docMk/>
            <pc:sldMk cId="1841153436" sldId="316"/>
            <ac:spMk id="2" creationId="{F314CED1-ADD8-9E7E-F51F-46EC214D647D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53:44.219" v="466" actId="20577"/>
          <ac:spMkLst>
            <pc:docMk/>
            <pc:sldMk cId="1841153436" sldId="316"/>
            <ac:spMk id="3" creationId="{09DA1ABB-E3AA-A319-4073-811E6BA8A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2:40.953" v="453"/>
          <ac:spMkLst>
            <pc:docMk/>
            <pc:sldMk cId="1841153436" sldId="316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2:40.953" v="453"/>
          <ac:spMkLst>
            <pc:docMk/>
            <pc:sldMk cId="1841153436" sldId="316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2:40.953" v="453"/>
          <ac:spMkLst>
            <pc:docMk/>
            <pc:sldMk cId="1841153436" sldId="316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2:40.953" v="453"/>
          <ac:spMkLst>
            <pc:docMk/>
            <pc:sldMk cId="1841153436" sldId="316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2:40.953" v="453"/>
          <ac:spMkLst>
            <pc:docMk/>
            <pc:sldMk cId="1841153436" sldId="316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55:23.688" v="493" actId="20577"/>
        <pc:sldMkLst>
          <pc:docMk/>
          <pc:sldMk cId="2457703178" sldId="317"/>
        </pc:sldMkLst>
        <pc:spChg chg="mod">
          <ac:chgData name="Temirlan Zhaxalykov" userId="S::t.zhaxalykov@kbtu.kz::037320a9-8ef1-4acb-bb74-1ab60141db9d" providerId="AD" clId="Web-{DF231F6D-9A16-B68F-4CE0-143F8BA59947}" dt="2026-02-08T10:54:57.891" v="486" actId="20577"/>
          <ac:spMkLst>
            <pc:docMk/>
            <pc:sldMk cId="2457703178" sldId="317"/>
            <ac:spMk id="2" creationId="{8FC41F9D-A438-EE65-6F65-1CBA76845791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55:23.688" v="493" actId="20577"/>
          <ac:spMkLst>
            <pc:docMk/>
            <pc:sldMk cId="2457703178" sldId="317"/>
            <ac:spMk id="3" creationId="{EF673A0B-CFC2-6A0E-721F-905367ED010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4:11.860" v="471"/>
          <ac:spMkLst>
            <pc:docMk/>
            <pc:sldMk cId="2457703178" sldId="31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4:11.860" v="471"/>
          <ac:spMkLst>
            <pc:docMk/>
            <pc:sldMk cId="2457703178" sldId="31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4:11.860" v="471"/>
          <ac:spMkLst>
            <pc:docMk/>
            <pc:sldMk cId="2457703178" sldId="31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4:11.860" v="471"/>
          <ac:spMkLst>
            <pc:docMk/>
            <pc:sldMk cId="2457703178" sldId="31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4:11.860" v="471"/>
          <ac:spMkLst>
            <pc:docMk/>
            <pc:sldMk cId="2457703178" sldId="317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56:32.360" v="505" actId="20577"/>
        <pc:sldMkLst>
          <pc:docMk/>
          <pc:sldMk cId="1674132850" sldId="318"/>
        </pc:sldMkLst>
        <pc:spChg chg="mod">
          <ac:chgData name="Temirlan Zhaxalykov" userId="S::t.zhaxalykov@kbtu.kz::037320a9-8ef1-4acb-bb74-1ab60141db9d" providerId="AD" clId="Web-{DF231F6D-9A16-B68F-4CE0-143F8BA59947}" dt="2026-02-08T10:56:21.079" v="503" actId="20577"/>
          <ac:spMkLst>
            <pc:docMk/>
            <pc:sldMk cId="1674132850" sldId="318"/>
            <ac:spMk id="2" creationId="{A0B5E7B6-6B3A-0585-76DF-C3EA81DD13D7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56:32.360" v="505" actId="20577"/>
          <ac:spMkLst>
            <pc:docMk/>
            <pc:sldMk cId="1674132850" sldId="318"/>
            <ac:spMk id="3" creationId="{3912456F-2197-88BB-5F65-9A3CA517A031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6:12.032" v="499"/>
          <ac:spMkLst>
            <pc:docMk/>
            <pc:sldMk cId="1674132850" sldId="31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6:12.032" v="499"/>
          <ac:spMkLst>
            <pc:docMk/>
            <pc:sldMk cId="1674132850" sldId="31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6:12.032" v="499"/>
          <ac:spMkLst>
            <pc:docMk/>
            <pc:sldMk cId="1674132850" sldId="31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6:12.032" v="499"/>
          <ac:spMkLst>
            <pc:docMk/>
            <pc:sldMk cId="1674132850" sldId="31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6:12.032" v="499"/>
          <ac:spMkLst>
            <pc:docMk/>
            <pc:sldMk cId="1674132850" sldId="31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58:24.720" v="545" actId="20577"/>
        <pc:sldMkLst>
          <pc:docMk/>
          <pc:sldMk cId="73433506" sldId="319"/>
        </pc:sldMkLst>
        <pc:spChg chg="mod">
          <ac:chgData name="Temirlan Zhaxalykov" userId="S::t.zhaxalykov@kbtu.kz::037320a9-8ef1-4acb-bb74-1ab60141db9d" providerId="AD" clId="Web-{DF231F6D-9A16-B68F-4CE0-143F8BA59947}" dt="2026-02-08T10:58:16.158" v="541" actId="14100"/>
          <ac:spMkLst>
            <pc:docMk/>
            <pc:sldMk cId="73433506" sldId="319"/>
            <ac:spMk id="2" creationId="{025786C0-C005-2557-9EA7-55F01D383B24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58:24.720" v="545" actId="20577"/>
          <ac:spMkLst>
            <pc:docMk/>
            <pc:sldMk cId="73433506" sldId="319"/>
            <ac:spMk id="3" creationId="{C5240B12-91A8-2FCF-17F8-6C1F33E9957B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7:02.970" v="511"/>
          <ac:spMkLst>
            <pc:docMk/>
            <pc:sldMk cId="73433506" sldId="31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7:02.970" v="511"/>
          <ac:spMkLst>
            <pc:docMk/>
            <pc:sldMk cId="73433506" sldId="31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7:02.970" v="511"/>
          <ac:spMkLst>
            <pc:docMk/>
            <pc:sldMk cId="73433506" sldId="31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7:02.970" v="511"/>
          <ac:spMkLst>
            <pc:docMk/>
            <pc:sldMk cId="73433506" sldId="31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7:02.970" v="511"/>
          <ac:spMkLst>
            <pc:docMk/>
            <pc:sldMk cId="73433506" sldId="31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0:59:40.049" v="561" actId="20577"/>
        <pc:sldMkLst>
          <pc:docMk/>
          <pc:sldMk cId="2269406049" sldId="320"/>
        </pc:sldMkLst>
        <pc:spChg chg="mod">
          <ac:chgData name="Temirlan Zhaxalykov" userId="S::t.zhaxalykov@kbtu.kz::037320a9-8ef1-4acb-bb74-1ab60141db9d" providerId="AD" clId="Web-{DF231F6D-9A16-B68F-4CE0-143F8BA59947}" dt="2026-02-08T10:59:19.424" v="555" actId="20577"/>
          <ac:spMkLst>
            <pc:docMk/>
            <pc:sldMk cId="2269406049" sldId="320"/>
            <ac:spMk id="2" creationId="{77F30540-7D65-9A7F-240F-5EFA8C58424B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0:59:40.049" v="561" actId="20577"/>
          <ac:spMkLst>
            <pc:docMk/>
            <pc:sldMk cId="2269406049" sldId="320"/>
            <ac:spMk id="3" creationId="{3AE4D29F-99C3-8292-C52F-18ACE1D8A3BC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9:04.439" v="551"/>
          <ac:spMkLst>
            <pc:docMk/>
            <pc:sldMk cId="2269406049" sldId="32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9:04.439" v="551"/>
          <ac:spMkLst>
            <pc:docMk/>
            <pc:sldMk cId="2269406049" sldId="32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9:04.439" v="551"/>
          <ac:spMkLst>
            <pc:docMk/>
            <pc:sldMk cId="2269406049" sldId="32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9:04.439" v="551"/>
          <ac:spMkLst>
            <pc:docMk/>
            <pc:sldMk cId="2269406049" sldId="32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0:59:04.439" v="551"/>
          <ac:spMkLst>
            <pc:docMk/>
            <pc:sldMk cId="2269406049" sldId="32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1:00:22.175" v="571" actId="20577"/>
        <pc:sldMkLst>
          <pc:docMk/>
          <pc:sldMk cId="2968657654" sldId="321"/>
        </pc:sldMkLst>
        <pc:spChg chg="mod">
          <ac:chgData name="Temirlan Zhaxalykov" userId="S::t.zhaxalykov@kbtu.kz::037320a9-8ef1-4acb-bb74-1ab60141db9d" providerId="AD" clId="Web-{DF231F6D-9A16-B68F-4CE0-143F8BA59947}" dt="2026-02-08T11:00:09.268" v="568"/>
          <ac:spMkLst>
            <pc:docMk/>
            <pc:sldMk cId="2968657654" sldId="321"/>
            <ac:spMk id="2" creationId="{9B4639F9-655A-E73C-B2EA-74A9163D3D40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1:00:22.175" v="571" actId="20577"/>
          <ac:spMkLst>
            <pc:docMk/>
            <pc:sldMk cId="2968657654" sldId="321"/>
            <ac:spMk id="3" creationId="{39186D53-25A1-6D07-CACA-CF71F7542CC3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1:00:09.268" v="568"/>
          <ac:spMkLst>
            <pc:docMk/>
            <pc:sldMk cId="2968657654" sldId="32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1:00:09.268" v="568"/>
          <ac:spMkLst>
            <pc:docMk/>
            <pc:sldMk cId="2968657654" sldId="32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1:00:09.268" v="568"/>
          <ac:spMkLst>
            <pc:docMk/>
            <pc:sldMk cId="2968657654" sldId="32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1:00:09.268" v="568"/>
          <ac:spMkLst>
            <pc:docMk/>
            <pc:sldMk cId="2968657654" sldId="32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1:00:09.268" v="568"/>
          <ac:spMkLst>
            <pc:docMk/>
            <pc:sldMk cId="2968657654" sldId="32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1:01:40.364" v="594" actId="20577"/>
        <pc:sldMkLst>
          <pc:docMk/>
          <pc:sldMk cId="4032329808" sldId="322"/>
        </pc:sldMkLst>
        <pc:spChg chg="mod">
          <ac:chgData name="Temirlan Zhaxalykov" userId="S::t.zhaxalykov@kbtu.kz::037320a9-8ef1-4acb-bb74-1ab60141db9d" providerId="AD" clId="Web-{DF231F6D-9A16-B68F-4CE0-143F8BA59947}" dt="2026-02-08T11:00:55.238" v="577"/>
          <ac:spMkLst>
            <pc:docMk/>
            <pc:sldMk cId="4032329808" sldId="322"/>
            <ac:spMk id="2" creationId="{167E3B12-D5F8-140F-C662-412A8E9B6795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1:01:40.364" v="594" actId="20577"/>
          <ac:spMkLst>
            <pc:docMk/>
            <pc:sldMk cId="4032329808" sldId="322"/>
            <ac:spMk id="3" creationId="{A2740AF9-4CBB-16F8-1ACC-312C4279415F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1:00:55.238" v="577"/>
          <ac:spMkLst>
            <pc:docMk/>
            <pc:sldMk cId="4032329808" sldId="32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1:00:55.238" v="577"/>
          <ac:spMkLst>
            <pc:docMk/>
            <pc:sldMk cId="4032329808" sldId="32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1:00:55.238" v="577"/>
          <ac:spMkLst>
            <pc:docMk/>
            <pc:sldMk cId="4032329808" sldId="32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1:00:55.238" v="577"/>
          <ac:spMkLst>
            <pc:docMk/>
            <pc:sldMk cId="4032329808" sldId="32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1:00:55.238" v="577"/>
          <ac:spMkLst>
            <pc:docMk/>
            <pc:sldMk cId="4032329808" sldId="32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3:33:54.804" v="631"/>
        <pc:sldMkLst>
          <pc:docMk/>
          <pc:sldMk cId="1123892075" sldId="323"/>
        </pc:sldMkLst>
        <pc:spChg chg="mod">
          <ac:chgData name="Temirlan Zhaxalykov" userId="S::t.zhaxalykov@kbtu.kz::037320a9-8ef1-4acb-bb74-1ab60141db9d" providerId="AD" clId="Web-{DF231F6D-9A16-B68F-4CE0-143F8BA59947}" dt="2026-02-08T13:33:54.772" v="630"/>
          <ac:spMkLst>
            <pc:docMk/>
            <pc:sldMk cId="1123892075" sldId="323"/>
            <ac:spMk id="2" creationId="{8FAECBF4-98F4-71C2-A735-2DE3DF40748A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3:33:54.804" v="631"/>
          <ac:spMkLst>
            <pc:docMk/>
            <pc:sldMk cId="1123892075" sldId="323"/>
            <ac:spMk id="3" creationId="{FDBE8AAF-0BC9-EDD4-9A6A-EF5415ED77B5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3:34.835" v="623"/>
          <ac:spMkLst>
            <pc:docMk/>
            <pc:sldMk cId="1123892075" sldId="32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3:34.835" v="623"/>
          <ac:spMkLst>
            <pc:docMk/>
            <pc:sldMk cId="1123892075" sldId="32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3:34.835" v="623"/>
          <ac:spMkLst>
            <pc:docMk/>
            <pc:sldMk cId="1123892075" sldId="32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3:34.835" v="623"/>
          <ac:spMkLst>
            <pc:docMk/>
            <pc:sldMk cId="1123892075" sldId="32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3:34.835" v="623"/>
          <ac:spMkLst>
            <pc:docMk/>
            <pc:sldMk cId="1123892075" sldId="323"/>
            <ac:spMk id="16" creationId="{53E5B1A8-3AC9-4BD1-9BBC-78CA94F2D1BA}"/>
          </ac:spMkLst>
        </pc:spChg>
      </pc:sldChg>
      <pc:sldChg chg="modSp add replId">
        <pc:chgData name="Temirlan Zhaxalykov" userId="S::t.zhaxalykov@kbtu.kz::037320a9-8ef1-4acb-bb74-1ab60141db9d" providerId="AD" clId="Web-{DF231F6D-9A16-B68F-4CE0-143F8BA59947}" dt="2026-02-08T13:33:11.991" v="618" actId="20577"/>
        <pc:sldMkLst>
          <pc:docMk/>
          <pc:sldMk cId="4069340347" sldId="324"/>
        </pc:sldMkLst>
        <pc:spChg chg="mod">
          <ac:chgData name="Temirlan Zhaxalykov" userId="S::t.zhaxalykov@kbtu.kz::037320a9-8ef1-4acb-bb74-1ab60141db9d" providerId="AD" clId="Web-{DF231F6D-9A16-B68F-4CE0-143F8BA59947}" dt="2026-02-08T13:32:38.663" v="608" actId="20577"/>
          <ac:spMkLst>
            <pc:docMk/>
            <pc:sldMk cId="4069340347" sldId="324"/>
            <ac:spMk id="2" creationId="{302C428E-D607-59B9-B919-FF58ED30AC2E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3:33:11.991" v="618" actId="20577"/>
          <ac:spMkLst>
            <pc:docMk/>
            <pc:sldMk cId="4069340347" sldId="324"/>
            <ac:spMk id="3" creationId="{79E8F627-87AA-CC11-C1FF-6D12071F4E2B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3:36:15.320" v="650" actId="20577"/>
        <pc:sldMkLst>
          <pc:docMk/>
          <pc:sldMk cId="3275074913" sldId="325"/>
        </pc:sldMkLst>
        <pc:spChg chg="mod">
          <ac:chgData name="Temirlan Zhaxalykov" userId="S::t.zhaxalykov@kbtu.kz::037320a9-8ef1-4acb-bb74-1ab60141db9d" providerId="AD" clId="Web-{DF231F6D-9A16-B68F-4CE0-143F8BA59947}" dt="2026-02-08T13:35:02.273" v="642"/>
          <ac:spMkLst>
            <pc:docMk/>
            <pc:sldMk cId="3275074913" sldId="325"/>
            <ac:spMk id="2" creationId="{8F20291B-B237-A31D-5147-59E2C2E3896B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3:36:15.320" v="650" actId="20577"/>
          <ac:spMkLst>
            <pc:docMk/>
            <pc:sldMk cId="3275074913" sldId="325"/>
            <ac:spMk id="3" creationId="{E6A62F58-7768-2F59-F65C-4537875F870F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4:53.304" v="639"/>
          <ac:spMkLst>
            <pc:docMk/>
            <pc:sldMk cId="3275074913" sldId="32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4:53.304" v="639"/>
          <ac:spMkLst>
            <pc:docMk/>
            <pc:sldMk cId="3275074913" sldId="32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4:53.304" v="639"/>
          <ac:spMkLst>
            <pc:docMk/>
            <pc:sldMk cId="3275074913" sldId="32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4:53.304" v="639"/>
          <ac:spMkLst>
            <pc:docMk/>
            <pc:sldMk cId="3275074913" sldId="32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4:53.304" v="639"/>
          <ac:spMkLst>
            <pc:docMk/>
            <pc:sldMk cId="3275074913" sldId="32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3:37:40.304" v="660"/>
        <pc:sldMkLst>
          <pc:docMk/>
          <pc:sldMk cId="1544978348" sldId="326"/>
        </pc:sldMkLst>
        <pc:spChg chg="mod">
          <ac:chgData name="Temirlan Zhaxalykov" userId="S::t.zhaxalykov@kbtu.kz::037320a9-8ef1-4acb-bb74-1ab60141db9d" providerId="AD" clId="Web-{DF231F6D-9A16-B68F-4CE0-143F8BA59947}" dt="2026-02-08T13:37:40.289" v="659"/>
          <ac:spMkLst>
            <pc:docMk/>
            <pc:sldMk cId="1544978348" sldId="326"/>
            <ac:spMk id="2" creationId="{7F7E124D-D63A-DD4F-193C-790DE145B3E6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3:37:40.304" v="660"/>
          <ac:spMkLst>
            <pc:docMk/>
            <pc:sldMk cId="1544978348" sldId="326"/>
            <ac:spMk id="3" creationId="{3AD915B1-758F-A86D-2AF1-64DE6AC2CA65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7:32.523" v="656"/>
          <ac:spMkLst>
            <pc:docMk/>
            <pc:sldMk cId="1544978348" sldId="326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7:32.523" v="656"/>
          <ac:spMkLst>
            <pc:docMk/>
            <pc:sldMk cId="1544978348" sldId="326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7:32.523" v="656"/>
          <ac:spMkLst>
            <pc:docMk/>
            <pc:sldMk cId="1544978348" sldId="326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7:32.523" v="656"/>
          <ac:spMkLst>
            <pc:docMk/>
            <pc:sldMk cId="1544978348" sldId="326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37:32.523" v="656"/>
          <ac:spMkLst>
            <pc:docMk/>
            <pc:sldMk cId="1544978348" sldId="326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DF231F6D-9A16-B68F-4CE0-143F8BA59947}" dt="2026-02-08T13:39:30.125" v="663"/>
        <pc:sldMkLst>
          <pc:docMk/>
          <pc:sldMk cId="3695918923" sldId="327"/>
        </pc:sldMkLst>
      </pc:sldChg>
      <pc:sldChg chg="modSp add replId">
        <pc:chgData name="Temirlan Zhaxalykov" userId="S::t.zhaxalykov@kbtu.kz::037320a9-8ef1-4acb-bb74-1ab60141db9d" providerId="AD" clId="Web-{DF231F6D-9A16-B68F-4CE0-143F8BA59947}" dt="2026-02-08T13:57:14.830" v="765" actId="20577"/>
        <pc:sldMkLst>
          <pc:docMk/>
          <pc:sldMk cId="4068578293" sldId="328"/>
        </pc:sldMkLst>
        <pc:spChg chg="mod">
          <ac:chgData name="Temirlan Zhaxalykov" userId="S::t.zhaxalykov@kbtu.kz::037320a9-8ef1-4acb-bb74-1ab60141db9d" providerId="AD" clId="Web-{DF231F6D-9A16-B68F-4CE0-143F8BA59947}" dt="2026-02-08T13:40:04.940" v="682" actId="20577"/>
          <ac:spMkLst>
            <pc:docMk/>
            <pc:sldMk cId="4068578293" sldId="328"/>
            <ac:spMk id="2" creationId="{C307BEFE-0519-D66D-372C-6B8BC82C116E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3:57:14.830" v="765" actId="20577"/>
          <ac:spMkLst>
            <pc:docMk/>
            <pc:sldMk cId="4068578293" sldId="328"/>
            <ac:spMk id="3" creationId="{7B3217C0-D281-19D7-4968-104DDE0766D9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3:49:47.383" v="710" actId="14100"/>
        <pc:sldMkLst>
          <pc:docMk/>
          <pc:sldMk cId="3358144889" sldId="329"/>
        </pc:sldMkLst>
        <pc:spChg chg="mod">
          <ac:chgData name="Temirlan Zhaxalykov" userId="S::t.zhaxalykov@kbtu.kz::037320a9-8ef1-4acb-bb74-1ab60141db9d" providerId="AD" clId="Web-{DF231F6D-9A16-B68F-4CE0-143F8BA59947}" dt="2026-02-08T13:49:47.383" v="710" actId="14100"/>
          <ac:spMkLst>
            <pc:docMk/>
            <pc:sldMk cId="3358144889" sldId="329"/>
            <ac:spMk id="2" creationId="{7DF89048-2EEA-8862-5C19-74F382CF7666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3:48:35.195" v="705"/>
          <ac:spMkLst>
            <pc:docMk/>
            <pc:sldMk cId="3358144889" sldId="329"/>
            <ac:spMk id="3" creationId="{504D07A7-50BE-5622-0A6F-D515D38F548C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48:20.289" v="699"/>
          <ac:spMkLst>
            <pc:docMk/>
            <pc:sldMk cId="3358144889" sldId="32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48:20.289" v="699"/>
          <ac:spMkLst>
            <pc:docMk/>
            <pc:sldMk cId="3358144889" sldId="32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48:20.289" v="699"/>
          <ac:spMkLst>
            <pc:docMk/>
            <pc:sldMk cId="3358144889" sldId="32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48:20.289" v="699"/>
          <ac:spMkLst>
            <pc:docMk/>
            <pc:sldMk cId="3358144889" sldId="32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48:20.289" v="699"/>
          <ac:spMkLst>
            <pc:docMk/>
            <pc:sldMk cId="3358144889" sldId="32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3:52:58.494" v="726" actId="20577"/>
        <pc:sldMkLst>
          <pc:docMk/>
          <pc:sldMk cId="2644147328" sldId="330"/>
        </pc:sldMkLst>
        <pc:spChg chg="mod">
          <ac:chgData name="Temirlan Zhaxalykov" userId="S::t.zhaxalykov@kbtu.kz::037320a9-8ef1-4acb-bb74-1ab60141db9d" providerId="AD" clId="Web-{DF231F6D-9A16-B68F-4CE0-143F8BA59947}" dt="2026-02-08T13:52:37.213" v="720" actId="20577"/>
          <ac:spMkLst>
            <pc:docMk/>
            <pc:sldMk cId="2644147328" sldId="330"/>
            <ac:spMk id="2" creationId="{8F725AA8-5EAA-9A6B-C750-CA7C65FE96BB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3:52:58.494" v="726" actId="20577"/>
          <ac:spMkLst>
            <pc:docMk/>
            <pc:sldMk cId="2644147328" sldId="330"/>
            <ac:spMk id="3" creationId="{E8C0ED44-13BC-5445-76E4-C8443F8F7945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2:00.431" v="716"/>
          <ac:spMkLst>
            <pc:docMk/>
            <pc:sldMk cId="2644147328" sldId="33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2:00.431" v="716"/>
          <ac:spMkLst>
            <pc:docMk/>
            <pc:sldMk cId="2644147328" sldId="33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2:00.431" v="716"/>
          <ac:spMkLst>
            <pc:docMk/>
            <pc:sldMk cId="2644147328" sldId="33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2:00.431" v="716"/>
          <ac:spMkLst>
            <pc:docMk/>
            <pc:sldMk cId="2644147328" sldId="33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2:00.431" v="716"/>
          <ac:spMkLst>
            <pc:docMk/>
            <pc:sldMk cId="2644147328" sldId="33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3:54:45.385" v="746" actId="1076"/>
        <pc:sldMkLst>
          <pc:docMk/>
          <pc:sldMk cId="3744868980" sldId="331"/>
        </pc:sldMkLst>
        <pc:spChg chg="mod">
          <ac:chgData name="Temirlan Zhaxalykov" userId="S::t.zhaxalykov@kbtu.kz::037320a9-8ef1-4acb-bb74-1ab60141db9d" providerId="AD" clId="Web-{DF231F6D-9A16-B68F-4CE0-143F8BA59947}" dt="2026-02-08T13:54:08.416" v="735" actId="20577"/>
          <ac:spMkLst>
            <pc:docMk/>
            <pc:sldMk cId="3744868980" sldId="331"/>
            <ac:spMk id="2" creationId="{A0BE8ACC-FA32-732D-5599-FB478033B6D2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3:54:45.385" v="746" actId="1076"/>
          <ac:spMkLst>
            <pc:docMk/>
            <pc:sldMk cId="3744868980" sldId="331"/>
            <ac:spMk id="3" creationId="{99290EFB-8235-394A-1034-520C0951A54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3:58.776" v="731"/>
          <ac:spMkLst>
            <pc:docMk/>
            <pc:sldMk cId="3744868980" sldId="33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3:58.776" v="731"/>
          <ac:spMkLst>
            <pc:docMk/>
            <pc:sldMk cId="3744868980" sldId="33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3:58.776" v="731"/>
          <ac:spMkLst>
            <pc:docMk/>
            <pc:sldMk cId="3744868980" sldId="33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3:58.776" v="731"/>
          <ac:spMkLst>
            <pc:docMk/>
            <pc:sldMk cId="3744868980" sldId="33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3:58.776" v="731"/>
          <ac:spMkLst>
            <pc:docMk/>
            <pc:sldMk cId="3744868980" sldId="33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3:56:54.798" v="761" actId="20577"/>
        <pc:sldMkLst>
          <pc:docMk/>
          <pc:sldMk cId="1745318202" sldId="332"/>
        </pc:sldMkLst>
        <pc:spChg chg="mod">
          <ac:chgData name="Temirlan Zhaxalykov" userId="S::t.zhaxalykov@kbtu.kz::037320a9-8ef1-4acb-bb74-1ab60141db9d" providerId="AD" clId="Web-{DF231F6D-9A16-B68F-4CE0-143F8BA59947}" dt="2026-02-08T13:56:54.798" v="761" actId="20577"/>
          <ac:spMkLst>
            <pc:docMk/>
            <pc:sldMk cId="1745318202" sldId="332"/>
            <ac:spMk id="2" creationId="{874C5193-65B2-D1A3-785F-A932EC9330F5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3:56:47.392" v="759" actId="20577"/>
          <ac:spMkLst>
            <pc:docMk/>
            <pc:sldMk cId="1745318202" sldId="332"/>
            <ac:spMk id="3" creationId="{0AD6E934-DBA7-D5EF-76E8-48A0D0736CA4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6:17.750" v="751"/>
          <ac:spMkLst>
            <pc:docMk/>
            <pc:sldMk cId="1745318202" sldId="33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6:17.750" v="751"/>
          <ac:spMkLst>
            <pc:docMk/>
            <pc:sldMk cId="1745318202" sldId="33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6:17.750" v="751"/>
          <ac:spMkLst>
            <pc:docMk/>
            <pc:sldMk cId="1745318202" sldId="33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6:17.750" v="751"/>
          <ac:spMkLst>
            <pc:docMk/>
            <pc:sldMk cId="1745318202" sldId="33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6:17.750" v="751"/>
          <ac:spMkLst>
            <pc:docMk/>
            <pc:sldMk cId="1745318202" sldId="332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DF231F6D-9A16-B68F-4CE0-143F8BA59947}" dt="2026-02-08T13:57:08.689" v="763"/>
        <pc:sldMkLst>
          <pc:docMk/>
          <pc:sldMk cId="673701682" sldId="333"/>
        </pc:sldMkLst>
      </pc:sldChg>
      <pc:sldChg chg="addSp modSp new mod setBg">
        <pc:chgData name="Temirlan Zhaxalykov" userId="S::t.zhaxalykov@kbtu.kz::037320a9-8ef1-4acb-bb74-1ab60141db9d" providerId="AD" clId="Web-{DF231F6D-9A16-B68F-4CE0-143F8BA59947}" dt="2026-02-08T13:59:27.604" v="798" actId="20577"/>
        <pc:sldMkLst>
          <pc:docMk/>
          <pc:sldMk cId="1974353864" sldId="333"/>
        </pc:sldMkLst>
        <pc:spChg chg="mod">
          <ac:chgData name="Temirlan Zhaxalykov" userId="S::t.zhaxalykov@kbtu.kz::037320a9-8ef1-4acb-bb74-1ab60141db9d" providerId="AD" clId="Web-{DF231F6D-9A16-B68F-4CE0-143F8BA59947}" dt="2026-02-08T13:59:23.073" v="795"/>
          <ac:spMkLst>
            <pc:docMk/>
            <pc:sldMk cId="1974353864" sldId="333"/>
            <ac:spMk id="2" creationId="{9A99A5CF-524D-AE2E-1592-5880709DF23A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3:59:27.604" v="798" actId="20577"/>
          <ac:spMkLst>
            <pc:docMk/>
            <pc:sldMk cId="1974353864" sldId="333"/>
            <ac:spMk id="3" creationId="{E2DC2A98-989F-66DE-5557-2CAF09670734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9:12.135" v="792"/>
          <ac:spMkLst>
            <pc:docMk/>
            <pc:sldMk cId="1974353864" sldId="33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9:12.135" v="792"/>
          <ac:spMkLst>
            <pc:docMk/>
            <pc:sldMk cId="1974353864" sldId="33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9:12.135" v="792"/>
          <ac:spMkLst>
            <pc:docMk/>
            <pc:sldMk cId="1974353864" sldId="33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9:12.135" v="792"/>
          <ac:spMkLst>
            <pc:docMk/>
            <pc:sldMk cId="1974353864" sldId="33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9:12.135" v="792"/>
          <ac:spMkLst>
            <pc:docMk/>
            <pc:sldMk cId="1974353864" sldId="333"/>
            <ac:spMk id="16" creationId="{53E5B1A8-3AC9-4BD1-9BBC-78CA94F2D1BA}"/>
          </ac:spMkLst>
        </pc:spChg>
      </pc:sldChg>
      <pc:sldChg chg="modSp add replId">
        <pc:chgData name="Temirlan Zhaxalykov" userId="S::t.zhaxalykov@kbtu.kz::037320a9-8ef1-4acb-bb74-1ab60141db9d" providerId="AD" clId="Web-{DF231F6D-9A16-B68F-4CE0-143F8BA59947}" dt="2026-02-08T13:58:48.056" v="787" actId="20577"/>
        <pc:sldMkLst>
          <pc:docMk/>
          <pc:sldMk cId="1155095814" sldId="334"/>
        </pc:sldMkLst>
        <pc:spChg chg="mod">
          <ac:chgData name="Temirlan Zhaxalykov" userId="S::t.zhaxalykov@kbtu.kz::037320a9-8ef1-4acb-bb74-1ab60141db9d" providerId="AD" clId="Web-{DF231F6D-9A16-B68F-4CE0-143F8BA59947}" dt="2026-02-08T13:58:41.868" v="785" actId="20577"/>
          <ac:spMkLst>
            <pc:docMk/>
            <pc:sldMk cId="1155095814" sldId="334"/>
            <ac:spMk id="2" creationId="{5291685C-DA07-FE96-1A06-1D658E794A53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3:58:48.056" v="787" actId="20577"/>
          <ac:spMkLst>
            <pc:docMk/>
            <pc:sldMk cId="1155095814" sldId="334"/>
            <ac:spMk id="3" creationId="{C6267EC5-429A-09B7-F621-CC45D90D3E77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00:36.434" v="809" actId="20577"/>
        <pc:sldMkLst>
          <pc:docMk/>
          <pc:sldMk cId="220626225" sldId="335"/>
        </pc:sldMkLst>
        <pc:spChg chg="mod">
          <ac:chgData name="Temirlan Zhaxalykov" userId="S::t.zhaxalykov@kbtu.kz::037320a9-8ef1-4acb-bb74-1ab60141db9d" providerId="AD" clId="Web-{DF231F6D-9A16-B68F-4CE0-143F8BA59947}" dt="2026-02-08T14:00:27.355" v="806"/>
          <ac:spMkLst>
            <pc:docMk/>
            <pc:sldMk cId="220626225" sldId="335"/>
            <ac:spMk id="2" creationId="{76C7C0DE-73C1-7D57-3608-9AD900B4BAFA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00:36.434" v="809" actId="20577"/>
          <ac:spMkLst>
            <pc:docMk/>
            <pc:sldMk cId="220626225" sldId="335"/>
            <ac:spMk id="3" creationId="{80AE3E2B-CED3-43FE-6DF5-689E0C595584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9:55.058" v="804"/>
          <ac:spMkLst>
            <pc:docMk/>
            <pc:sldMk cId="220626225" sldId="33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9:55.058" v="804"/>
          <ac:spMkLst>
            <pc:docMk/>
            <pc:sldMk cId="220626225" sldId="33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9:55.058" v="804"/>
          <ac:spMkLst>
            <pc:docMk/>
            <pc:sldMk cId="220626225" sldId="33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9:55.058" v="804"/>
          <ac:spMkLst>
            <pc:docMk/>
            <pc:sldMk cId="220626225" sldId="33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3:59:55.058" v="804"/>
          <ac:spMkLst>
            <pc:docMk/>
            <pc:sldMk cId="220626225" sldId="33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01:56.828" v="816"/>
        <pc:sldMkLst>
          <pc:docMk/>
          <pc:sldMk cId="3230447641" sldId="336"/>
        </pc:sldMkLst>
        <pc:spChg chg="mod">
          <ac:chgData name="Temirlan Zhaxalykov" userId="S::t.zhaxalykov@kbtu.kz::037320a9-8ef1-4acb-bb74-1ab60141db9d" providerId="AD" clId="Web-{DF231F6D-9A16-B68F-4CE0-143F8BA59947}" dt="2026-02-08T14:01:51.938" v="815"/>
          <ac:spMkLst>
            <pc:docMk/>
            <pc:sldMk cId="3230447641" sldId="336"/>
            <ac:spMk id="2" creationId="{0F93562B-86C0-3B1C-3BFF-6ADAE5164756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01:56.828" v="816"/>
          <ac:spMkLst>
            <pc:docMk/>
            <pc:sldMk cId="3230447641" sldId="336"/>
            <ac:spMk id="3" creationId="{05168C01-F91E-D154-AFAA-C02950DF24A1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1:51.938" v="815"/>
          <ac:spMkLst>
            <pc:docMk/>
            <pc:sldMk cId="3230447641" sldId="336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1:51.938" v="815"/>
          <ac:spMkLst>
            <pc:docMk/>
            <pc:sldMk cId="3230447641" sldId="336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1:51.938" v="815"/>
          <ac:spMkLst>
            <pc:docMk/>
            <pc:sldMk cId="3230447641" sldId="336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1:51.938" v="815"/>
          <ac:spMkLst>
            <pc:docMk/>
            <pc:sldMk cId="3230447641" sldId="336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1:51.938" v="815"/>
          <ac:spMkLst>
            <pc:docMk/>
            <pc:sldMk cId="3230447641" sldId="336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02:58.441" v="826"/>
        <pc:sldMkLst>
          <pc:docMk/>
          <pc:sldMk cId="2200266262" sldId="337"/>
        </pc:sldMkLst>
        <pc:spChg chg="mod">
          <ac:chgData name="Temirlan Zhaxalykov" userId="S::t.zhaxalykov@kbtu.kz::037320a9-8ef1-4acb-bb74-1ab60141db9d" providerId="AD" clId="Web-{DF231F6D-9A16-B68F-4CE0-143F8BA59947}" dt="2026-02-08T14:02:58.425" v="825"/>
          <ac:spMkLst>
            <pc:docMk/>
            <pc:sldMk cId="2200266262" sldId="337"/>
            <ac:spMk id="2" creationId="{52E4A1E5-0AAC-292C-517C-9F67A4C5D794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02:58.441" v="826"/>
          <ac:spMkLst>
            <pc:docMk/>
            <pc:sldMk cId="2200266262" sldId="337"/>
            <ac:spMk id="3" creationId="{52241BC3-8B02-D7DA-560B-AAEDBDB3F175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2:48.159" v="822"/>
          <ac:spMkLst>
            <pc:docMk/>
            <pc:sldMk cId="2200266262" sldId="33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2:48.159" v="822"/>
          <ac:spMkLst>
            <pc:docMk/>
            <pc:sldMk cId="2200266262" sldId="33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2:48.159" v="822"/>
          <ac:spMkLst>
            <pc:docMk/>
            <pc:sldMk cId="2200266262" sldId="33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2:48.159" v="822"/>
          <ac:spMkLst>
            <pc:docMk/>
            <pc:sldMk cId="2200266262" sldId="33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2:48.159" v="822"/>
          <ac:spMkLst>
            <pc:docMk/>
            <pc:sldMk cId="2200266262" sldId="337"/>
            <ac:spMk id="16" creationId="{53E5B1A8-3AC9-4BD1-9BBC-78CA94F2D1BA}"/>
          </ac:spMkLst>
        </pc:spChg>
      </pc:sldChg>
      <pc:sldChg chg="modSp add replId">
        <pc:chgData name="Temirlan Zhaxalykov" userId="S::t.zhaxalykov@kbtu.kz::037320a9-8ef1-4acb-bb74-1ab60141db9d" providerId="AD" clId="Web-{DF231F6D-9A16-B68F-4CE0-143F8BA59947}" dt="2026-02-08T14:05:06.317" v="845" actId="20577"/>
        <pc:sldMkLst>
          <pc:docMk/>
          <pc:sldMk cId="1642502986" sldId="338"/>
        </pc:sldMkLst>
        <pc:spChg chg="mod">
          <ac:chgData name="Temirlan Zhaxalykov" userId="S::t.zhaxalykov@kbtu.kz::037320a9-8ef1-4acb-bb74-1ab60141db9d" providerId="AD" clId="Web-{DF231F6D-9A16-B68F-4CE0-143F8BA59947}" dt="2026-02-08T14:05:06.317" v="845" actId="20577"/>
          <ac:spMkLst>
            <pc:docMk/>
            <pc:sldMk cId="1642502986" sldId="338"/>
            <ac:spMk id="2" creationId="{459D97AB-815B-E483-3945-94B98E7AA78A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05:00.630" v="841" actId="20577"/>
          <ac:spMkLst>
            <pc:docMk/>
            <pc:sldMk cId="1642502986" sldId="338"/>
            <ac:spMk id="3" creationId="{BCB9F00B-E6E8-CA3A-4927-8A7A149175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05:47.708" v="855"/>
        <pc:sldMkLst>
          <pc:docMk/>
          <pc:sldMk cId="1404831497" sldId="339"/>
        </pc:sldMkLst>
        <pc:spChg chg="mod">
          <ac:chgData name="Temirlan Zhaxalykov" userId="S::t.zhaxalykov@kbtu.kz::037320a9-8ef1-4acb-bb74-1ab60141db9d" providerId="AD" clId="Web-{DF231F6D-9A16-B68F-4CE0-143F8BA59947}" dt="2026-02-08T14:05:47.693" v="854"/>
          <ac:spMkLst>
            <pc:docMk/>
            <pc:sldMk cId="1404831497" sldId="339"/>
            <ac:spMk id="2" creationId="{E8C0773D-DE41-6FE0-2113-41F7701EDBD4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05:47.708" v="855"/>
          <ac:spMkLst>
            <pc:docMk/>
            <pc:sldMk cId="1404831497" sldId="339"/>
            <ac:spMk id="3" creationId="{F7419684-DC57-85C4-20AD-1A7138BA195C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5:37.552" v="851"/>
          <ac:spMkLst>
            <pc:docMk/>
            <pc:sldMk cId="1404831497" sldId="33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5:37.552" v="851"/>
          <ac:spMkLst>
            <pc:docMk/>
            <pc:sldMk cId="1404831497" sldId="33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5:37.552" v="851"/>
          <ac:spMkLst>
            <pc:docMk/>
            <pc:sldMk cId="1404831497" sldId="33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5:37.552" v="851"/>
          <ac:spMkLst>
            <pc:docMk/>
            <pc:sldMk cId="1404831497" sldId="33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5:37.552" v="851"/>
          <ac:spMkLst>
            <pc:docMk/>
            <pc:sldMk cId="1404831497" sldId="33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06:38.005" v="865"/>
        <pc:sldMkLst>
          <pc:docMk/>
          <pc:sldMk cId="3160297936" sldId="340"/>
        </pc:sldMkLst>
        <pc:spChg chg="mod">
          <ac:chgData name="Temirlan Zhaxalykov" userId="S::t.zhaxalykov@kbtu.kz::037320a9-8ef1-4acb-bb74-1ab60141db9d" providerId="AD" clId="Web-{DF231F6D-9A16-B68F-4CE0-143F8BA59947}" dt="2026-02-08T14:06:27.396" v="862"/>
          <ac:spMkLst>
            <pc:docMk/>
            <pc:sldMk cId="3160297936" sldId="340"/>
            <ac:spMk id="2" creationId="{4A5EA2C5-6780-2D4D-A5ED-D285381C4B43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06:38.005" v="865"/>
          <ac:spMkLst>
            <pc:docMk/>
            <pc:sldMk cId="3160297936" sldId="340"/>
            <ac:spMk id="3" creationId="{94D6D923-EFDA-541A-321B-3DFCACB9AF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6:27.396" v="862"/>
          <ac:spMkLst>
            <pc:docMk/>
            <pc:sldMk cId="3160297936" sldId="34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6:27.396" v="862"/>
          <ac:spMkLst>
            <pc:docMk/>
            <pc:sldMk cId="3160297936" sldId="34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6:27.396" v="862"/>
          <ac:spMkLst>
            <pc:docMk/>
            <pc:sldMk cId="3160297936" sldId="34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6:27.396" v="862"/>
          <ac:spMkLst>
            <pc:docMk/>
            <pc:sldMk cId="3160297936" sldId="34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6:27.396" v="862"/>
          <ac:spMkLst>
            <pc:docMk/>
            <pc:sldMk cId="3160297936" sldId="34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08:57.397" v="874"/>
        <pc:sldMkLst>
          <pc:docMk/>
          <pc:sldMk cId="453388411" sldId="341"/>
        </pc:sldMkLst>
        <pc:spChg chg="mod">
          <ac:chgData name="Temirlan Zhaxalykov" userId="S::t.zhaxalykov@kbtu.kz::037320a9-8ef1-4acb-bb74-1ab60141db9d" providerId="AD" clId="Web-{DF231F6D-9A16-B68F-4CE0-143F8BA59947}" dt="2026-02-08T14:08:42.631" v="871"/>
          <ac:spMkLst>
            <pc:docMk/>
            <pc:sldMk cId="453388411" sldId="341"/>
            <ac:spMk id="2" creationId="{BCE094C8-8BEF-B8E6-02DB-FD4472E74F75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08:57.397" v="874"/>
          <ac:spMkLst>
            <pc:docMk/>
            <pc:sldMk cId="453388411" sldId="341"/>
            <ac:spMk id="3" creationId="{C2C7DE5B-065F-30F5-8288-7076897939A2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8:42.631" v="871"/>
          <ac:spMkLst>
            <pc:docMk/>
            <pc:sldMk cId="453388411" sldId="34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8:42.631" v="871"/>
          <ac:spMkLst>
            <pc:docMk/>
            <pc:sldMk cId="453388411" sldId="34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8:42.631" v="871"/>
          <ac:spMkLst>
            <pc:docMk/>
            <pc:sldMk cId="453388411" sldId="34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8:42.631" v="871"/>
          <ac:spMkLst>
            <pc:docMk/>
            <pc:sldMk cId="453388411" sldId="34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8:42.631" v="871"/>
          <ac:spMkLst>
            <pc:docMk/>
            <pc:sldMk cId="453388411" sldId="34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10:19.413" v="890"/>
        <pc:sldMkLst>
          <pc:docMk/>
          <pc:sldMk cId="4203432093" sldId="342"/>
        </pc:sldMkLst>
        <pc:spChg chg="mod">
          <ac:chgData name="Temirlan Zhaxalykov" userId="S::t.zhaxalykov@kbtu.kz::037320a9-8ef1-4acb-bb74-1ab60141db9d" providerId="AD" clId="Web-{DF231F6D-9A16-B68F-4CE0-143F8BA59947}" dt="2026-02-08T14:10:05.929" v="884" actId="20577"/>
          <ac:spMkLst>
            <pc:docMk/>
            <pc:sldMk cId="4203432093" sldId="342"/>
            <ac:spMk id="2" creationId="{7DC60CB6-163A-C92F-E2C5-29CBCB50C1DB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10:19.413" v="890"/>
          <ac:spMkLst>
            <pc:docMk/>
            <pc:sldMk cId="4203432093" sldId="342"/>
            <ac:spMk id="3" creationId="{6ACF5DEE-E7C9-182E-CD9C-AAE5A59A1D9B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9:46.866" v="881"/>
          <ac:spMkLst>
            <pc:docMk/>
            <pc:sldMk cId="4203432093" sldId="34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9:46.866" v="881"/>
          <ac:spMkLst>
            <pc:docMk/>
            <pc:sldMk cId="4203432093" sldId="34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9:46.866" v="881"/>
          <ac:spMkLst>
            <pc:docMk/>
            <pc:sldMk cId="4203432093" sldId="34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9:46.866" v="881"/>
          <ac:spMkLst>
            <pc:docMk/>
            <pc:sldMk cId="4203432093" sldId="34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09:46.866" v="881"/>
          <ac:spMkLst>
            <pc:docMk/>
            <pc:sldMk cId="4203432093" sldId="34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11:13.788" v="901" actId="20577"/>
        <pc:sldMkLst>
          <pc:docMk/>
          <pc:sldMk cId="2217035030" sldId="343"/>
        </pc:sldMkLst>
        <pc:spChg chg="mod">
          <ac:chgData name="Temirlan Zhaxalykov" userId="S::t.zhaxalykov@kbtu.kz::037320a9-8ef1-4acb-bb74-1ab60141db9d" providerId="AD" clId="Web-{DF231F6D-9A16-B68F-4CE0-143F8BA59947}" dt="2026-02-08T14:11:09.773" v="898"/>
          <ac:spMkLst>
            <pc:docMk/>
            <pc:sldMk cId="2217035030" sldId="343"/>
            <ac:spMk id="2" creationId="{51D1E5FC-44B7-ADBC-4B63-E883A43C01C3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11:13.788" v="901" actId="20577"/>
          <ac:spMkLst>
            <pc:docMk/>
            <pc:sldMk cId="2217035030" sldId="343"/>
            <ac:spMk id="3" creationId="{AD1E2081-6AD9-AE89-3A7D-8E5A44D86A2D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0:59.648" v="896"/>
          <ac:spMkLst>
            <pc:docMk/>
            <pc:sldMk cId="2217035030" sldId="34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0:59.648" v="896"/>
          <ac:spMkLst>
            <pc:docMk/>
            <pc:sldMk cId="2217035030" sldId="34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0:59.648" v="896"/>
          <ac:spMkLst>
            <pc:docMk/>
            <pc:sldMk cId="2217035030" sldId="34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0:59.648" v="896"/>
          <ac:spMkLst>
            <pc:docMk/>
            <pc:sldMk cId="2217035030" sldId="34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0:59.648" v="896"/>
          <ac:spMkLst>
            <pc:docMk/>
            <pc:sldMk cId="2217035030" sldId="34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12:09.633" v="914" actId="20577"/>
        <pc:sldMkLst>
          <pc:docMk/>
          <pc:sldMk cId="2307371695" sldId="344"/>
        </pc:sldMkLst>
        <pc:spChg chg="mod">
          <ac:chgData name="Temirlan Zhaxalykov" userId="S::t.zhaxalykov@kbtu.kz::037320a9-8ef1-4acb-bb74-1ab60141db9d" providerId="AD" clId="Web-{DF231F6D-9A16-B68F-4CE0-143F8BA59947}" dt="2026-02-08T14:12:02.086" v="911"/>
          <ac:spMkLst>
            <pc:docMk/>
            <pc:sldMk cId="2307371695" sldId="344"/>
            <ac:spMk id="2" creationId="{5F06559C-FDDC-671D-6D1D-C1A1478E0341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12:09.633" v="914" actId="20577"/>
          <ac:spMkLst>
            <pc:docMk/>
            <pc:sldMk cId="2307371695" sldId="344"/>
            <ac:spMk id="3" creationId="{D74297FD-52A8-742F-1694-2AB348D88B22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1:54.461" v="908"/>
          <ac:spMkLst>
            <pc:docMk/>
            <pc:sldMk cId="2307371695" sldId="34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1:54.461" v="908"/>
          <ac:spMkLst>
            <pc:docMk/>
            <pc:sldMk cId="2307371695" sldId="34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1:54.461" v="908"/>
          <ac:spMkLst>
            <pc:docMk/>
            <pc:sldMk cId="2307371695" sldId="34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1:54.461" v="908"/>
          <ac:spMkLst>
            <pc:docMk/>
            <pc:sldMk cId="2307371695" sldId="34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1:54.461" v="908"/>
          <ac:spMkLst>
            <pc:docMk/>
            <pc:sldMk cId="2307371695" sldId="34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12:46.260" v="925" actId="20577"/>
        <pc:sldMkLst>
          <pc:docMk/>
          <pc:sldMk cId="1932144879" sldId="345"/>
        </pc:sldMkLst>
        <pc:spChg chg="mod">
          <ac:chgData name="Temirlan Zhaxalykov" userId="S::t.zhaxalykov@kbtu.kz::037320a9-8ef1-4acb-bb74-1ab60141db9d" providerId="AD" clId="Web-{DF231F6D-9A16-B68F-4CE0-143F8BA59947}" dt="2026-02-08T14:12:43.401" v="922"/>
          <ac:spMkLst>
            <pc:docMk/>
            <pc:sldMk cId="1932144879" sldId="345"/>
            <ac:spMk id="2" creationId="{6D89242E-BDDB-7E89-1282-3D7B164294DF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12:46.260" v="925" actId="20577"/>
          <ac:spMkLst>
            <pc:docMk/>
            <pc:sldMk cId="1932144879" sldId="345"/>
            <ac:spMk id="3" creationId="{1E6EC10B-69F9-2E1A-63BE-AF753BE5DC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2:36.901" v="919"/>
          <ac:spMkLst>
            <pc:docMk/>
            <pc:sldMk cId="1932144879" sldId="34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2:36.901" v="919"/>
          <ac:spMkLst>
            <pc:docMk/>
            <pc:sldMk cId="1932144879" sldId="34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2:36.901" v="919"/>
          <ac:spMkLst>
            <pc:docMk/>
            <pc:sldMk cId="1932144879" sldId="34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2:36.901" v="919"/>
          <ac:spMkLst>
            <pc:docMk/>
            <pc:sldMk cId="1932144879" sldId="34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2:36.901" v="919"/>
          <ac:spMkLst>
            <pc:docMk/>
            <pc:sldMk cId="1932144879" sldId="34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14:51.861" v="940" actId="20577"/>
        <pc:sldMkLst>
          <pc:docMk/>
          <pc:sldMk cId="11898815" sldId="346"/>
        </pc:sldMkLst>
        <pc:spChg chg="mod">
          <ac:chgData name="Temirlan Zhaxalykov" userId="S::t.zhaxalykov@kbtu.kz::037320a9-8ef1-4acb-bb74-1ab60141db9d" providerId="AD" clId="Web-{DF231F6D-9A16-B68F-4CE0-143F8BA59947}" dt="2026-02-08T14:14:09.719" v="931"/>
          <ac:spMkLst>
            <pc:docMk/>
            <pc:sldMk cId="11898815" sldId="346"/>
            <ac:spMk id="2" creationId="{D12F72D6-93D1-A261-4DDD-22E45D64C848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14:51.861" v="940" actId="20577"/>
          <ac:spMkLst>
            <pc:docMk/>
            <pc:sldMk cId="11898815" sldId="346"/>
            <ac:spMk id="3" creationId="{EE65F6AE-FB9C-3413-F3AD-4C7EBC2FCD1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4:09.719" v="931"/>
          <ac:spMkLst>
            <pc:docMk/>
            <pc:sldMk cId="11898815" sldId="346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4:09.719" v="931"/>
          <ac:spMkLst>
            <pc:docMk/>
            <pc:sldMk cId="11898815" sldId="346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4:09.719" v="931"/>
          <ac:spMkLst>
            <pc:docMk/>
            <pc:sldMk cId="11898815" sldId="346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4:09.719" v="931"/>
          <ac:spMkLst>
            <pc:docMk/>
            <pc:sldMk cId="11898815" sldId="346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4:09.719" v="931"/>
          <ac:spMkLst>
            <pc:docMk/>
            <pc:sldMk cId="11898815" sldId="346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DF231F6D-9A16-B68F-4CE0-143F8BA59947}" dt="2026-02-08T14:15:46.034" v="953"/>
        <pc:sldMkLst>
          <pc:docMk/>
          <pc:sldMk cId="4153449202" sldId="347"/>
        </pc:sldMkLst>
        <pc:spChg chg="mod">
          <ac:chgData name="Temirlan Zhaxalykov" userId="S::t.zhaxalykov@kbtu.kz::037320a9-8ef1-4acb-bb74-1ab60141db9d" providerId="AD" clId="Web-{DF231F6D-9A16-B68F-4CE0-143F8BA59947}" dt="2026-02-08T14:15:45.941" v="952"/>
          <ac:spMkLst>
            <pc:docMk/>
            <pc:sldMk cId="4153449202" sldId="347"/>
            <ac:spMk id="2" creationId="{DBE5A60E-4089-FAD8-0516-529210C45EE0}"/>
          </ac:spMkLst>
        </pc:spChg>
        <pc:spChg chg="mod">
          <ac:chgData name="Temirlan Zhaxalykov" userId="S::t.zhaxalykov@kbtu.kz::037320a9-8ef1-4acb-bb74-1ab60141db9d" providerId="AD" clId="Web-{DF231F6D-9A16-B68F-4CE0-143F8BA59947}" dt="2026-02-08T14:15:46.034" v="953"/>
          <ac:spMkLst>
            <pc:docMk/>
            <pc:sldMk cId="4153449202" sldId="347"/>
            <ac:spMk id="3" creationId="{5A2996C8-9066-A43C-4126-304EC8309CEB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5:24.471" v="944"/>
          <ac:spMkLst>
            <pc:docMk/>
            <pc:sldMk cId="4153449202" sldId="34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5:24.471" v="944"/>
          <ac:spMkLst>
            <pc:docMk/>
            <pc:sldMk cId="4153449202" sldId="34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5:24.471" v="944"/>
          <ac:spMkLst>
            <pc:docMk/>
            <pc:sldMk cId="4153449202" sldId="34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5:24.471" v="944"/>
          <ac:spMkLst>
            <pc:docMk/>
            <pc:sldMk cId="4153449202" sldId="34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DF231F6D-9A16-B68F-4CE0-143F8BA59947}" dt="2026-02-08T14:15:24.471" v="944"/>
          <ac:spMkLst>
            <pc:docMk/>
            <pc:sldMk cId="4153449202" sldId="347"/>
            <ac:spMk id="16" creationId="{53E5B1A8-3AC9-4BD1-9BBC-78CA94F2D1BA}"/>
          </ac:spMkLst>
        </pc:spChg>
      </pc:sldChg>
      <pc:sldChg chg="new">
        <pc:chgData name="Temirlan Zhaxalykov" userId="S::t.zhaxalykov@kbtu.kz::037320a9-8ef1-4acb-bb74-1ab60141db9d" providerId="AD" clId="Web-{DF231F6D-9A16-B68F-4CE0-143F8BA59947}" dt="2026-02-08T14:16:18.707" v="954"/>
        <pc:sldMkLst>
          <pc:docMk/>
          <pc:sldMk cId="1621677332" sldId="348"/>
        </pc:sldMkLst>
      </pc:sldChg>
    </pc:docChg>
  </pc:docChgLst>
  <pc:docChgLst>
    <pc:chgData name="Temirlan Zhaxalykov" userId="S::t.zhaxalykov@kbtu.kz::037320a9-8ef1-4acb-bb74-1ab60141db9d" providerId="AD" clId="Web-{3EFB9259-3195-396A-00BA-20135E16B6E9}"/>
    <pc:docChg chg="addSld delSld modSld">
      <pc:chgData name="Temirlan Zhaxalykov" userId="S::t.zhaxalykov@kbtu.kz::037320a9-8ef1-4acb-bb74-1ab60141db9d" providerId="AD" clId="Web-{3EFB9259-3195-396A-00BA-20135E16B6E9}" dt="2026-02-08T14:26:41.252" v="40"/>
      <pc:docMkLst>
        <pc:docMk/>
      </pc:docMkLst>
      <pc:sldChg chg="modSp">
        <pc:chgData name="Temirlan Zhaxalykov" userId="S::t.zhaxalykov@kbtu.kz::037320a9-8ef1-4acb-bb74-1ab60141db9d" providerId="AD" clId="Web-{3EFB9259-3195-396A-00BA-20135E16B6E9}" dt="2026-02-08T14:19:51.435" v="34" actId="20577"/>
        <pc:sldMkLst>
          <pc:docMk/>
          <pc:sldMk cId="1667578014" sldId="260"/>
        </pc:sldMkLst>
        <pc:spChg chg="mod">
          <ac:chgData name="Temirlan Zhaxalykov" userId="S::t.zhaxalykov@kbtu.kz::037320a9-8ef1-4acb-bb74-1ab60141db9d" providerId="AD" clId="Web-{3EFB9259-3195-396A-00BA-20135E16B6E9}" dt="2026-02-08T14:19:51.435" v="34" actId="20577"/>
          <ac:spMkLst>
            <pc:docMk/>
            <pc:sldMk cId="1667578014" sldId="260"/>
            <ac:spMk id="3" creationId="{612AB943-ECE5-60CB-2159-90A545231BFF}"/>
          </ac:spMkLst>
        </pc:spChg>
      </pc:sldChg>
      <pc:sldChg chg="modSp">
        <pc:chgData name="Temirlan Zhaxalykov" userId="S::t.zhaxalykov@kbtu.kz::037320a9-8ef1-4acb-bb74-1ab60141db9d" providerId="AD" clId="Web-{3EFB9259-3195-396A-00BA-20135E16B6E9}" dt="2026-02-08T14:25:23.783" v="38" actId="20577"/>
        <pc:sldMkLst>
          <pc:docMk/>
          <pc:sldMk cId="1009122209" sldId="301"/>
        </pc:sldMkLst>
        <pc:spChg chg="mod">
          <ac:chgData name="Temirlan Zhaxalykov" userId="S::t.zhaxalykov@kbtu.kz::037320a9-8ef1-4acb-bb74-1ab60141db9d" providerId="AD" clId="Web-{3EFB9259-3195-396A-00BA-20135E16B6E9}" dt="2026-02-08T14:25:23.783" v="38" actId="20577"/>
          <ac:spMkLst>
            <pc:docMk/>
            <pc:sldMk cId="1009122209" sldId="301"/>
            <ac:spMk id="3" creationId="{069B55A4-3548-3693-9272-C44399F23090}"/>
          </ac:spMkLst>
        </pc:spChg>
      </pc:sldChg>
      <pc:sldChg chg="addSp modSp mod setBg">
        <pc:chgData name="Temirlan Zhaxalykov" userId="S::t.zhaxalykov@kbtu.kz::037320a9-8ef1-4acb-bb74-1ab60141db9d" providerId="AD" clId="Web-{3EFB9259-3195-396A-00BA-20135E16B6E9}" dt="2026-02-08T14:17:28.683" v="10"/>
        <pc:sldMkLst>
          <pc:docMk/>
          <pc:sldMk cId="1621677332" sldId="348"/>
        </pc:sldMkLst>
        <pc:spChg chg="mod">
          <ac:chgData name="Temirlan Zhaxalykov" userId="S::t.zhaxalykov@kbtu.kz::037320a9-8ef1-4acb-bb74-1ab60141db9d" providerId="AD" clId="Web-{3EFB9259-3195-396A-00BA-20135E16B6E9}" dt="2026-02-08T14:17:28.652" v="9"/>
          <ac:spMkLst>
            <pc:docMk/>
            <pc:sldMk cId="1621677332" sldId="348"/>
            <ac:spMk id="2" creationId="{9612494B-7BCF-6F39-BAC8-15C003921F24}"/>
          </ac:spMkLst>
        </pc:spChg>
        <pc:spChg chg="mod">
          <ac:chgData name="Temirlan Zhaxalykov" userId="S::t.zhaxalykov@kbtu.kz::037320a9-8ef1-4acb-bb74-1ab60141db9d" providerId="AD" clId="Web-{3EFB9259-3195-396A-00BA-20135E16B6E9}" dt="2026-02-08T14:17:28.683" v="10"/>
          <ac:spMkLst>
            <pc:docMk/>
            <pc:sldMk cId="1621677332" sldId="348"/>
            <ac:spMk id="3" creationId="{2C97B687-1E5F-3CBC-2656-CBF03E578956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7:17.198" v="4"/>
          <ac:spMkLst>
            <pc:docMk/>
            <pc:sldMk cId="1621677332" sldId="34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7:17.198" v="4"/>
          <ac:spMkLst>
            <pc:docMk/>
            <pc:sldMk cId="1621677332" sldId="34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7:17.198" v="4"/>
          <ac:spMkLst>
            <pc:docMk/>
            <pc:sldMk cId="1621677332" sldId="34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7:17.198" v="4"/>
          <ac:spMkLst>
            <pc:docMk/>
            <pc:sldMk cId="1621677332" sldId="34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7:17.198" v="4"/>
          <ac:spMkLst>
            <pc:docMk/>
            <pc:sldMk cId="1621677332" sldId="34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3EFB9259-3195-396A-00BA-20135E16B6E9}" dt="2026-02-08T14:18:11.542" v="20"/>
        <pc:sldMkLst>
          <pc:docMk/>
          <pc:sldMk cId="2546199475" sldId="349"/>
        </pc:sldMkLst>
        <pc:spChg chg="mod">
          <ac:chgData name="Temirlan Zhaxalykov" userId="S::t.zhaxalykov@kbtu.kz::037320a9-8ef1-4acb-bb74-1ab60141db9d" providerId="AD" clId="Web-{3EFB9259-3195-396A-00BA-20135E16B6E9}" dt="2026-02-08T14:18:11.527" v="19"/>
          <ac:spMkLst>
            <pc:docMk/>
            <pc:sldMk cId="2546199475" sldId="349"/>
            <ac:spMk id="2" creationId="{B8CA3484-D103-3553-0DA3-67DBD5D44A6D}"/>
          </ac:spMkLst>
        </pc:spChg>
        <pc:spChg chg="mod">
          <ac:chgData name="Temirlan Zhaxalykov" userId="S::t.zhaxalykov@kbtu.kz::037320a9-8ef1-4acb-bb74-1ab60141db9d" providerId="AD" clId="Web-{3EFB9259-3195-396A-00BA-20135E16B6E9}" dt="2026-02-08T14:18:11.542" v="20"/>
          <ac:spMkLst>
            <pc:docMk/>
            <pc:sldMk cId="2546199475" sldId="349"/>
            <ac:spMk id="3" creationId="{796069BE-85F5-9DA1-679C-BC1AD9EC205A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7:59.792" v="16"/>
          <ac:spMkLst>
            <pc:docMk/>
            <pc:sldMk cId="2546199475" sldId="34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7:59.792" v="16"/>
          <ac:spMkLst>
            <pc:docMk/>
            <pc:sldMk cId="2546199475" sldId="34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7:59.792" v="16"/>
          <ac:spMkLst>
            <pc:docMk/>
            <pc:sldMk cId="2546199475" sldId="34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7:59.792" v="16"/>
          <ac:spMkLst>
            <pc:docMk/>
            <pc:sldMk cId="2546199475" sldId="34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7:59.792" v="16"/>
          <ac:spMkLst>
            <pc:docMk/>
            <pc:sldMk cId="2546199475" sldId="34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3EFB9259-3195-396A-00BA-20135E16B6E9}" dt="2026-02-08T14:18:58.309" v="32" actId="20577"/>
        <pc:sldMkLst>
          <pc:docMk/>
          <pc:sldMk cId="309129499" sldId="350"/>
        </pc:sldMkLst>
        <pc:spChg chg="mod">
          <ac:chgData name="Temirlan Zhaxalykov" userId="S::t.zhaxalykov@kbtu.kz::037320a9-8ef1-4acb-bb74-1ab60141db9d" providerId="AD" clId="Web-{3EFB9259-3195-396A-00BA-20135E16B6E9}" dt="2026-02-08T14:18:51.293" v="28"/>
          <ac:spMkLst>
            <pc:docMk/>
            <pc:sldMk cId="309129499" sldId="350"/>
            <ac:spMk id="2" creationId="{8CF6012A-836D-1D18-C8D4-6F805252C7B6}"/>
          </ac:spMkLst>
        </pc:spChg>
        <pc:spChg chg="mod">
          <ac:chgData name="Temirlan Zhaxalykov" userId="S::t.zhaxalykov@kbtu.kz::037320a9-8ef1-4acb-bb74-1ab60141db9d" providerId="AD" clId="Web-{3EFB9259-3195-396A-00BA-20135E16B6E9}" dt="2026-02-08T14:18:58.309" v="32" actId="20577"/>
          <ac:spMkLst>
            <pc:docMk/>
            <pc:sldMk cId="309129499" sldId="350"/>
            <ac:spMk id="3" creationId="{0284FD2A-D63C-49C4-74AF-4FA462A80821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8:42.730" v="25"/>
          <ac:spMkLst>
            <pc:docMk/>
            <pc:sldMk cId="309129499" sldId="35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8:42.730" v="25"/>
          <ac:spMkLst>
            <pc:docMk/>
            <pc:sldMk cId="309129499" sldId="35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8:42.730" v="25"/>
          <ac:spMkLst>
            <pc:docMk/>
            <pc:sldMk cId="309129499" sldId="35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8:42.730" v="25"/>
          <ac:spMkLst>
            <pc:docMk/>
            <pc:sldMk cId="309129499" sldId="35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3EFB9259-3195-396A-00BA-20135E16B6E9}" dt="2026-02-08T14:18:42.730" v="25"/>
          <ac:spMkLst>
            <pc:docMk/>
            <pc:sldMk cId="309129499" sldId="350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3EFB9259-3195-396A-00BA-20135E16B6E9}" dt="2026-02-08T14:26:41.252" v="40"/>
        <pc:sldMkLst>
          <pc:docMk/>
          <pc:sldMk cId="3006470047" sldId="351"/>
        </pc:sldMkLst>
      </pc:sldChg>
    </pc:docChg>
  </pc:docChgLst>
  <pc:docChgLst>
    <pc:chgData name="Temirlan Zhaxalykov" userId="S::t.zhaxalykov@kbtu.kz::037320a9-8ef1-4acb-bb74-1ab60141db9d" providerId="AD" clId="Web-{4CEA34C8-BFCF-8A6C-536D-0DA65CB0015B}"/>
    <pc:docChg chg="addSld delSld modSld">
      <pc:chgData name="Temirlan Zhaxalykov" userId="S::t.zhaxalykov@kbtu.kz::037320a9-8ef1-4acb-bb74-1ab60141db9d" providerId="AD" clId="Web-{4CEA34C8-BFCF-8A6C-536D-0DA65CB0015B}" dt="2026-02-08T17:24:49.854" v="51"/>
      <pc:docMkLst>
        <pc:docMk/>
      </pc:docMkLst>
      <pc:sldChg chg="modSp">
        <pc:chgData name="Temirlan Zhaxalykov" userId="S::t.zhaxalykov@kbtu.kz::037320a9-8ef1-4acb-bb74-1ab60141db9d" providerId="AD" clId="Web-{4CEA34C8-BFCF-8A6C-536D-0DA65CB0015B}" dt="2026-02-08T16:34:29.997" v="0" actId="20577"/>
        <pc:sldMkLst>
          <pc:docMk/>
          <pc:sldMk cId="558354882" sldId="313"/>
        </pc:sldMkLst>
        <pc:spChg chg="mod">
          <ac:chgData name="Temirlan Zhaxalykov" userId="S::t.zhaxalykov@kbtu.kz::037320a9-8ef1-4acb-bb74-1ab60141db9d" providerId="AD" clId="Web-{4CEA34C8-BFCF-8A6C-536D-0DA65CB0015B}" dt="2026-02-08T16:34:29.997" v="0" actId="20577"/>
          <ac:spMkLst>
            <pc:docMk/>
            <pc:sldMk cId="558354882" sldId="313"/>
            <ac:spMk id="3" creationId="{F6E21213-E183-44AB-A1F8-8D06C69F8E13}"/>
          </ac:spMkLst>
        </pc:spChg>
      </pc:sldChg>
      <pc:sldChg chg="modSp">
        <pc:chgData name="Temirlan Zhaxalykov" userId="S::t.zhaxalykov@kbtu.kz::037320a9-8ef1-4acb-bb74-1ab60141db9d" providerId="AD" clId="Web-{4CEA34C8-BFCF-8A6C-536D-0DA65CB0015B}" dt="2026-02-08T16:34:47.044" v="1" actId="20577"/>
        <pc:sldMkLst>
          <pc:docMk/>
          <pc:sldMk cId="1592572286" sldId="315"/>
        </pc:sldMkLst>
        <pc:spChg chg="mod">
          <ac:chgData name="Temirlan Zhaxalykov" userId="S::t.zhaxalykov@kbtu.kz::037320a9-8ef1-4acb-bb74-1ab60141db9d" providerId="AD" clId="Web-{4CEA34C8-BFCF-8A6C-536D-0DA65CB0015B}" dt="2026-02-08T16:34:47.044" v="1" actId="20577"/>
          <ac:spMkLst>
            <pc:docMk/>
            <pc:sldMk cId="1592572286" sldId="315"/>
            <ac:spMk id="3" creationId="{D7F7B68E-317F-FB5A-9786-289A210E1435}"/>
          </ac:spMkLst>
        </pc:spChg>
      </pc:sldChg>
      <pc:sldChg chg="addSp delSp modSp new mod setBg">
        <pc:chgData name="Temirlan Zhaxalykov" userId="S::t.zhaxalykov@kbtu.kz::037320a9-8ef1-4acb-bb74-1ab60141db9d" providerId="AD" clId="Web-{4CEA34C8-BFCF-8A6C-536D-0DA65CB0015B}" dt="2026-02-08T16:39:09.698" v="10" actId="1076"/>
        <pc:sldMkLst>
          <pc:docMk/>
          <pc:sldMk cId="3549887687" sldId="351"/>
        </pc:sldMkLst>
        <pc:spChg chg="del mod">
          <ac:chgData name="Temirlan Zhaxalykov" userId="S::t.zhaxalykov@kbtu.kz::037320a9-8ef1-4acb-bb74-1ab60141db9d" providerId="AD" clId="Web-{4CEA34C8-BFCF-8A6C-536D-0DA65CB0015B}" dt="2026-02-08T16:38:51.792" v="5"/>
          <ac:spMkLst>
            <pc:docMk/>
            <pc:sldMk cId="3549887687" sldId="351"/>
            <ac:spMk id="2" creationId="{893813A2-59EF-C7EE-1DFF-76746C6AC25C}"/>
          </ac:spMkLst>
        </pc:spChg>
        <pc:spChg chg="del">
          <ac:chgData name="Temirlan Zhaxalykov" userId="S::t.zhaxalykov@kbtu.kz::037320a9-8ef1-4acb-bb74-1ab60141db9d" providerId="AD" clId="Web-{4CEA34C8-BFCF-8A6C-536D-0DA65CB0015B}" dt="2026-02-08T16:38:37.354" v="3"/>
          <ac:spMkLst>
            <pc:docMk/>
            <pc:sldMk cId="3549887687" sldId="351"/>
            <ac:spMk id="3" creationId="{6DCC29E8-C859-D110-4A15-3D5E0CE72327}"/>
          </ac:spMkLst>
        </pc:spChg>
        <pc:spChg chg="add del mod">
          <ac:chgData name="Temirlan Zhaxalykov" userId="S::t.zhaxalykov@kbtu.kz::037320a9-8ef1-4acb-bb74-1ab60141db9d" providerId="AD" clId="Web-{4CEA34C8-BFCF-8A6C-536D-0DA65CB0015B}" dt="2026-02-08T16:38:55.963" v="7"/>
          <ac:spMkLst>
            <pc:docMk/>
            <pc:sldMk cId="3549887687" sldId="351"/>
            <ac:spMk id="8" creationId="{B898C4AF-7079-EF97-AD1F-25EBAC4C1B6B}"/>
          </ac:spMkLst>
        </pc:spChg>
        <pc:spChg chg="add">
          <ac:chgData name="Temirlan Zhaxalykov" userId="S::t.zhaxalykov@kbtu.kz::037320a9-8ef1-4acb-bb74-1ab60141db9d" providerId="AD" clId="Web-{4CEA34C8-BFCF-8A6C-536D-0DA65CB0015B}" dt="2026-02-08T16:38:43.354" v="4"/>
          <ac:spMkLst>
            <pc:docMk/>
            <pc:sldMk cId="3549887687" sldId="351"/>
            <ac:spMk id="11" creationId="{1B15ED52-F352-441B-82BF-E0EA34836D08}"/>
          </ac:spMkLst>
        </pc:spChg>
        <pc:spChg chg="add">
          <ac:chgData name="Temirlan Zhaxalykov" userId="S::t.zhaxalykov@kbtu.kz::037320a9-8ef1-4acb-bb74-1ab60141db9d" providerId="AD" clId="Web-{4CEA34C8-BFCF-8A6C-536D-0DA65CB0015B}" dt="2026-02-08T16:38:43.354" v="4"/>
          <ac:spMkLst>
            <pc:docMk/>
            <pc:sldMk cId="3549887687" sldId="351"/>
            <ac:spMk id="13" creationId="{61707E60-CEC9-4661-AA82-69242EB4BDC3}"/>
          </ac:spMkLst>
        </pc:spChg>
        <pc:spChg chg="add">
          <ac:chgData name="Temirlan Zhaxalykov" userId="S::t.zhaxalykov@kbtu.kz::037320a9-8ef1-4acb-bb74-1ab60141db9d" providerId="AD" clId="Web-{4CEA34C8-BFCF-8A6C-536D-0DA65CB0015B}" dt="2026-02-08T16:38:43.354" v="4"/>
          <ac:spMkLst>
            <pc:docMk/>
            <pc:sldMk cId="3549887687" sldId="351"/>
            <ac:spMk id="15" creationId="{8F035CD8-AE30-4146-96F2-036B0CE5E4F3}"/>
          </ac:spMkLst>
        </pc:spChg>
        <pc:picChg chg="add mod ord">
          <ac:chgData name="Temirlan Zhaxalykov" userId="S::t.zhaxalykov@kbtu.kz::037320a9-8ef1-4acb-bb74-1ab60141db9d" providerId="AD" clId="Web-{4CEA34C8-BFCF-8A6C-536D-0DA65CB0015B}" dt="2026-02-08T16:39:09.698" v="10" actId="1076"/>
          <ac:picMkLst>
            <pc:docMk/>
            <pc:sldMk cId="3549887687" sldId="351"/>
            <ac:picMk id="4" creationId="{CC17C933-3020-CE37-DE4D-BE24E13D9EE5}"/>
          </ac:picMkLst>
        </pc:picChg>
      </pc:sldChg>
      <pc:sldChg chg="addSp delSp modSp new">
        <pc:chgData name="Temirlan Zhaxalykov" userId="S::t.zhaxalykov@kbtu.kz::037320a9-8ef1-4acb-bb74-1ab60141db9d" providerId="AD" clId="Web-{4CEA34C8-BFCF-8A6C-536D-0DA65CB0015B}" dt="2026-02-08T16:56:02.868" v="24" actId="14100"/>
        <pc:sldMkLst>
          <pc:docMk/>
          <pc:sldMk cId="1958906409" sldId="352"/>
        </pc:sldMkLst>
        <pc:spChg chg="del">
          <ac:chgData name="Temirlan Zhaxalykov" userId="S::t.zhaxalykov@kbtu.kz::037320a9-8ef1-4acb-bb74-1ab60141db9d" providerId="AD" clId="Web-{4CEA34C8-BFCF-8A6C-536D-0DA65CB0015B}" dt="2026-02-08T16:55:34.165" v="16"/>
          <ac:spMkLst>
            <pc:docMk/>
            <pc:sldMk cId="1958906409" sldId="352"/>
            <ac:spMk id="2" creationId="{34840C4A-C593-4B41-E310-0B7A4B9D5C8E}"/>
          </ac:spMkLst>
        </pc:spChg>
        <pc:spChg chg="del">
          <ac:chgData name="Temirlan Zhaxalykov" userId="S::t.zhaxalykov@kbtu.kz::037320a9-8ef1-4acb-bb74-1ab60141db9d" providerId="AD" clId="Web-{4CEA34C8-BFCF-8A6C-536D-0DA65CB0015B}" dt="2026-02-08T16:55:28.805" v="14"/>
          <ac:spMkLst>
            <pc:docMk/>
            <pc:sldMk cId="1958906409" sldId="352"/>
            <ac:spMk id="3" creationId="{744BD221-46EA-D462-178E-E36F7EEC1627}"/>
          </ac:spMkLst>
        </pc:spChg>
        <pc:picChg chg="add mod ord">
          <ac:chgData name="Temirlan Zhaxalykov" userId="S::t.zhaxalykov@kbtu.kz::037320a9-8ef1-4acb-bb74-1ab60141db9d" providerId="AD" clId="Web-{4CEA34C8-BFCF-8A6C-536D-0DA65CB0015B}" dt="2026-02-08T16:56:02.868" v="24" actId="14100"/>
          <ac:picMkLst>
            <pc:docMk/>
            <pc:sldMk cId="1958906409" sldId="352"/>
            <ac:picMk id="4" creationId="{53A84FBC-DDDE-4E45-D1C8-54C799AB1E5D}"/>
          </ac:picMkLst>
        </pc:picChg>
      </pc:sldChg>
      <pc:sldChg chg="new del">
        <pc:chgData name="Temirlan Zhaxalykov" userId="S::t.zhaxalykov@kbtu.kz::037320a9-8ef1-4acb-bb74-1ab60141db9d" providerId="AD" clId="Web-{4CEA34C8-BFCF-8A6C-536D-0DA65CB0015B}" dt="2026-02-08T16:51:28.791" v="12"/>
        <pc:sldMkLst>
          <pc:docMk/>
          <pc:sldMk cId="3346705612" sldId="352"/>
        </pc:sldMkLst>
      </pc:sldChg>
      <pc:sldChg chg="addSp delSp modSp new mod setBg">
        <pc:chgData name="Temirlan Zhaxalykov" userId="S::t.zhaxalykov@kbtu.kz::037320a9-8ef1-4acb-bb74-1ab60141db9d" providerId="AD" clId="Web-{4CEA34C8-BFCF-8A6C-536D-0DA65CB0015B}" dt="2026-02-08T17:20:06.074" v="37" actId="14100"/>
        <pc:sldMkLst>
          <pc:docMk/>
          <pc:sldMk cId="150160298" sldId="353"/>
        </pc:sldMkLst>
        <pc:spChg chg="del mod">
          <ac:chgData name="Temirlan Zhaxalykov" userId="S::t.zhaxalykov@kbtu.kz::037320a9-8ef1-4acb-bb74-1ab60141db9d" providerId="AD" clId="Web-{4CEA34C8-BFCF-8A6C-536D-0DA65CB0015B}" dt="2026-02-08T17:19:31.965" v="28"/>
          <ac:spMkLst>
            <pc:docMk/>
            <pc:sldMk cId="150160298" sldId="353"/>
            <ac:spMk id="2" creationId="{E92DFEA3-8C83-84FE-144C-B532D8824B61}"/>
          </ac:spMkLst>
        </pc:spChg>
        <pc:spChg chg="del">
          <ac:chgData name="Temirlan Zhaxalykov" userId="S::t.zhaxalykov@kbtu.kz::037320a9-8ef1-4acb-bb74-1ab60141db9d" providerId="AD" clId="Web-{4CEA34C8-BFCF-8A6C-536D-0DA65CB0015B}" dt="2026-02-08T17:19:22.668" v="26"/>
          <ac:spMkLst>
            <pc:docMk/>
            <pc:sldMk cId="150160298" sldId="353"/>
            <ac:spMk id="3" creationId="{3F4BFBD3-302D-00A9-AECA-F363365BC6B6}"/>
          </ac:spMkLst>
        </pc:spChg>
        <pc:spChg chg="add del">
          <ac:chgData name="Temirlan Zhaxalykov" userId="S::t.zhaxalykov@kbtu.kz::037320a9-8ef1-4acb-bb74-1ab60141db9d" providerId="AD" clId="Web-{4CEA34C8-BFCF-8A6C-536D-0DA65CB0015B}" dt="2026-02-08T17:19:34.543" v="29"/>
          <ac:spMkLst>
            <pc:docMk/>
            <pc:sldMk cId="150160298" sldId="353"/>
            <ac:spMk id="8" creationId="{A584DBAE-F0EA-A25A-20F5-FB4F60744E37}"/>
          </ac:spMkLst>
        </pc:spChg>
        <pc:spChg chg="add">
          <ac:chgData name="Temirlan Zhaxalykov" userId="S::t.zhaxalykov@kbtu.kz::037320a9-8ef1-4acb-bb74-1ab60141db9d" providerId="AD" clId="Web-{4CEA34C8-BFCF-8A6C-536D-0DA65CB0015B}" dt="2026-02-08T17:19:27.496" v="27"/>
          <ac:spMkLst>
            <pc:docMk/>
            <pc:sldMk cId="150160298" sldId="353"/>
            <ac:spMk id="11" creationId="{979E27D9-03C7-44E2-9FF8-15D0C8506AF7}"/>
          </ac:spMkLst>
        </pc:spChg>
        <pc:spChg chg="add">
          <ac:chgData name="Temirlan Zhaxalykov" userId="S::t.zhaxalykov@kbtu.kz::037320a9-8ef1-4acb-bb74-1ab60141db9d" providerId="AD" clId="Web-{4CEA34C8-BFCF-8A6C-536D-0DA65CB0015B}" dt="2026-02-08T17:19:27.496" v="27"/>
          <ac:spMkLst>
            <pc:docMk/>
            <pc:sldMk cId="150160298" sldId="353"/>
            <ac:spMk id="13" creationId="{EEBF1590-3B36-48EE-A89D-3B6F3CB256AB}"/>
          </ac:spMkLst>
        </pc:spChg>
        <pc:spChg chg="add">
          <ac:chgData name="Temirlan Zhaxalykov" userId="S::t.zhaxalykov@kbtu.kz::037320a9-8ef1-4acb-bb74-1ab60141db9d" providerId="AD" clId="Web-{4CEA34C8-BFCF-8A6C-536D-0DA65CB0015B}" dt="2026-02-08T17:19:27.496" v="27"/>
          <ac:spMkLst>
            <pc:docMk/>
            <pc:sldMk cId="150160298" sldId="353"/>
            <ac:spMk id="15" creationId="{AC8F6C8C-AB5A-4548-942D-E3FD40ACBC49}"/>
          </ac:spMkLst>
        </pc:spChg>
        <pc:picChg chg="add mod ord">
          <ac:chgData name="Temirlan Zhaxalykov" userId="S::t.zhaxalykov@kbtu.kz::037320a9-8ef1-4acb-bb74-1ab60141db9d" providerId="AD" clId="Web-{4CEA34C8-BFCF-8A6C-536D-0DA65CB0015B}" dt="2026-02-08T17:20:06.074" v="37" actId="14100"/>
          <ac:picMkLst>
            <pc:docMk/>
            <pc:sldMk cId="150160298" sldId="353"/>
            <ac:picMk id="4" creationId="{A2D9525A-CBD4-BDE4-CC3E-9D6D44BDDDA0}"/>
          </ac:picMkLst>
        </pc:picChg>
      </pc:sldChg>
      <pc:sldChg chg="addSp delSp modSp new mod setBg">
        <pc:chgData name="Temirlan Zhaxalykov" userId="S::t.zhaxalykov@kbtu.kz::037320a9-8ef1-4acb-bb74-1ab60141db9d" providerId="AD" clId="Web-{4CEA34C8-BFCF-8A6C-536D-0DA65CB0015B}" dt="2026-02-08T17:22:03.355" v="48" actId="1076"/>
        <pc:sldMkLst>
          <pc:docMk/>
          <pc:sldMk cId="3102922915" sldId="354"/>
        </pc:sldMkLst>
        <pc:spChg chg="del mod">
          <ac:chgData name="Temirlan Zhaxalykov" userId="S::t.zhaxalykov@kbtu.kz::037320a9-8ef1-4acb-bb74-1ab60141db9d" providerId="AD" clId="Web-{4CEA34C8-BFCF-8A6C-536D-0DA65CB0015B}" dt="2026-02-08T17:21:27.058" v="41"/>
          <ac:spMkLst>
            <pc:docMk/>
            <pc:sldMk cId="3102922915" sldId="354"/>
            <ac:spMk id="2" creationId="{B84746FF-B3FA-3BC9-F7F3-02B8C58B7076}"/>
          </ac:spMkLst>
        </pc:spChg>
        <pc:spChg chg="del">
          <ac:chgData name="Temirlan Zhaxalykov" userId="S::t.zhaxalykov@kbtu.kz::037320a9-8ef1-4acb-bb74-1ab60141db9d" providerId="AD" clId="Web-{4CEA34C8-BFCF-8A6C-536D-0DA65CB0015B}" dt="2026-02-08T17:21:20.058" v="39"/>
          <ac:spMkLst>
            <pc:docMk/>
            <pc:sldMk cId="3102922915" sldId="354"/>
            <ac:spMk id="3" creationId="{3C85DC16-2EE9-1940-77C2-30275E83C16D}"/>
          </ac:spMkLst>
        </pc:spChg>
        <pc:spChg chg="add del">
          <ac:chgData name="Temirlan Zhaxalykov" userId="S::t.zhaxalykov@kbtu.kz::037320a9-8ef1-4acb-bb74-1ab60141db9d" providerId="AD" clId="Web-{4CEA34C8-BFCF-8A6C-536D-0DA65CB0015B}" dt="2026-02-08T17:21:29.074" v="42"/>
          <ac:spMkLst>
            <pc:docMk/>
            <pc:sldMk cId="3102922915" sldId="354"/>
            <ac:spMk id="8" creationId="{61486E17-81BA-562D-9C93-C8C6AAECC4E4}"/>
          </ac:spMkLst>
        </pc:spChg>
        <pc:spChg chg="add">
          <ac:chgData name="Temirlan Zhaxalykov" userId="S::t.zhaxalykov@kbtu.kz::037320a9-8ef1-4acb-bb74-1ab60141db9d" providerId="AD" clId="Web-{4CEA34C8-BFCF-8A6C-536D-0DA65CB0015B}" dt="2026-02-08T17:21:23.324" v="40"/>
          <ac:spMkLst>
            <pc:docMk/>
            <pc:sldMk cId="3102922915" sldId="354"/>
            <ac:spMk id="11" creationId="{979E27D9-03C7-44E2-9FF8-15D0C8506AF7}"/>
          </ac:spMkLst>
        </pc:spChg>
        <pc:spChg chg="add">
          <ac:chgData name="Temirlan Zhaxalykov" userId="S::t.zhaxalykov@kbtu.kz::037320a9-8ef1-4acb-bb74-1ab60141db9d" providerId="AD" clId="Web-{4CEA34C8-BFCF-8A6C-536D-0DA65CB0015B}" dt="2026-02-08T17:21:23.324" v="40"/>
          <ac:spMkLst>
            <pc:docMk/>
            <pc:sldMk cId="3102922915" sldId="354"/>
            <ac:spMk id="13" creationId="{EEBF1590-3B36-48EE-A89D-3B6F3CB256AB}"/>
          </ac:spMkLst>
        </pc:spChg>
        <pc:spChg chg="add">
          <ac:chgData name="Temirlan Zhaxalykov" userId="S::t.zhaxalykov@kbtu.kz::037320a9-8ef1-4acb-bb74-1ab60141db9d" providerId="AD" clId="Web-{4CEA34C8-BFCF-8A6C-536D-0DA65CB0015B}" dt="2026-02-08T17:21:23.324" v="40"/>
          <ac:spMkLst>
            <pc:docMk/>
            <pc:sldMk cId="3102922915" sldId="354"/>
            <ac:spMk id="15" creationId="{AC8F6C8C-AB5A-4548-942D-E3FD40ACBC49}"/>
          </ac:spMkLst>
        </pc:spChg>
        <pc:picChg chg="add mod ord">
          <ac:chgData name="Temirlan Zhaxalykov" userId="S::t.zhaxalykov@kbtu.kz::037320a9-8ef1-4acb-bb74-1ab60141db9d" providerId="AD" clId="Web-{4CEA34C8-BFCF-8A6C-536D-0DA65CB0015B}" dt="2026-02-08T17:22:03.355" v="48" actId="1076"/>
          <ac:picMkLst>
            <pc:docMk/>
            <pc:sldMk cId="3102922915" sldId="354"/>
            <ac:picMk id="4" creationId="{3834734A-D990-00E6-088B-6AE6FFFEBAB3}"/>
          </ac:picMkLst>
        </pc:picChg>
      </pc:sldChg>
      <pc:sldChg chg="new del">
        <pc:chgData name="Temirlan Zhaxalykov" userId="S::t.zhaxalykov@kbtu.kz::037320a9-8ef1-4acb-bb74-1ab60141db9d" providerId="AD" clId="Web-{4CEA34C8-BFCF-8A6C-536D-0DA65CB0015B}" dt="2026-02-08T17:24:49.854" v="51"/>
        <pc:sldMkLst>
          <pc:docMk/>
          <pc:sldMk cId="407097515" sldId="355"/>
        </pc:sldMkLst>
      </pc:sldChg>
      <pc:sldChg chg="add replId">
        <pc:chgData name="Temirlan Zhaxalykov" userId="S::t.zhaxalykov@kbtu.kz::037320a9-8ef1-4acb-bb74-1ab60141db9d" providerId="AD" clId="Web-{4CEA34C8-BFCF-8A6C-536D-0DA65CB0015B}" dt="2026-02-08T17:24:46.807" v="50"/>
        <pc:sldMkLst>
          <pc:docMk/>
          <pc:sldMk cId="2453939376" sldId="356"/>
        </pc:sldMkLst>
      </pc:sldChg>
    </pc:docChg>
  </pc:docChgLst>
  <pc:docChgLst>
    <pc:chgData name="Aray Dalishova" userId="S::a_dalishova@kbtu.kz::633c74c5-ef29-4c23-bd62-d0afc966e09e" providerId="AD" clId="Web-{F130196C-A165-045D-853C-D490DAEB77EA}"/>
    <pc:docChg chg="modSld">
      <pc:chgData name="Aray Dalishova" userId="S::a_dalishova@kbtu.kz::633c74c5-ef29-4c23-bd62-d0afc966e09e" providerId="AD" clId="Web-{F130196C-A165-045D-853C-D490DAEB77EA}" dt="2026-02-09T15:26:09.397" v="5" actId="20577"/>
      <pc:docMkLst>
        <pc:docMk/>
      </pc:docMkLst>
      <pc:sldChg chg="modSp">
        <pc:chgData name="Aray Dalishova" userId="S::a_dalishova@kbtu.kz::633c74c5-ef29-4c23-bd62-d0afc966e09e" providerId="AD" clId="Web-{F130196C-A165-045D-853C-D490DAEB77EA}" dt="2026-02-09T15:26:09.397" v="5" actId="20577"/>
        <pc:sldMkLst>
          <pc:docMk/>
          <pc:sldMk cId="2258225030" sldId="304"/>
        </pc:sldMkLst>
        <pc:spChg chg="mod">
          <ac:chgData name="Aray Dalishova" userId="S::a_dalishova@kbtu.kz::633c74c5-ef29-4c23-bd62-d0afc966e09e" providerId="AD" clId="Web-{F130196C-A165-045D-853C-D490DAEB77EA}" dt="2026-02-09T15:26:09.397" v="5" actId="20577"/>
          <ac:spMkLst>
            <pc:docMk/>
            <pc:sldMk cId="2258225030" sldId="304"/>
            <ac:spMk id="3" creationId="{205483B9-3671-AF91-95FF-FAED005CDD0C}"/>
          </ac:spMkLst>
        </pc:spChg>
      </pc:sldChg>
      <pc:sldChg chg="modSp">
        <pc:chgData name="Aray Dalishova" userId="S::a_dalishova@kbtu.kz::633c74c5-ef29-4c23-bd62-d0afc966e09e" providerId="AD" clId="Web-{F130196C-A165-045D-853C-D490DAEB77EA}" dt="2026-02-09T15:21:40.678" v="3" actId="14100"/>
        <pc:sldMkLst>
          <pc:docMk/>
          <pc:sldMk cId="2252904681" sldId="308"/>
        </pc:sldMkLst>
        <pc:spChg chg="mod">
          <ac:chgData name="Aray Dalishova" userId="S::a_dalishova@kbtu.kz::633c74c5-ef29-4c23-bd62-d0afc966e09e" providerId="AD" clId="Web-{F130196C-A165-045D-853C-D490DAEB77EA}" dt="2026-02-09T15:21:40.131" v="2" actId="14100"/>
          <ac:spMkLst>
            <pc:docMk/>
            <pc:sldMk cId="2252904681" sldId="308"/>
            <ac:spMk id="2" creationId="{0193CAFF-C016-BBD3-CA93-1FD7427005CB}"/>
          </ac:spMkLst>
        </pc:spChg>
        <pc:spChg chg="mod">
          <ac:chgData name="Aray Dalishova" userId="S::a_dalishova@kbtu.kz::633c74c5-ef29-4c23-bd62-d0afc966e09e" providerId="AD" clId="Web-{F130196C-A165-045D-853C-D490DAEB77EA}" dt="2026-02-09T15:21:40.678" v="3" actId="14100"/>
          <ac:spMkLst>
            <pc:docMk/>
            <pc:sldMk cId="2252904681" sldId="308"/>
            <ac:spMk id="3" creationId="{2555316F-4322-8381-4FD1-BCC329CE85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VV_bUxxiZ8?feature=oembe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1_rlPcp1os?feature=oembed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eIpq-C-GSA?feature=oembed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zMIjWFYQl0?feature=oembed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ru-RU" sz="4800" b="1" err="1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lang="ru-RU" sz="4800" b="1" dirty="0">
                <a:solidFill>
                  <a:srgbClr val="FFFFFF"/>
                </a:solidFill>
                <a:latin typeface="Times New Roman"/>
                <a:cs typeface="Times New Roman"/>
              </a:rPr>
              <a:t> 4. Stream </a:t>
            </a:r>
            <a:r>
              <a:rPr lang="ru-RU" sz="4800" b="1" err="1">
                <a:solidFill>
                  <a:srgbClr val="FFFFFF"/>
                </a:solidFill>
                <a:latin typeface="Times New Roman"/>
                <a:cs typeface="Times New Roman"/>
              </a:rPr>
              <a:t>Ciphers</a:t>
            </a:r>
            <a:r>
              <a:rPr lang="ru-RU" sz="4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800" b="1" err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ru-RU" sz="4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800" b="1" err="1">
                <a:solidFill>
                  <a:srgbClr val="FFFFFF"/>
                </a:solidFill>
                <a:latin typeface="Times New Roman"/>
                <a:cs typeface="Times New Roman"/>
              </a:rPr>
              <a:t>Authenticated</a:t>
            </a:r>
            <a:r>
              <a:rPr lang="ru-RU" sz="48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800" b="1" err="1">
                <a:solidFill>
                  <a:srgbClr val="FFFFFF"/>
                </a:solidFill>
                <a:latin typeface="Times New Roman"/>
                <a:cs typeface="Times New Roman"/>
              </a:rPr>
              <a:t>Encryption</a:t>
            </a:r>
            <a:endParaRPr lang="ru-RU" sz="48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ru-RU" dirty="0">
                <a:latin typeface="Times New Roman"/>
                <a:cs typeface="Times New Roman"/>
              </a:rPr>
              <a:t>CSE 1204 </a:t>
            </a:r>
            <a:r>
              <a:rPr lang="ru-RU" err="1">
                <a:latin typeface="Times New Roman"/>
                <a:cs typeface="Times New Roman"/>
              </a:rPr>
              <a:t>Applied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err="1">
                <a:latin typeface="Times New Roman"/>
                <a:cs typeface="Times New Roman"/>
              </a:rPr>
              <a:t>Cryptography</a:t>
            </a:r>
            <a:endParaRPr lang="ru-RU" dirty="0">
              <a:latin typeface="Times New Roman"/>
              <a:cs typeface="Times New Roman"/>
            </a:endParaRPr>
          </a:p>
          <a:p>
            <a:pPr algn="l"/>
            <a:r>
              <a:rPr lang="ru-RU" err="1">
                <a:latin typeface="Times New Roman"/>
                <a:cs typeface="Times New Roman"/>
              </a:rPr>
              <a:t>Lectures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err="1">
                <a:latin typeface="Times New Roman"/>
                <a:cs typeface="Times New Roman"/>
              </a:rPr>
              <a:t>by</a:t>
            </a:r>
            <a:r>
              <a:rPr lang="ru-RU" dirty="0">
                <a:latin typeface="Times New Roman"/>
                <a:cs typeface="Times New Roman"/>
              </a:rPr>
              <a:t> </a:t>
            </a:r>
            <a:r>
              <a:rPr lang="ru-RU" err="1">
                <a:latin typeface="Times New Roman"/>
                <a:cs typeface="Times New Roman"/>
              </a:rPr>
              <a:t>Zhaxalykov</a:t>
            </a:r>
            <a:r>
              <a:rPr lang="ru-RU" dirty="0">
                <a:latin typeface="Times New Roman"/>
                <a:cs typeface="Times New Roman"/>
              </a:rPr>
              <a:t> T.M.</a:t>
            </a:r>
          </a:p>
        </p:txBody>
      </p:sp>
    </p:spTree>
    <p:extLst>
      <p:ext uri="{BB962C8B-B14F-4D97-AF65-F5344CB8AC3E}">
        <p14:creationId xmlns:p14="http://schemas.microsoft.com/office/powerpoint/2010/main" val="3639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F879C-F49F-C221-47C2-B400A0A4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Agenda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685C0E-B3AE-4024-E3E2-A44731C15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Stream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Ciphers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Message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Codes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The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Need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Authenticated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Combining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Authenticated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Associated Data (AEAD)</a:t>
            </a:r>
          </a:p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Modern AEAD </a:t>
            </a:r>
            <a:r>
              <a:rPr lang="ru-RU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Constructions</a:t>
            </a:r>
          </a:p>
          <a:p>
            <a:endParaRPr lang="ru-RU" sz="20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375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A3F0F-F512-FAD3-0F11-484A0DE0D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E1180E-3A20-BAC1-9244-2EF7A9ACC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458884-1B67-98FF-B127-C8DECA5A6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AA705-9E72-BF37-6904-F3EE3423F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4A72F2-120F-419D-DE4A-E6947C1D8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F89991-8DF3-3484-F545-9880A3C2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240356-BB65-D964-4F96-EBBB2B278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013E0-4625-6595-621A-8337C649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1.Stream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Ciphers</a:t>
            </a:r>
            <a:endParaRPr lang="ru-RU" sz="40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2AB943-ECE5-60CB-2159-90A545231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1.1 Definition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Principles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1.2 The One-Time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Pad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Perfect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Security</a:t>
            </a:r>
          </a:p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1.3 RC4: A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Cautionary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Tale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1.4 ChaCha20: Modern Stream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Cipher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Design</a:t>
            </a:r>
          </a:p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1.5 Stream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Ciphers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vs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. Block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Cipher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CTR Mode</a:t>
            </a:r>
          </a:p>
        </p:txBody>
      </p:sp>
    </p:spTree>
    <p:extLst>
      <p:ext uri="{BB962C8B-B14F-4D97-AF65-F5344CB8AC3E}">
        <p14:creationId xmlns:p14="http://schemas.microsoft.com/office/powerpoint/2010/main" val="166757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E1BC8-D893-1FAD-F6BC-0A776B9E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 Stream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Ciphers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D131E6-DE5F-98CB-EA71-371D9491E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While block ciphers operate on fixed-size blocks, stream ciphers encrypt data bit-by-bit or byte-by-byte, making them ideal for streaming applications and situations where data length is unknown in advance.</a:t>
            </a:r>
          </a:p>
        </p:txBody>
      </p:sp>
    </p:spTree>
    <p:extLst>
      <p:ext uri="{BB962C8B-B14F-4D97-AF65-F5344CB8AC3E}">
        <p14:creationId xmlns:p14="http://schemas.microsoft.com/office/powerpoint/2010/main" val="192253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75589-E6E4-F4FC-FCBC-5478234A3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1.1 Definition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Principles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9515B8-984A-30C7-BF61-B405AB1F0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Definition 1.1 (Stream Cipher):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A stream cipher is a symmetric encryption algorithm that generates a pseudorandom keystream from a secret key and (typically) an initialization vector (IV) or nonce. The plaintext is encrypted by combining it with the keystream, usually through XOR operation: Cᵢ = Pᵢ ⊕ Kᵢ, where Kᵢ is the </a:t>
            </a:r>
            <a:r>
              <a:rPr lang="en-US" sz="2000" err="1">
                <a:highlight>
                  <a:srgbClr val="FFFFFF"/>
                </a:highlight>
                <a:latin typeface="Times New Roman"/>
                <a:cs typeface="Times New Roman"/>
              </a:rPr>
              <a:t>i-th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keystream bit/byte.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2374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65CAFA-E898-7CBB-B433-12DECBAAE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1.1 Definition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Principles</a:t>
            </a:r>
            <a:endParaRPr lang="ru-RU" sz="40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F5FDB4-7402-AEDC-964D-0F88CBFAD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Key Properties:</a:t>
            </a:r>
            <a:endParaRPr lang="ru-RU" dirty="0"/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Arbitrary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Length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Can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messages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length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without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padding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Efficiency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Often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faster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than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block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software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implementations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.(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Less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operation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bit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/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byte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State-Based: Maintain internal state that evolves as keystream is generated.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Synchronous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vs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Self-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Synchronizing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Most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modern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synchronous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depends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only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IV,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plaintext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/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).</a:t>
            </a:r>
            <a:endParaRPr lang="ru-RU" sz="2000" dirty="0"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280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3174B-253A-0E9D-2D68-97B51BBD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1.2 The One-Time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Pad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: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Perfect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Security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9B55A4-3548-3693-9272-C44399F23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The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theoretical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foundation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one-time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pad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(OTP),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proven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Claude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Shannon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provide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perfect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secrecy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Theorem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1.1 (</a:t>
            </a:r>
            <a:r>
              <a:rPr lang="ru-RU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Shannon's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Perfect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Secrecy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): 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The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one-time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pad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where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plaintext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XORed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truly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random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equal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length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used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only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once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provides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information-theoretic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However, OTP is impractical: it requires keys as long as messages and keys cannot be reused. Stream ciphers approximate OTP by using a pseudorandom keystream generator seeded with a short key.</a:t>
            </a:r>
            <a:endParaRPr lang="ru-RU" sz="2000" dirty="0"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22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Animated Explanation of the one-time pad">
            <a:hlinkClick r:id="" action="ppaction://noaction"/>
            <a:extLst>
              <a:ext uri="{FF2B5EF4-FFF2-40B4-BE49-F238E27FC236}">
                <a16:creationId xmlns:a16="http://schemas.microsoft.com/office/drawing/2014/main" id="{6E50D394-1E7D-411E-1835-3420B0F2B3F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54" y="1120"/>
            <a:ext cx="12176370" cy="685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1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EBBEF-94B5-FBB1-3A4D-B9BC6B11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1.3 RC4: A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Cautionary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Tale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45BA65-684E-4A6B-6A48-52BEC075F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/>
                <a:cs typeface="Times New Roman"/>
              </a:rPr>
              <a:t>RC4 (</a:t>
            </a:r>
            <a:r>
              <a:rPr lang="ru-RU" sz="2000" dirty="0" err="1">
                <a:latin typeface="Times New Roman"/>
                <a:cs typeface="Times New Roman"/>
              </a:rPr>
              <a:t>Rivest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Cipher</a:t>
            </a:r>
            <a:r>
              <a:rPr lang="ru-RU" sz="2000" dirty="0">
                <a:latin typeface="Times New Roman"/>
                <a:cs typeface="Times New Roman"/>
              </a:rPr>
              <a:t> 4), </a:t>
            </a:r>
            <a:r>
              <a:rPr lang="ru-RU" sz="2000" dirty="0" err="1">
                <a:latin typeface="Times New Roman"/>
                <a:cs typeface="Times New Roman"/>
              </a:rPr>
              <a:t>designed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by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Ron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Rivest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in</a:t>
            </a:r>
            <a:r>
              <a:rPr lang="ru-RU" sz="2000" dirty="0">
                <a:latin typeface="Times New Roman"/>
                <a:cs typeface="Times New Roman"/>
              </a:rPr>
              <a:t> 1987, </a:t>
            </a:r>
            <a:r>
              <a:rPr lang="ru-RU" sz="2000" dirty="0" err="1">
                <a:latin typeface="Times New Roman"/>
                <a:cs typeface="Times New Roman"/>
              </a:rPr>
              <a:t>was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one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of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the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most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widely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deployed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stream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ciphers</a:t>
            </a:r>
            <a:r>
              <a:rPr lang="ru-RU" sz="2000" dirty="0">
                <a:latin typeface="Times New Roman"/>
                <a:cs typeface="Times New Roman"/>
              </a:rPr>
              <a:t>, </a:t>
            </a:r>
            <a:r>
              <a:rPr lang="ru-RU" sz="2000" dirty="0" err="1">
                <a:latin typeface="Times New Roman"/>
                <a:cs typeface="Times New Roman"/>
              </a:rPr>
              <a:t>used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in</a:t>
            </a:r>
            <a:r>
              <a:rPr lang="ru-RU" sz="2000" dirty="0">
                <a:latin typeface="Times New Roman"/>
                <a:cs typeface="Times New Roman"/>
              </a:rPr>
              <a:t> SSL/TLS </a:t>
            </a:r>
            <a:r>
              <a:rPr lang="ru-RU" sz="2000" dirty="0" err="1">
                <a:latin typeface="Times New Roman"/>
                <a:cs typeface="Times New Roman"/>
              </a:rPr>
              <a:t>and</a:t>
            </a:r>
            <a:r>
              <a:rPr lang="ru-RU" sz="2000" dirty="0">
                <a:latin typeface="Times New Roman"/>
                <a:cs typeface="Times New Roman"/>
              </a:rPr>
              <a:t> WEP </a:t>
            </a:r>
            <a:r>
              <a:rPr lang="ru-RU" sz="2000" dirty="0" err="1">
                <a:latin typeface="Times New Roman"/>
                <a:cs typeface="Times New Roman"/>
              </a:rPr>
              <a:t>wireless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security</a:t>
            </a:r>
            <a:r>
              <a:rPr lang="ru-RU" sz="2000" dirty="0">
                <a:latin typeface="Times New Roman"/>
                <a:cs typeface="Times New Roman"/>
              </a:rPr>
              <a:t>. </a:t>
            </a:r>
            <a:r>
              <a:rPr lang="ru-RU" sz="2000" dirty="0" err="1">
                <a:latin typeface="Times New Roman"/>
                <a:cs typeface="Times New Roman"/>
              </a:rPr>
              <a:t>Its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history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illustrates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the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importance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of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rigorous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dirty="0" err="1">
                <a:latin typeface="Times New Roman"/>
                <a:cs typeface="Times New Roman"/>
              </a:rPr>
              <a:t>cryptanalysis</a:t>
            </a:r>
            <a:r>
              <a:rPr lang="ru-RU" sz="2000" dirty="0">
                <a:latin typeface="Times New Roman"/>
                <a:cs typeface="Times New Roman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0313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DE040-110A-84D1-A160-75FE0031A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1.3 RC4: A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Cautionary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Tale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1C47C2-FEF7-0843-B340-8DAB365D8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Algorithm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Overview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  <a:endParaRPr lang="ru-RU" dirty="0"/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RC4 maintains a permutation of 256 bytes (state array S) and two indices (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, j). Key scheduling initializes S based on the key. Keystream generation involves: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Increment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: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= (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+ 1) mod 256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Update j: j = (j + S[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]) mod 256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Swap: S[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] ↔ S[j]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Output: K = S[(S[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] + S[j]) mod 256]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9398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RC4 Encryption Algorithm - GeeksforGeeks">
            <a:extLst>
              <a:ext uri="{FF2B5EF4-FFF2-40B4-BE49-F238E27FC236}">
                <a16:creationId xmlns:a16="http://schemas.microsoft.com/office/drawing/2014/main" id="{CC17C933-3020-CE37-DE4D-BE24E13D9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226" y="547234"/>
            <a:ext cx="4486536" cy="514795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87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D21B8-2DC5-6783-369A-596F3237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1.3 RC4: A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Cautionary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Tale</a:t>
            </a:r>
            <a:endParaRPr lang="ru-RU" sz="40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5483B9-3671-AF91-95FF-FAED005CD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102" y="1750979"/>
            <a:ext cx="11732645" cy="4912468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Vulnerabilities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Discovered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  <a:endParaRPr lang="ru-RU" sz="2000" dirty="0">
              <a:latin typeface="Times New Roman"/>
              <a:cs typeface="Times New Roman"/>
            </a:endParaRP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Weak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Certain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produce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biased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Initial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Bias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First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bytes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uniformly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random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;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best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practice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discard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first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256-3072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bytes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Related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-Key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Attacks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When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IV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concatenated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WEP),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related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produce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correlated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Statistical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Biases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Long-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term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biases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enable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distinguishing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attacks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plaintext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recovery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protocols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like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WEP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TLS.</a:t>
            </a: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Practical Attacks: The BEAST and RC4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NoMore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attacks broke TLS when using RC4.</a:t>
            </a:r>
          </a:p>
          <a:p>
            <a:endParaRPr lang="en-US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Arial"/>
              </a:rPr>
              <a:t>Status: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Arial"/>
              </a:rPr>
              <a:t>RC4 is deprecated and must not be used in new systems. IETF prohibited RC4 in TLS (RFC 7465, 2015).</a:t>
            </a:r>
          </a:p>
          <a:p>
            <a:pPr marL="0" indent="0">
              <a:buNone/>
            </a:pPr>
            <a:r>
              <a:rPr lang="ru-RU" sz="2000" dirty="0">
                <a:latin typeface="Times New Roman"/>
                <a:cs typeface="Arial"/>
              </a:rPr>
              <a:t>Обнаружены уязвимости:</a:t>
            </a:r>
          </a:p>
          <a:p>
            <a:pPr marL="0" indent="0">
              <a:buNone/>
            </a:pPr>
            <a:r>
              <a:rPr lang="ru-RU" sz="2000" dirty="0">
                <a:latin typeface="Times New Roman"/>
                <a:cs typeface="Arial"/>
              </a:rPr>
              <a:t>Слабые ключи: некоторые ключи приводят к смещению потоков ключей.</a:t>
            </a:r>
          </a:p>
          <a:p>
            <a:pPr marL="0" indent="0">
              <a:buNone/>
            </a:pPr>
            <a:r>
              <a:rPr lang="ru-RU" sz="2000" dirty="0">
                <a:latin typeface="Times New Roman"/>
                <a:cs typeface="Arial"/>
              </a:rPr>
              <a:t>Смещение начального потока ключей: первые байты потока ключей не являются равномерно случайными; рекомендуется отбрасывать первые 256-3072 байта.</a:t>
            </a:r>
          </a:p>
          <a:p>
            <a:pPr marL="0" indent="0">
              <a:buNone/>
            </a:pPr>
            <a:r>
              <a:rPr lang="ru-RU" sz="2000" dirty="0">
                <a:latin typeface="Times New Roman"/>
                <a:cs typeface="Arial"/>
              </a:rPr>
              <a:t>Атаки с использованием связанных ключей: Когда IV и </a:t>
            </a:r>
            <a:r>
              <a:rPr lang="ru-RU" sz="2000" dirty="0" err="1">
                <a:latin typeface="Times New Roman"/>
                <a:cs typeface="Arial"/>
              </a:rPr>
              <a:t>key</a:t>
            </a:r>
            <a:r>
              <a:rPr lang="ru-RU" sz="2000" dirty="0">
                <a:latin typeface="Times New Roman"/>
                <a:cs typeface="Arial"/>
              </a:rPr>
              <a:t> объединяются (как в WEP), связанные ключи создают коррелированные потоки ключей.</a:t>
            </a:r>
          </a:p>
          <a:p>
            <a:pPr marL="0" indent="0">
              <a:buNone/>
            </a:pPr>
            <a:r>
              <a:rPr lang="ru-RU" sz="2000" dirty="0">
                <a:latin typeface="Times New Roman"/>
                <a:cs typeface="Arial"/>
              </a:rPr>
              <a:t>Статистические погрешности: Долгосрочные погрешности в потоке ключей позволяют распознавать атаки и восстанавливать открытый текст в таких протоколах, как WEP и TLS.</a:t>
            </a:r>
          </a:p>
          <a:p>
            <a:pPr marL="0" indent="0">
              <a:buNone/>
            </a:pPr>
            <a:r>
              <a:rPr lang="ru-RU" sz="2000" dirty="0">
                <a:latin typeface="Times New Roman"/>
                <a:cs typeface="Arial"/>
              </a:rPr>
              <a:t>Практические атаки: Атаки BEAST и RC4 </a:t>
            </a:r>
            <a:r>
              <a:rPr lang="ru-RU" sz="2000" dirty="0" err="1">
                <a:latin typeface="Times New Roman"/>
                <a:cs typeface="Arial"/>
              </a:rPr>
              <a:t>NoMore</a:t>
            </a:r>
            <a:r>
              <a:rPr lang="ru-RU" sz="2000" dirty="0">
                <a:latin typeface="Times New Roman"/>
                <a:cs typeface="Arial"/>
              </a:rPr>
              <a:t> нарушали протокол TLS при использовании RC4.</a:t>
            </a:r>
          </a:p>
          <a:p>
            <a:pPr marL="0" indent="0">
              <a:buNone/>
            </a:pPr>
            <a:endParaRPr lang="ru-RU" sz="2000" dirty="0">
              <a:latin typeface="Times New Roman"/>
              <a:cs typeface="Arial"/>
            </a:endParaRPr>
          </a:p>
          <a:p>
            <a:pPr marL="0" indent="0">
              <a:buNone/>
            </a:pPr>
            <a:r>
              <a:rPr lang="ru-RU" sz="2000" dirty="0">
                <a:latin typeface="Times New Roman"/>
                <a:cs typeface="Arial"/>
              </a:rPr>
              <a:t>Статус: RC4 устарел и не должен использоваться в новых системах. IETF запретил использование RC4 в TLS (RFC 7465, 2015).</a:t>
            </a:r>
            <a:endParaRPr lang="en-US" sz="20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8225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RC4 ALGORITHM">
            <a:hlinkClick r:id="" action="ppaction://noaction"/>
            <a:extLst>
              <a:ext uri="{FF2B5EF4-FFF2-40B4-BE49-F238E27FC236}">
                <a16:creationId xmlns:a16="http://schemas.microsoft.com/office/drawing/2014/main" id="{DC2D8C89-83EF-803C-F171-596DBFDC192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56" y="1121"/>
            <a:ext cx="12187102" cy="68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1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FF5E1-061F-A117-8F9F-BE4C0B59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0DF539-5EE9-5C59-72EA-DAD894D67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AE9C14-0B7F-ED78-6780-CC6015157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519A0B-16D3-73C4-DFB8-E982F4679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31A559-AF2E-A926-4A65-3CBDD9D71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9270DF-681E-2DFA-146E-B42660E5A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3CAFF-C016-BBD3-CA93-1FD742700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19918"/>
            <a:ext cx="9895951" cy="80828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Times New Roman"/>
                <a:cs typeface="Times New Roman"/>
              </a:rPr>
              <a:t>1.4 ChaCha20: Modern Stream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Cipher</a:t>
            </a:r>
            <a:r>
              <a:rPr lang="ru-RU" sz="4000" b="1" dirty="0">
                <a:solidFill>
                  <a:schemeClr val="bg1"/>
                </a:solidFill>
                <a:latin typeface="Times New Roman"/>
                <a:cs typeface="Times New Roman"/>
              </a:rPr>
              <a:t> Design</a:t>
            </a:r>
            <a:endParaRPr lang="ru-RU" sz="40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ru-RU" sz="4000" b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55316F-4322-8381-4FD1-BCC329CE8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078" y="2618704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ChaCha20,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designed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Daniel J.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Bernstein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 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represents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 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modern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cipher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design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principles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simplicity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high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performance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software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strong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guarantees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extensive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analysis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en-US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Design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Philosophy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  <a:endParaRPr lang="en-US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Simple Operations: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Uses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only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addition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mod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2³²), XOR,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rotation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—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no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S-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boxes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lookup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tables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en-US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ARX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Structure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Addition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-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Rotation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-XOR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operations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provide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strong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diffusion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timing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attacks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en-US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</a:pP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Constant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-Time: No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secret-dependent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branches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memory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accesses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immune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cache-timing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attacks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pPr>
              <a:buFont typeface="Arial"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High Performance: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Achieves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3-4 GB/s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modern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CPUs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competitive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AES-NI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hardware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acceleration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en-US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52904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5A27-CC56-1C89-B0AF-EF90370C3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740" y="670172"/>
            <a:ext cx="9895951" cy="103366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1.4 ChaCha20: Modern Stream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Cipher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Design</a:t>
            </a:r>
            <a:endParaRPr lang="ru-RU" sz="40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endParaRPr lang="ru-RU" sz="40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endParaRPr lang="ru-RU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2AC88C-9A63-9320-6F51-66ABF5F0F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ChaCha20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operates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 512-bit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state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(16 32-bit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words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)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initialized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from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  <a:endParaRPr lang="ru-RU"/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Constants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4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words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fixed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constants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('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expand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32-byte k')</a:t>
            </a:r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Key: 8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words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(256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bits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Counter: 1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word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(32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bits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allows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256 GB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nonce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Nonce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3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words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(96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bits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7598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6EB83-262C-00CA-D456-32B6AF485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1.4 ChaCha20: Modern Stream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Cipher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Design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3B92D8-10E0-3207-F148-C100844B5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586" y="2371859"/>
            <a:ext cx="10915325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Courier New"/>
              </a:rPr>
              <a:t>The </a:t>
            </a:r>
            <a:r>
              <a:rPr lang="en-US" sz="2000" err="1">
                <a:highlight>
                  <a:srgbClr val="FFFFFF"/>
                </a:highlight>
                <a:latin typeface="Times New Roman"/>
                <a:cs typeface="Courier New"/>
              </a:rPr>
              <a:t>QuarterRound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Courier New"/>
              </a:rPr>
              <a:t> function applies to four words (a, b, c, d):</a:t>
            </a:r>
            <a:endParaRPr lang="ru-RU" sz="2000">
              <a:highlight>
                <a:srgbClr val="FFFFFF"/>
              </a:highlight>
              <a:latin typeface="Times New Roman"/>
              <a:cs typeface="Courier New"/>
            </a:endParaRPr>
          </a:p>
          <a:p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 a += b; d XOR a; d &lt;&lt;&lt;= 16;  // Addition, XOR, rotation by 16 bits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 c += d; b XOR c; b &lt;&lt;&lt;= 12;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 a += b; d XOR a; d &lt;&lt;&lt;= 8;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 c += d; b XOR c; b &lt;&lt;&lt;= 7;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en-US" sz="2000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Arial"/>
              </a:rPr>
              <a:t>Twenty rounds (10 double rounds) apply </a:t>
            </a:r>
            <a:r>
              <a:rPr lang="en-US" sz="2000" err="1">
                <a:highlight>
                  <a:srgbClr val="FFFFFF"/>
                </a:highlight>
                <a:latin typeface="Times New Roman"/>
                <a:cs typeface="Arial"/>
              </a:rPr>
              <a:t>QuarterRound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Arial"/>
              </a:rPr>
              <a:t> to all column and diagonal combinations, thoroughly mixing the state. The final state is added to the initial state and output as 512 bits of keystream.</a:t>
            </a:r>
            <a:endParaRPr lang="ru-RU" sz="2000" dirty="0">
              <a:highlight>
                <a:srgbClr val="FFFFFF"/>
              </a:highlight>
              <a:latin typeface="Times New Rom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4747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88CF1-6A86-F903-40C0-D06D50DB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1A8D855-4865-715F-3AC8-2475624BF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Cryptographic Algorithms - Phase Docs">
            <a:extLst>
              <a:ext uri="{FF2B5EF4-FFF2-40B4-BE49-F238E27FC236}">
                <a16:creationId xmlns:a16="http://schemas.microsoft.com/office/drawing/2014/main" id="{09EFA410-090C-9E27-C1D5-40E43E2D6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82" y="669456"/>
            <a:ext cx="7324463" cy="552189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9E227DB-8BAF-2120-BD59-2EA849348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5EEDC2-3BD9-220A-208F-A609051C2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39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11EB4-3920-93AB-173C-5B80E3748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1.4 ChaCha20: Modern Stream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Cipher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Design</a:t>
            </a:r>
            <a:endParaRPr lang="ru-RU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4911F3-29FA-541A-293D-34F896816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Security Properties:</a:t>
            </a:r>
            <a:endParaRPr lang="ru-RU" dirty="0"/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No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Known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Attacks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After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15+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years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analysis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practical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attacks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full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20-round ChaCha20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exist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Large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Margin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Even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12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rounds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appear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secure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; 20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rounds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provide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substantial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margin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Nonce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-Based: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Requires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unique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nonce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like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CTR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mode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pPr marL="0" indent="0">
              <a:buNone/>
            </a:pPr>
            <a:endParaRPr lang="en-US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Adoption: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ChaCha20 is widely deployed in TLS 1.3,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WireGuard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VPN, mobile applications (Google Android full-disk encryption), and as an alternative to AES when hardware acceleration is unavailable.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4606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Chacha Cipher - Computerphile">
            <a:hlinkClick r:id="" action="ppaction://noaction"/>
            <a:extLst>
              <a:ext uri="{FF2B5EF4-FFF2-40B4-BE49-F238E27FC236}">
                <a16:creationId xmlns:a16="http://schemas.microsoft.com/office/drawing/2014/main" id="{71EB2E22-E328-407B-BA38-6C3E3338DFF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55" y="1118"/>
            <a:ext cx="12187100" cy="685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255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8469D-0502-CE1E-B178-D765168F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1.5 Stream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Ciphers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vs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. Block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Cipher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CTR Mode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E21213-E183-44AB-A1F8-8D06C69F8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457718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ru-RU" sz="16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6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Dedicated</a:t>
            </a:r>
            <a:r>
              <a:rPr lang="ru-RU" sz="1600" b="1" dirty="0">
                <a:highlight>
                  <a:srgbClr val="FFFFFF"/>
                </a:highlight>
                <a:latin typeface="Times New Roman"/>
                <a:cs typeface="Times New Roman"/>
              </a:rPr>
              <a:t> Stream </a:t>
            </a:r>
            <a:r>
              <a:rPr lang="ru-RU" sz="16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Ciphers</a:t>
            </a:r>
            <a:r>
              <a:rPr lang="ru-RU" sz="1600" b="1" dirty="0">
                <a:highlight>
                  <a:srgbClr val="FFFFFF"/>
                </a:highlight>
                <a:latin typeface="Times New Roman"/>
                <a:cs typeface="Times New Roman"/>
              </a:rPr>
              <a:t> (</a:t>
            </a:r>
            <a:r>
              <a:rPr lang="ru-RU" sz="16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e.g</a:t>
            </a:r>
            <a:r>
              <a:rPr lang="ru-RU" sz="1600" b="1" dirty="0">
                <a:highlight>
                  <a:srgbClr val="FFFFFF"/>
                </a:highlight>
                <a:latin typeface="Times New Roman"/>
                <a:cs typeface="Times New Roman"/>
              </a:rPr>
              <a:t>., ChaCha20):</a:t>
            </a:r>
            <a:endParaRPr lang="ru-RU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Software Performance: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Often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faster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than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block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platforms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without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AES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hardware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acceleration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Simplicity: Typically simpler designs with fewer components.</a:t>
            </a:r>
            <a:endParaRPr lang="ru-RU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Side-Channel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Constant-time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operations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by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design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 sz="16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16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600" b="1" dirty="0">
                <a:highlight>
                  <a:srgbClr val="FFFFFF"/>
                </a:highlight>
                <a:latin typeface="Times New Roman"/>
                <a:cs typeface="Times New Roman"/>
              </a:rPr>
              <a:t>Block </a:t>
            </a:r>
            <a:r>
              <a:rPr lang="ru-RU" sz="16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Cipher</a:t>
            </a:r>
            <a:r>
              <a:rPr lang="ru-RU" sz="1600" b="1" dirty="0">
                <a:highlight>
                  <a:srgbClr val="FFFFFF"/>
                </a:highlight>
                <a:latin typeface="Times New Roman"/>
                <a:cs typeface="Times New Roman"/>
              </a:rPr>
              <a:t> CTR Mode (</a:t>
            </a:r>
            <a:r>
              <a:rPr lang="ru-RU" sz="16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e.g</a:t>
            </a:r>
            <a:r>
              <a:rPr lang="ru-RU" sz="1600" b="1" dirty="0">
                <a:highlight>
                  <a:srgbClr val="FFFFFF"/>
                </a:highlight>
                <a:latin typeface="Times New Roman"/>
                <a:cs typeface="Times New Roman"/>
              </a:rPr>
              <a:t>., AES-CTR):</a:t>
            </a:r>
            <a:endParaRPr lang="ru-RU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Hardware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Acceleration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: AES-NI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instructions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provide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5-10 GB/s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throughput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modern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Intel/AMD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CPUs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Standardization: AES has longer history and broader standardization.</a:t>
            </a:r>
            <a:endParaRPr lang="ru-RU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Reuse: Block cipher can be used in multiple modes (CBC, GCM, etc.).</a:t>
            </a:r>
            <a:endParaRPr lang="ru-RU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 b="1" i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600" b="1" i="1" dirty="0">
                <a:highlight>
                  <a:srgbClr val="FFFFFF"/>
                </a:highlight>
                <a:latin typeface="Times New Roman"/>
                <a:cs typeface="Times New Roman"/>
              </a:rPr>
              <a:t>Recommendation: 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Use AES-GCM on platforms with AES-NI; use ChaCha20-Poly1305 on mobile and embedded systems without hardware acceleration.</a:t>
            </a:r>
            <a:endParaRPr lang="ru-RU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8354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3E81F-6A6D-C3B3-AB8B-A5E386E30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7ABAEB-997C-3DEB-2A8A-674BFBF3B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B315FA-391F-E101-4FFC-DD57C7BD5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23FBBB-4BF5-D1D8-D152-5D9D447DF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3A40A4-BA28-1728-75C9-F89EBA79F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2A5351-B1D3-A671-5B24-EF4A83E40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4B9982A-5492-A241-A21A-775865CF9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EF1C9-A110-3C44-926B-06F203464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2.Message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Authentication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Code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F7B68E-317F-FB5A-9786-289A210E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2.1 Definition </a:t>
            </a:r>
            <a:r>
              <a:rPr lang="ru-RU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Security </a:t>
            </a:r>
            <a:r>
              <a:rPr lang="ru-RU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Goals</a:t>
            </a: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2.2 HMAC: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-Based MAC</a:t>
            </a:r>
          </a:p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2.3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Timing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Attacks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MAC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Verification</a:t>
            </a:r>
            <a:endParaRPr lang="ru-RU" sz="2000" b="1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2572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6C9ED6-381E-03BB-E3C8-59531ED12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2. Message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Authentication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Codes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BC1E85-88AD-A2D8-CCF6-3FA57A657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alone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provides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only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confidentiality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integrity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adversary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can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modify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ciphertexts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meaningful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ways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without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detection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Message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Codes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MACs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)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address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critical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gap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0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4CED1-ADD8-9E7E-F51F-46EC214D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2.1 Definition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Security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Goals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DA1ABB-E3AA-A319-4073-811E6BA8A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915" y="1721796"/>
            <a:ext cx="11867745" cy="484166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400" b="1" dirty="0">
                <a:highlight>
                  <a:srgbClr val="FFFFFF"/>
                </a:highlight>
                <a:latin typeface="Times New Roman"/>
                <a:cs typeface="Times New Roman"/>
              </a:rPr>
              <a:t>Definition 2.1 (Message Authentication Code): </a:t>
            </a:r>
            <a:r>
              <a:rPr lang="en-US" sz="1400" dirty="0">
                <a:highlight>
                  <a:srgbClr val="FFFFFF"/>
                </a:highlight>
                <a:latin typeface="Times New Roman"/>
                <a:cs typeface="Times New Roman"/>
              </a:rPr>
              <a:t>A MAC is a symmetric cryptographic primitive consisting of three algorithms: (1) Tag generation: T = </a:t>
            </a:r>
            <a:r>
              <a:rPr lang="en-US" sz="1400" dirty="0" err="1">
                <a:highlight>
                  <a:srgbClr val="FFFFFF"/>
                </a:highlight>
                <a:latin typeface="Times New Roman"/>
                <a:cs typeface="Times New Roman"/>
              </a:rPr>
              <a:t>MAC_k</a:t>
            </a:r>
            <a:r>
              <a:rPr lang="en-US" sz="1400" dirty="0">
                <a:highlight>
                  <a:srgbClr val="FFFFFF"/>
                </a:highlight>
                <a:latin typeface="Times New Roman"/>
                <a:cs typeface="Times New Roman"/>
              </a:rPr>
              <a:t>(M) produces a fixed-length tag T for message M under key k. (2) Verification: </a:t>
            </a:r>
            <a:r>
              <a:rPr lang="en-US" sz="1400" dirty="0" err="1">
                <a:highlight>
                  <a:srgbClr val="FFFFFF"/>
                </a:highlight>
                <a:latin typeface="Times New Roman"/>
                <a:cs typeface="Times New Roman"/>
              </a:rPr>
              <a:t>Verify_k</a:t>
            </a:r>
            <a:r>
              <a:rPr lang="en-US" sz="1400" dirty="0">
                <a:highlight>
                  <a:srgbClr val="FFFFFF"/>
                </a:highlight>
                <a:latin typeface="Times New Roman"/>
                <a:cs typeface="Times New Roman"/>
              </a:rPr>
              <a:t>(M, T) returns accept if T is valid for M, reject otherwise. (3) Key generation: Generates secret key k.</a:t>
            </a:r>
          </a:p>
          <a:p>
            <a:pPr marL="0" indent="0">
              <a:buNone/>
            </a:pPr>
            <a:endParaRPr lang="en-US" sz="14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400" b="1" dirty="0">
                <a:highlight>
                  <a:srgbClr val="FFFFFF"/>
                </a:highlight>
                <a:latin typeface="Times New Roman"/>
                <a:cs typeface="Times New Roman"/>
              </a:rPr>
              <a:t>Security Property (Existential Unforgeability):</a:t>
            </a:r>
            <a:endParaRPr lang="en-US" sz="14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400" b="1" dirty="0">
                <a:highlight>
                  <a:srgbClr val="FFFFFF"/>
                </a:highlight>
                <a:latin typeface="Times New Roman"/>
                <a:cs typeface="Times New Roman"/>
              </a:rPr>
              <a:t>Definition 2.2 (EUF-CMA Security): </a:t>
            </a:r>
            <a:r>
              <a:rPr lang="en-US" sz="1400" dirty="0">
                <a:highlight>
                  <a:srgbClr val="FFFFFF"/>
                </a:highlight>
                <a:latin typeface="Times New Roman"/>
                <a:cs typeface="Times New Roman"/>
              </a:rPr>
              <a:t>A MAC is existentially unforgeable under chosen-message attack (EUF-CMA) if no efficient adversary, after obtaining valid tags for messages of its choice, can produce a valid tag for any new message with non-negligible probability.</a:t>
            </a:r>
          </a:p>
          <a:p>
            <a:r>
              <a:rPr lang="en-US" sz="1400" dirty="0">
                <a:highlight>
                  <a:srgbClr val="FFFFFF"/>
                </a:highlight>
                <a:latin typeface="Times New Roman"/>
                <a:cs typeface="Times New Roman"/>
              </a:rPr>
              <a:t>This definition captures that an adversary cannot forge a valid tag even after seeing many message-tag pairs, and even if they can choose which messages to see tags for.</a:t>
            </a:r>
          </a:p>
          <a:p>
            <a:pPr marL="0" indent="0">
              <a:buNone/>
            </a:pPr>
            <a:r>
              <a:rPr lang="ru-RU" sz="1400" dirty="0">
                <a:latin typeface="Times New Roman"/>
                <a:cs typeface="Times New Roman"/>
              </a:rPr>
              <a:t>Определение 2.1 (Код аутентификации сообщения): MAC - это симметричный криптографический примитив, состоящий из трех алгоритмов: (1) Генерация тега: T = </a:t>
            </a:r>
            <a:r>
              <a:rPr lang="ru-RU" sz="1400" dirty="0" err="1">
                <a:latin typeface="Times New Roman"/>
                <a:cs typeface="Times New Roman"/>
              </a:rPr>
              <a:t>MAC_k</a:t>
            </a:r>
            <a:r>
              <a:rPr lang="ru-RU" sz="1400" dirty="0">
                <a:latin typeface="Times New Roman"/>
                <a:cs typeface="Times New Roman"/>
              </a:rPr>
              <a:t>(M) создает тег фиксированной длины T для сообщения M с ключом k. (2) Проверка: </a:t>
            </a:r>
            <a:r>
              <a:rPr lang="ru-RU" sz="1400" dirty="0" err="1">
                <a:latin typeface="Times New Roman"/>
                <a:cs typeface="Times New Roman"/>
              </a:rPr>
              <a:t>Verify_k</a:t>
            </a:r>
            <a:r>
              <a:rPr lang="ru-RU" sz="1400" dirty="0">
                <a:latin typeface="Times New Roman"/>
                <a:cs typeface="Times New Roman"/>
              </a:rPr>
              <a:t>(M, T) возвращает значение </a:t>
            </a:r>
            <a:r>
              <a:rPr lang="ru-RU" sz="1400" dirty="0" err="1">
                <a:latin typeface="Times New Roman"/>
                <a:cs typeface="Times New Roman"/>
              </a:rPr>
              <a:t>accept</a:t>
            </a:r>
            <a:r>
              <a:rPr lang="ru-RU" sz="1400" dirty="0">
                <a:latin typeface="Times New Roman"/>
                <a:cs typeface="Times New Roman"/>
              </a:rPr>
              <a:t>, если T допустимо для M, и отклоняет в противном случае. (3) Генерация ключа: Генерирует секретный ключ k.</a:t>
            </a:r>
          </a:p>
          <a:p>
            <a:pPr marL="0" indent="0">
              <a:buNone/>
            </a:pPr>
            <a:endParaRPr lang="ru-RU" sz="1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400" dirty="0">
                <a:latin typeface="Times New Roman"/>
                <a:cs typeface="Times New Roman"/>
              </a:rPr>
              <a:t>Свойство безопасности (экзистенциальная непроницаемость):</a:t>
            </a:r>
          </a:p>
          <a:p>
            <a:pPr marL="0" indent="0">
              <a:buNone/>
            </a:pPr>
            <a:r>
              <a:rPr lang="ru-RU" sz="1400" dirty="0">
                <a:latin typeface="Times New Roman"/>
                <a:cs typeface="Times New Roman"/>
              </a:rPr>
              <a:t>Определение 2.2 (Безопасность EUF-CMA): MAC-адрес является экзистенциально неуязвимым при атаке с использованием выбранных сообщений (EUF-CMA), если ни один эффективный злоумышленник, получив допустимые теги для сообщений по своему выбору, не может создать допустимый тег для любого нового сообщения с вероятностью, которой нельзя пренебречь.</a:t>
            </a:r>
          </a:p>
          <a:p>
            <a:pPr marL="0" indent="0">
              <a:buNone/>
            </a:pPr>
            <a:r>
              <a:rPr lang="ru-RU" sz="1400" dirty="0">
                <a:latin typeface="Times New Roman"/>
                <a:cs typeface="Times New Roman"/>
              </a:rPr>
              <a:t>Это определение отражает то, что злоумышленник не может подделать действительный тег, даже просмотрев множество пар тегов сообщений, и даже если он может выбирать, для каких сообщений видеть теги.</a:t>
            </a:r>
            <a:endParaRPr lang="en-US" sz="14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1153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C41F9D-A438-EE65-6F65-1CBA76845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Arial"/>
              </a:rPr>
              <a:t>2.2 HMAC: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Hash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Arial"/>
              </a:rPr>
              <a:t>-Based MAC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673A0B-CFC2-6A0E-721F-905367ED0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479183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HMAC (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Hash-based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Message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Code),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specified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RFC 2104,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most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widely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used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MAC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construction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building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MACs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from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cryptographic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hash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functions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.</a:t>
            </a:r>
            <a:endParaRPr lang="ru-RU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Arial"/>
              </a:rPr>
              <a:t>Construction:</a:t>
            </a:r>
            <a:endParaRPr lang="ru-RU" sz="20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r>
              <a:rPr lang="en-US" sz="2000" err="1">
                <a:highlight>
                  <a:srgbClr val="FFFFFF"/>
                </a:highlight>
                <a:latin typeface="Courier New"/>
                <a:cs typeface="Courier New"/>
              </a:rPr>
              <a:t>HMAC_k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(M) = H((k ⊕ </a:t>
            </a:r>
            <a:r>
              <a:rPr lang="en-US" sz="2000" err="1">
                <a:highlight>
                  <a:srgbClr val="FFFFFF"/>
                </a:highlight>
                <a:latin typeface="Courier New"/>
                <a:cs typeface="Courier New"/>
              </a:rPr>
              <a:t>opad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) || H((k ⊕ </a:t>
            </a:r>
            <a:r>
              <a:rPr lang="en-US" sz="2000" err="1">
                <a:highlight>
                  <a:srgbClr val="FFFFFF"/>
                </a:highlight>
                <a:latin typeface="Courier New"/>
                <a:cs typeface="Courier New"/>
              </a:rPr>
              <a:t>ipad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) || M))</a:t>
            </a:r>
            <a:endParaRPr lang="ru-RU" sz="2000">
              <a:highlight>
                <a:srgbClr val="FFFFFF"/>
              </a:highlight>
              <a:latin typeface="Courier New"/>
              <a:cs typeface="Courier New"/>
            </a:endParaRPr>
          </a:p>
          <a:p>
            <a:endParaRPr lang="ru-RU" sz="2000" dirty="0">
              <a:highlight>
                <a:srgbClr val="FFFFFF"/>
              </a:highlight>
              <a:latin typeface="Times New Roman"/>
              <a:cs typeface="Courier New"/>
            </a:endParaRPr>
          </a:p>
          <a:p>
            <a:pPr marL="0" indent="0">
              <a:buNone/>
            </a:pPr>
            <a:r>
              <a:rPr lang="ru-RU" sz="2000" err="1">
                <a:highlight>
                  <a:srgbClr val="FFFFFF"/>
                </a:highlight>
                <a:latin typeface="Times New Roman"/>
                <a:cs typeface="Courier New"/>
              </a:rPr>
              <a:t>Where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Courier New"/>
              </a:rPr>
              <a:t>:</a:t>
            </a:r>
            <a:endParaRPr lang="ru-RU" sz="2000" dirty="0"/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H: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Cryptographic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hash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function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(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e.g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., SHA-256, SHA-3)</a:t>
            </a:r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k: Secret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(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padded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to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hash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block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size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if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necessary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)</a:t>
            </a:r>
          </a:p>
          <a:p>
            <a:r>
              <a:rPr lang="en-US" sz="2000" err="1">
                <a:highlight>
                  <a:srgbClr val="FFFFFF"/>
                </a:highlight>
                <a:latin typeface="Times New Roman"/>
                <a:cs typeface="Arial"/>
              </a:rPr>
              <a:t>ipad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Arial"/>
              </a:rPr>
              <a:t>: Inner padding constant (0x36 repeated)</a:t>
            </a:r>
            <a:endParaRPr lang="ru-RU" sz="20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r>
              <a:rPr lang="en-US" sz="2000" err="1">
                <a:highlight>
                  <a:srgbClr val="FFFFFF"/>
                </a:highlight>
                <a:latin typeface="Times New Roman"/>
                <a:cs typeface="Arial"/>
              </a:rPr>
              <a:t>opad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Arial"/>
              </a:rPr>
              <a:t>: Outer padding constant (0x5C repeated)</a:t>
            </a:r>
            <a:endParaRPr lang="ru-RU" sz="20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||: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Concatenation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Arial"/>
              </a:rPr>
              <a:t>operator</a:t>
            </a:r>
            <a:endParaRPr lang="ru-RU" sz="20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457703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5E7B6-6B3A-0585-76DF-C3EA81DD1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Example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Arial"/>
              </a:rPr>
              <a:t> 2.1: HMAC-SHA256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12456F-2197-88BB-5F65-9A3CA517A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Courier New"/>
                <a:cs typeface="Courier New"/>
              </a:rPr>
              <a:t>Key: k = 0x0b0b0b0b0b0b0b0b0b0b0b0b0b0b0b0b (128 </a:t>
            </a:r>
            <a:r>
              <a:rPr lang="ru-RU" sz="2000" dirty="0" err="1">
                <a:highlight>
                  <a:srgbClr val="FFFFFF"/>
                </a:highlight>
                <a:latin typeface="Courier New"/>
                <a:cs typeface="Courier New"/>
              </a:rPr>
              <a:t>bits</a:t>
            </a:r>
            <a:r>
              <a:rPr lang="ru-RU" sz="2000" dirty="0">
                <a:highlight>
                  <a:srgbClr val="FFFFFF"/>
                </a:highlight>
                <a:latin typeface="Courier New"/>
                <a:cs typeface="Courier New"/>
              </a:rPr>
              <a:t>)</a:t>
            </a:r>
            <a:endParaRPr lang="ru-RU" dirty="0"/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Message: M = 'Hello, World!'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Step 1: Compute inner hash = SHA256((k ⊕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ipad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) || M)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Step 2: Compute outer hash = SHA256((k ⊕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opad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) ||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inner_hash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Courier New"/>
                <a:cs typeface="Courier New"/>
              </a:rPr>
              <a:t>HMAC-SHA256 </a:t>
            </a:r>
            <a:r>
              <a:rPr lang="ru-RU" sz="2000" dirty="0" err="1">
                <a:highlight>
                  <a:srgbClr val="FFFFFF"/>
                </a:highlight>
                <a:latin typeface="Courier New"/>
                <a:cs typeface="Courier New"/>
              </a:rPr>
              <a:t>output</a:t>
            </a:r>
            <a:r>
              <a:rPr lang="ru-RU" sz="2000" dirty="0">
                <a:highlight>
                  <a:srgbClr val="FFFFFF"/>
                </a:highlight>
                <a:latin typeface="Courier New"/>
                <a:cs typeface="Courier New"/>
              </a:rPr>
              <a:t>: 32-byte </a:t>
            </a:r>
            <a:r>
              <a:rPr lang="ru-RU" sz="2000" dirty="0" err="1">
                <a:highlight>
                  <a:srgbClr val="FFFFFF"/>
                </a:highlight>
                <a:latin typeface="Courier New"/>
                <a:cs typeface="Courier New"/>
              </a:rPr>
              <a:t>tag</a:t>
            </a:r>
            <a:endParaRPr lang="ru-RU" sz="2000" dirty="0" err="1"/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674132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786C0-C005-2557-9EA7-55F01D38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94538"/>
            <a:ext cx="11741922" cy="1033669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Times New Roman"/>
                <a:cs typeface="Times New Roman"/>
              </a:rPr>
              <a:t>2.2 HMAC: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Hash</a:t>
            </a:r>
            <a:r>
              <a:rPr lang="ru-RU" sz="4000" b="1" dirty="0">
                <a:solidFill>
                  <a:schemeClr val="bg1"/>
                </a:solidFill>
                <a:latin typeface="Times New Roman"/>
                <a:cs typeface="Times New Roman"/>
              </a:rPr>
              <a:t>-Based MAC. </a:t>
            </a:r>
            <a:r>
              <a:rPr lang="en-US" sz="4000" b="1" dirty="0">
                <a:solidFill>
                  <a:schemeClr val="bg1"/>
                </a:solidFill>
                <a:latin typeface="Times New Roman"/>
                <a:cs typeface="Times New Roman"/>
              </a:rPr>
              <a:t>Why Not Simply H(k || M)?</a:t>
            </a:r>
            <a:endParaRPr lang="ru-RU" sz="4000" b="1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ru-RU" sz="4000" b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240B12-91A8-2FCF-17F8-6C1F33E99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Naive constructions like H(k || M) or H(M || k) are vulnerable to attacks: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Length Extension Attack: For Merkle-Damgård hashes (SHA-256, SHA-1), knowing H(M) allows computing H(M || M') without knowing the key, enabling tag forgery.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HMAC's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nested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structure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prevents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adversary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cannot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extend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inner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without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knowing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used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outer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pPr marL="0" indent="0">
              <a:buNone/>
            </a:pP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Security: 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HMAC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provably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secure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under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assumption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that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underlying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function's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compression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function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pseudorandom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function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(PRF). No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practical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attacks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HMAC-SHA256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HMAC-SHA3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exist</a:t>
            </a:r>
            <a:endParaRPr lang="ru-RU" sz="2000" dirty="0" err="1"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433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MAC / HMAC - Message Authentication Code / Hash Bashed Message Authentication Codes">
            <a:hlinkClick r:id="" action="ppaction://noaction"/>
            <a:extLst>
              <a:ext uri="{FF2B5EF4-FFF2-40B4-BE49-F238E27FC236}">
                <a16:creationId xmlns:a16="http://schemas.microsoft.com/office/drawing/2014/main" id="{53A84FBC-DDDE-4E45-D1C8-54C799AB1E5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635" y="-3175"/>
            <a:ext cx="12181523" cy="687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906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30540-7D65-9A7F-240F-5EFA8C584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Arial"/>
              </a:rPr>
              <a:t>2.3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Arial"/>
              </a:rPr>
              <a:t>Timing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Arial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Arial"/>
              </a:rPr>
              <a:t>Attacks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Arial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Arial"/>
              </a:rPr>
              <a:t>on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Arial"/>
              </a:rPr>
              <a:t> MAC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Arial"/>
              </a:rPr>
              <a:t>Verification</a:t>
            </a:r>
            <a:endParaRPr lang="ru-RU" sz="4000" dirty="0" err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E4D29F-99C3-8292-C52F-18ACE1D8A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90" y="2318197"/>
            <a:ext cx="11623663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Arial"/>
              </a:rPr>
              <a:t>A critical implementation vulnerability: naive tag comparison reveals information through timing.</a:t>
            </a:r>
            <a:endParaRPr lang="ru-RU" sz="20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Courier New"/>
              </a:rPr>
              <a:t>Vulnerable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Courier New"/>
              </a:rPr>
              <a:t> Code (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Courier New"/>
              </a:rPr>
              <a:t>Pseudocode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Courier New"/>
              </a:rPr>
              <a:t>):</a:t>
            </a:r>
          </a:p>
          <a:p>
            <a:endParaRPr lang="ru-RU" sz="2000" dirty="0">
              <a:highlight>
                <a:srgbClr val="FFFFFF"/>
              </a:highlight>
              <a:latin typeface="Times New Roman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function verify(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computed_tag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,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received_tag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):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   for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= 0 to length(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computed_tag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):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       if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computed_tag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[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] !=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received_tag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[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]: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           return INVALID  # Early exit leaks position of first mismatch!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269406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639F9-655A-E73C-B2EA-74A9163D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2.3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Timing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Attacks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MAC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Verification</a:t>
            </a:r>
            <a:endParaRPr lang="ru-RU" sz="4000" dirty="0" err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186D53-25A1-6D07-CACA-CF71F7542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Attack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By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measuring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verification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time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adversary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 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determines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 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which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bytes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correct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enabling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byte-by-byte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tag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forgery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With 256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attempts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byte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a 16-byte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tag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forgeable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~4,000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attempts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instead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2¹²⁸.</a:t>
            </a:r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8657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E3B12-D5F8-140F-C662-412A8E9B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2.3 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Timing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Attacks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MAC </a:t>
            </a:r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Verification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740AF9-4CBB-16F8-1ACC-312C42794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33" y="2318197"/>
            <a:ext cx="11956368" cy="3683358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Courier New"/>
              </a:rPr>
              <a:t>Mitigation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Courier New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Courier New"/>
              </a:rPr>
              <a:t>Constant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Courier New"/>
              </a:rPr>
              <a:t>-Time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Courier New"/>
              </a:rPr>
              <a:t>Comparison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Courier New"/>
              </a:rPr>
              <a:t>:</a:t>
            </a:r>
            <a:endParaRPr lang="ru-RU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function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constant_time_compare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(a, b):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Courier New"/>
                <a:cs typeface="Courier New"/>
              </a:rPr>
              <a:t>    </a:t>
            </a:r>
            <a:r>
              <a:rPr lang="ru-RU" sz="2000" dirty="0" err="1">
                <a:highlight>
                  <a:srgbClr val="FFFFFF"/>
                </a:highlight>
                <a:latin typeface="Courier New"/>
                <a:cs typeface="Courier New"/>
              </a:rPr>
              <a:t>result</a:t>
            </a:r>
            <a:r>
              <a:rPr lang="ru-RU" sz="2000" dirty="0">
                <a:highlight>
                  <a:srgbClr val="FFFFFF"/>
                </a:highlight>
                <a:latin typeface="Courier New"/>
                <a:cs typeface="Courier New"/>
              </a:rPr>
              <a:t> = 0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   for 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= 0 to length(a):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        result |= a[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] ^ b[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i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]  # Always iterate through all bytes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Courier New"/>
                <a:cs typeface="Courier New"/>
              </a:rPr>
              <a:t>    </a:t>
            </a:r>
            <a:r>
              <a:rPr lang="ru-RU" sz="2000" dirty="0" err="1">
                <a:highlight>
                  <a:srgbClr val="FFFFFF"/>
                </a:highlight>
                <a:latin typeface="Courier New"/>
                <a:cs typeface="Courier New"/>
              </a:rPr>
              <a:t>return</a:t>
            </a:r>
            <a:r>
              <a:rPr lang="ru-RU" sz="2000" dirty="0">
                <a:highlight>
                  <a:srgbClr val="FFFFFF"/>
                </a:highlight>
                <a:latin typeface="Courier New"/>
                <a:cs typeface="Courier New"/>
              </a:rPr>
              <a:t> (</a:t>
            </a:r>
            <a:r>
              <a:rPr lang="ru-RU" sz="2000" dirty="0" err="1">
                <a:highlight>
                  <a:srgbClr val="FFFFFF"/>
                </a:highlight>
                <a:latin typeface="Courier New"/>
                <a:cs typeface="Courier New"/>
              </a:rPr>
              <a:t>result</a:t>
            </a:r>
            <a:r>
              <a:rPr lang="ru-RU" sz="2000" dirty="0">
                <a:highlight>
                  <a:srgbClr val="FFFFFF"/>
                </a:highlight>
                <a:latin typeface="Courier New"/>
                <a:cs typeface="Courier New"/>
              </a:rPr>
              <a:t> == 0)</a:t>
            </a:r>
          </a:p>
          <a:p>
            <a:pPr marL="0" indent="0">
              <a:buNone/>
            </a:pPr>
            <a:endParaRPr lang="en-US" sz="20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Arial"/>
              </a:rPr>
              <a:t>This ensures verification time is independent of the position of differences, preventing timing attacks. All modern cryptographic libraries provide constant-time comparison functions.</a:t>
            </a:r>
            <a:endParaRPr lang="ru-RU" sz="20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32329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494EC-10DA-DAF1-F8D6-64337EEE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DAA144-93FB-B2EA-5658-890B53925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AD9B1-F400-A2D7-6986-C680A3FF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005148-998D-57DF-5918-4D667DA70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011EC2-51DD-DFB4-1E50-EE0F69018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ED80A6-E5F1-2359-77FF-1A1DFF256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4127363-33B3-AC61-8C77-4AE3EE5DC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2C428E-D607-59B9-B919-FF58ED30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3.The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Authenticated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Encryption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E8F627-87AA-CC11-C1FF-6D12071F4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3.1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Why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Alone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Insufficient</a:t>
            </a: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3.2 Active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vs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Passive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Adversaries</a:t>
            </a: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9340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AECBF4-98F4-71C2-A735-2DE3DF407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56" y="294538"/>
            <a:ext cx="10539894" cy="103366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3. The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Need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Authenticated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Encryption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E8AAF-0BC9-EDD4-9A6A-EF5415ED7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err="1">
                <a:latin typeface="Times New Roman"/>
                <a:cs typeface="Times New Roman"/>
              </a:rPr>
              <a:t>Encryption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provides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confidentiality</a:t>
            </a:r>
            <a:r>
              <a:rPr lang="ru-RU" sz="2000" dirty="0">
                <a:latin typeface="Times New Roman"/>
                <a:cs typeface="Times New Roman"/>
              </a:rPr>
              <a:t>. </a:t>
            </a:r>
            <a:r>
              <a:rPr lang="ru-RU" sz="2000" err="1">
                <a:latin typeface="Times New Roman"/>
                <a:cs typeface="Times New Roman"/>
              </a:rPr>
              <a:t>MACs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provide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integrity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and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authenticity</a:t>
            </a:r>
            <a:r>
              <a:rPr lang="ru-RU" sz="2000" dirty="0">
                <a:latin typeface="Times New Roman"/>
                <a:cs typeface="Times New Roman"/>
              </a:rPr>
              <a:t>. </a:t>
            </a:r>
            <a:r>
              <a:rPr lang="ru-RU" sz="2000" err="1">
                <a:latin typeface="Times New Roman"/>
                <a:cs typeface="Times New Roman"/>
              </a:rPr>
              <a:t>Most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applications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require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both</a:t>
            </a:r>
            <a:r>
              <a:rPr lang="ru-RU" sz="2000" dirty="0">
                <a:latin typeface="Times New Roman"/>
                <a:cs typeface="Times New Roman"/>
              </a:rPr>
              <a:t>. </a:t>
            </a:r>
            <a:r>
              <a:rPr lang="ru-RU" sz="2000" err="1">
                <a:latin typeface="Times New Roman"/>
                <a:cs typeface="Times New Roman"/>
              </a:rPr>
              <a:t>However</a:t>
            </a:r>
            <a:r>
              <a:rPr lang="ru-RU" sz="2000" dirty="0">
                <a:latin typeface="Times New Roman"/>
                <a:cs typeface="Times New Roman"/>
              </a:rPr>
              <a:t>, </a:t>
            </a:r>
            <a:r>
              <a:rPr lang="ru-RU" sz="2000" err="1">
                <a:latin typeface="Times New Roman"/>
                <a:cs typeface="Times New Roman"/>
              </a:rPr>
              <a:t>combining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them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incorrectly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leads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to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vulnerabilities</a:t>
            </a:r>
            <a:r>
              <a:rPr lang="ru-RU" sz="20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3892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0291B-B237-A31D-5147-59E2C2E38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3.1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Why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Encryption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Alone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Insufficient</a:t>
            </a:r>
            <a:endParaRPr lang="ru-RU" sz="40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A62F58-7768-2F59-F65C-4537875F8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1600" b="1" dirty="0" err="1">
                <a:latin typeface="Times New Roman"/>
                <a:cs typeface="Times New Roman"/>
              </a:rPr>
              <a:t>Example</a:t>
            </a:r>
            <a:r>
              <a:rPr lang="ru-RU" sz="1600" b="1" dirty="0">
                <a:latin typeface="Times New Roman"/>
                <a:cs typeface="Times New Roman"/>
              </a:rPr>
              <a:t> 3.1: </a:t>
            </a:r>
            <a:r>
              <a:rPr lang="ru-RU" sz="1600" b="1" dirty="0" err="1">
                <a:latin typeface="Times New Roman"/>
                <a:cs typeface="Times New Roman"/>
              </a:rPr>
              <a:t>Bit-Flipping</a:t>
            </a:r>
            <a:r>
              <a:rPr lang="ru-RU" sz="1600" b="1" dirty="0">
                <a:latin typeface="Times New Roman"/>
                <a:cs typeface="Times New Roman"/>
              </a:rPr>
              <a:t> </a:t>
            </a:r>
            <a:r>
              <a:rPr lang="ru-RU" sz="1600" b="1" dirty="0" err="1">
                <a:latin typeface="Times New Roman"/>
                <a:cs typeface="Times New Roman"/>
              </a:rPr>
              <a:t>Attack</a:t>
            </a:r>
            <a:r>
              <a:rPr lang="ru-RU" sz="1600" b="1" dirty="0">
                <a:latin typeface="Times New Roman"/>
                <a:cs typeface="Times New Roman"/>
              </a:rPr>
              <a:t> </a:t>
            </a:r>
            <a:r>
              <a:rPr lang="ru-RU" sz="1600" b="1" dirty="0" err="1">
                <a:latin typeface="Times New Roman"/>
                <a:cs typeface="Times New Roman"/>
              </a:rPr>
              <a:t>on</a:t>
            </a:r>
            <a:r>
              <a:rPr lang="ru-RU" sz="1600" b="1" dirty="0">
                <a:latin typeface="Times New Roman"/>
                <a:cs typeface="Times New Roman"/>
              </a:rPr>
              <a:t> </a:t>
            </a:r>
            <a:r>
              <a:rPr lang="ru-RU" sz="1600" b="1" dirty="0" err="1">
                <a:latin typeface="Times New Roman"/>
                <a:cs typeface="Times New Roman"/>
              </a:rPr>
              <a:t>Unauthenticated</a:t>
            </a:r>
            <a:r>
              <a:rPr lang="ru-RU" sz="1600" b="1" dirty="0">
                <a:latin typeface="Times New Roman"/>
                <a:cs typeface="Times New Roman"/>
              </a:rPr>
              <a:t> </a:t>
            </a:r>
            <a:r>
              <a:rPr lang="ru-RU" sz="1600" b="1" dirty="0" err="1">
                <a:latin typeface="Times New Roman"/>
                <a:cs typeface="Times New Roman"/>
              </a:rPr>
              <a:t>Encryption</a:t>
            </a:r>
            <a:endParaRPr lang="ru-RU" dirty="0" err="1"/>
          </a:p>
          <a:p>
            <a:pPr marL="0" indent="0">
              <a:buNone/>
            </a:pP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Consider a banking application using CTR mode to encrypt: 'Transfer $100 to Alice'. The ciphertext is transmitted to the bank.</a:t>
            </a:r>
            <a:endParaRPr lang="ru-RU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Attack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An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adversary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intercepts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ciphertext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flips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specific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bits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change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plaintext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'Transfer $999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Alice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'.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Because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CTR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mode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XORs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plaintext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keystream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flipping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ciphertext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bits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directly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flips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plaintext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err="1">
                <a:highlight>
                  <a:srgbClr val="FFFFFF"/>
                </a:highlight>
                <a:latin typeface="Times New Roman"/>
                <a:cs typeface="Times New Roman"/>
              </a:rPr>
              <a:t>bits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</a:p>
          <a:p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Original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:  P = 'Transfer $100'</a:t>
            </a:r>
          </a:p>
          <a:p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Ciphertext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: C = P ⊕ K (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where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K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  <a:p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Adversary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flips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bits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C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create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 C' = C ⊕ Δ</a:t>
            </a:r>
          </a:p>
          <a:p>
            <a:r>
              <a:rPr lang="ru-RU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Decryption</a:t>
            </a:r>
            <a:r>
              <a:rPr lang="ru-RU" sz="1600" dirty="0">
                <a:highlight>
                  <a:srgbClr val="FFFFFF"/>
                </a:highlight>
                <a:latin typeface="Times New Roman"/>
                <a:cs typeface="Times New Roman"/>
              </a:rPr>
              <a:t>: P' = C' ⊕ K = (C ⊕ Δ) ⊕ K = P ⊕ Δ = 'Transfer $999'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Without authentication, the bank accepts the modified message as valid. The adversary has successfully tampered with the transaction without knowing the key.</a:t>
            </a:r>
            <a:endParaRPr lang="ru-RU" sz="16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16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5074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E124D-D63A-DD4F-193C-790DE145B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3.2 Active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vs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.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Passive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Adversaries</a:t>
            </a:r>
            <a:endParaRPr lang="ru-RU" sz="40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D915B1-758F-A86D-2AF1-64DE6AC2C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Passive Adversary: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Observes ciphertexts but does not modify them. Encryption with IND-CPA security defends against passive adversaries.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Active Adversary: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Can intercept, modify, delete, replay, or inject ciphertexts. Real-world adversaries are active. Authentication is essential to detect tampering.</a:t>
            </a:r>
            <a:endParaRPr lang="ru-RU" sz="2000"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49783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51D5B-42DC-6E68-D160-13439452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3C38F66-EAE7-F3C9-2401-156A20CA4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E29FBB-0286-ED44-F9F9-D6C9144FC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30AA77-7487-1F6C-AA96-FF275D692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7882FD-5FFC-DA76-0B53-D0EB88711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40F03F-89FF-0DC6-BE2E-827FDF863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6197A4-87C3-2B1F-5406-90CC13F97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7BEFE-0519-D66D-372C-6B8BC82C1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4.Combinig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Encryption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Authentication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3217C0-D281-19D7-4968-104DDE076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4.1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Encrypt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-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-MAC (E&amp;M)</a:t>
            </a:r>
          </a:p>
          <a:p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4.2 MAC-then-Encrypt (</a:t>
            </a:r>
            <a:r>
              <a:rPr lang="en-US" sz="2000" b="1" err="1">
                <a:highlight>
                  <a:srgbClr val="FFFFFF"/>
                </a:highlight>
                <a:latin typeface="Times New Roman"/>
                <a:cs typeface="Times New Roman"/>
              </a:rPr>
              <a:t>MtE</a:t>
            </a: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  <a:p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4.3 Encrypt-then-MAC (</a:t>
            </a:r>
            <a:r>
              <a:rPr lang="en-US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EtM</a:t>
            </a: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8578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F89048-2EEA-8862-5C19-74F382CF7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228655" cy="103366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4.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Combining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Encryption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Authentication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4D07A7-50BE-5622-0A6F-D515D38F5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There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are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three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generic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approaches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combining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vastly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different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properties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81448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25AA8-5EAA-9A6B-C750-CA7C65FE9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Arial"/>
              </a:rPr>
              <a:t>4.1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Encrypt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Arial"/>
              </a:rPr>
              <a:t>-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Arial"/>
              </a:rPr>
              <a:t>and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Arial"/>
              </a:rPr>
              <a:t>-MAC (E&amp;M)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C0ED44-13BC-5445-76E4-C8443F8F7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C = Enc(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K_enc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, M)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T = MAC(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K_mac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, M)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 dirty="0" err="1">
                <a:highlight>
                  <a:srgbClr val="FFFFFF"/>
                </a:highlight>
                <a:latin typeface="Courier New"/>
                <a:cs typeface="Courier New"/>
              </a:rPr>
              <a:t>Output</a:t>
            </a:r>
            <a:r>
              <a:rPr lang="ru-RU" sz="2000" dirty="0">
                <a:highlight>
                  <a:srgbClr val="FFFFFF"/>
                </a:highlight>
                <a:latin typeface="Courier New"/>
                <a:cs typeface="Courier New"/>
              </a:rPr>
              <a:t>: (C, T)</a:t>
            </a: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Arial"/>
              </a:rPr>
              <a:t>Security Analysis: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Arial"/>
              </a:rPr>
              <a:t>Encrypt-and-MAC computes the MAC over the plaintext, which can leak information. If the MAC is deterministic, identical plaintexts produce identical MACs, revealing patterns similar to ECB mode. This violates IND-CPA security.</a:t>
            </a:r>
            <a:endParaRPr lang="ru-RU" sz="20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Arial"/>
              </a:rPr>
              <a:t>Example Failure: SSH historically used Encrypt-and-MAC, leading to plaintext recovery attacks.</a:t>
            </a:r>
            <a:endParaRPr lang="ru-RU" sz="20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Arial"/>
              </a:rPr>
              <a:t>Verdict: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Arial"/>
              </a:rPr>
              <a:t>Insecure. Do not use.</a:t>
            </a:r>
            <a:endParaRPr lang="ru-RU" sz="2000" dirty="0">
              <a:latin typeface="Times New Roman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644147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E8ACC-FA32-732D-5599-FB478033B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/>
                <a:cs typeface="Arial"/>
              </a:rPr>
              <a:t>4.2 MAC-then-Encrypt (</a:t>
            </a:r>
            <a:r>
              <a:rPr lang="en-US" sz="4000" b="1" err="1">
                <a:solidFill>
                  <a:srgbClr val="FFFFFF"/>
                </a:solidFill>
                <a:latin typeface="Times New Roman"/>
                <a:cs typeface="Arial"/>
              </a:rPr>
              <a:t>MtE</a:t>
            </a:r>
            <a:r>
              <a:rPr lang="en-US" sz="4000" b="1" dirty="0">
                <a:solidFill>
                  <a:srgbClr val="FFFFFF"/>
                </a:solidFill>
                <a:latin typeface="Times New Roman"/>
                <a:cs typeface="Arial"/>
              </a:rPr>
              <a:t>)</a:t>
            </a:r>
            <a:endParaRPr lang="ru-RU" sz="4000" b="1">
              <a:solidFill>
                <a:srgbClr val="FFFFFF"/>
              </a:solidFill>
              <a:latin typeface="Times New Roman"/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290EFB-8235-394A-1034-520C0951A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078" y="2575774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T = MAC(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K_mac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, M)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C = Enc(</a:t>
            </a:r>
            <a:r>
              <a:rPr lang="en-US" sz="2000" dirty="0" err="1">
                <a:highlight>
                  <a:srgbClr val="FFFFFF"/>
                </a:highlight>
                <a:latin typeface="Courier New"/>
                <a:cs typeface="Courier New"/>
              </a:rPr>
              <a:t>K_enc</a:t>
            </a:r>
            <a:r>
              <a:rPr lang="en-US" sz="2000" dirty="0">
                <a:highlight>
                  <a:srgbClr val="FFFFFF"/>
                </a:highlight>
                <a:latin typeface="Courier New"/>
                <a:cs typeface="Courier New"/>
              </a:rPr>
              <a:t>, M || T)</a:t>
            </a: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 dirty="0" err="1">
                <a:highlight>
                  <a:srgbClr val="FFFFFF"/>
                </a:highlight>
                <a:latin typeface="Courier New"/>
                <a:cs typeface="Courier New"/>
              </a:rPr>
              <a:t>Output</a:t>
            </a:r>
            <a:r>
              <a:rPr lang="ru-RU" sz="2000" dirty="0">
                <a:highlight>
                  <a:srgbClr val="FFFFFF"/>
                </a:highlight>
                <a:latin typeface="Courier New"/>
                <a:cs typeface="Courier New"/>
              </a:rPr>
              <a:t>: C</a:t>
            </a: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Arial"/>
              </a:rPr>
              <a:t>Security Analysis: 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MAC-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then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-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Encrypt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includes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MAC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encryption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.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While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this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can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be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secure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certain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encryption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schemes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it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vulnerable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when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combined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CBC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mode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padding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.</a:t>
            </a:r>
          </a:p>
          <a:p>
            <a:pPr marL="0" indent="0">
              <a:buNone/>
            </a:pP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Attack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Padding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Oracle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MAC-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then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-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Encrypt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CBC: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An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adversary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can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distinguish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between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invalid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padding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invalid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MAC,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enabling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plaintext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recovery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through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padding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oracle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attacks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.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Even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though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MAC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protects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integrity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padding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errors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revealed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before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MAC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verification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.</a:t>
            </a:r>
          </a:p>
          <a:p>
            <a:pPr marL="0" indent="0">
              <a:buNone/>
            </a:pP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Example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Failure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: TLS 1.0-1.2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used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MAC-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then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-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Encrypt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CBC,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leading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to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Lucky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Thirteen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 POODLE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Arial"/>
              </a:rPr>
              <a:t>attacks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Arial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Arial"/>
              </a:rPr>
              <a:t>Verdict: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Arial"/>
              </a:rPr>
              <a:t>Potentially insecure depending on mode. Generally avoid.</a:t>
            </a:r>
            <a:endParaRPr lang="ru-RU" sz="20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48689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C5193-65B2-D1A3-785F-A932EC933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/>
                <a:cs typeface="Arial"/>
              </a:rPr>
              <a:t>4.3 Encrypt-then-MAC (</a:t>
            </a:r>
            <a:r>
              <a:rPr lang="en-US" sz="4000" b="1" err="1">
                <a:solidFill>
                  <a:srgbClr val="FFFFFF"/>
                </a:solidFill>
                <a:latin typeface="Times New Roman"/>
                <a:cs typeface="Arial"/>
              </a:rPr>
              <a:t>EtM</a:t>
            </a:r>
            <a:r>
              <a:rPr lang="en-US" sz="4000" b="1" dirty="0">
                <a:solidFill>
                  <a:srgbClr val="FFFFFF"/>
                </a:solidFill>
                <a:latin typeface="Times New Roman"/>
                <a:cs typeface="Arial"/>
              </a:rPr>
              <a:t>)</a:t>
            </a:r>
            <a:endParaRPr lang="ru-RU" sz="4000" b="1">
              <a:solidFill>
                <a:srgbClr val="FFFFFF"/>
              </a:solidFill>
              <a:latin typeface="Times New Roman"/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D6E934-DBA7-D5EF-76E8-48A0D0736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800" dirty="0">
                <a:highlight>
                  <a:srgbClr val="FFFFFF"/>
                </a:highlight>
                <a:latin typeface="Courier New"/>
                <a:cs typeface="Courier New"/>
              </a:rPr>
              <a:t>C = Enc(</a:t>
            </a:r>
            <a:r>
              <a:rPr lang="en-US" sz="1800" dirty="0" err="1">
                <a:highlight>
                  <a:srgbClr val="FFFFFF"/>
                </a:highlight>
                <a:latin typeface="Courier New"/>
                <a:cs typeface="Courier New"/>
              </a:rPr>
              <a:t>K_enc</a:t>
            </a:r>
            <a:r>
              <a:rPr lang="en-US" sz="1800" dirty="0">
                <a:highlight>
                  <a:srgbClr val="FFFFFF"/>
                </a:highlight>
                <a:latin typeface="Courier New"/>
                <a:cs typeface="Courier New"/>
              </a:rPr>
              <a:t>, M)</a:t>
            </a:r>
            <a:endParaRPr lang="ru-RU" sz="18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FF"/>
                </a:highlight>
                <a:latin typeface="Courier New"/>
                <a:cs typeface="Courier New"/>
              </a:rPr>
              <a:t>T = MAC(</a:t>
            </a:r>
            <a:r>
              <a:rPr lang="en-US" sz="1800" dirty="0" err="1">
                <a:highlight>
                  <a:srgbClr val="FFFFFF"/>
                </a:highlight>
                <a:latin typeface="Courier New"/>
                <a:cs typeface="Courier New"/>
              </a:rPr>
              <a:t>K_mac</a:t>
            </a:r>
            <a:r>
              <a:rPr lang="en-US" sz="1800" dirty="0">
                <a:highlight>
                  <a:srgbClr val="FFFFFF"/>
                </a:highlight>
                <a:latin typeface="Courier New"/>
                <a:cs typeface="Courier New"/>
              </a:rPr>
              <a:t>, C)</a:t>
            </a:r>
            <a:endParaRPr lang="ru-RU" sz="1800" dirty="0">
              <a:highlight>
                <a:srgbClr val="FFFFFF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800" err="1">
                <a:highlight>
                  <a:srgbClr val="FFFFFF"/>
                </a:highlight>
                <a:latin typeface="Courier New"/>
                <a:cs typeface="Courier New"/>
              </a:rPr>
              <a:t>Output</a:t>
            </a:r>
            <a:r>
              <a:rPr lang="ru-RU" sz="1800" dirty="0">
                <a:highlight>
                  <a:srgbClr val="FFFFFF"/>
                </a:highlight>
                <a:latin typeface="Courier New"/>
                <a:cs typeface="Courier New"/>
              </a:rPr>
              <a:t>: (C, T)</a:t>
            </a:r>
          </a:p>
          <a:p>
            <a:pPr marL="0" indent="0">
              <a:buNone/>
            </a:pPr>
            <a:r>
              <a:rPr lang="en-US" sz="1800" b="1" dirty="0">
                <a:highlight>
                  <a:srgbClr val="FFFFFF"/>
                </a:highlight>
                <a:latin typeface="Times New Roman"/>
                <a:cs typeface="Arial"/>
              </a:rPr>
              <a:t>Security Analysis: </a:t>
            </a:r>
            <a:r>
              <a:rPr lang="en-US" sz="1800" dirty="0">
                <a:highlight>
                  <a:srgbClr val="FFFFFF"/>
                </a:highlight>
                <a:latin typeface="Times New Roman"/>
                <a:cs typeface="Arial"/>
              </a:rPr>
              <a:t>Encrypt-then-MAC computes the MAC over the ciphertext. The receiver verifies the MAC before decrypting. Invalid ciphertexts are rejected immediately, preventing padding oracle and other decryption-based attacks.</a:t>
            </a:r>
            <a:endParaRPr lang="ru-RU" sz="18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r>
              <a:rPr lang="ru-RU" sz="1800" b="1" err="1">
                <a:highlight>
                  <a:srgbClr val="FFFFFF"/>
                </a:highlight>
                <a:latin typeface="Times New Roman"/>
                <a:cs typeface="Arial"/>
              </a:rPr>
              <a:t>Theorem</a:t>
            </a:r>
            <a:r>
              <a:rPr lang="ru-RU" sz="1800" b="1" dirty="0">
                <a:highlight>
                  <a:srgbClr val="FFFFFF"/>
                </a:highlight>
                <a:latin typeface="Times New Roman"/>
                <a:cs typeface="Arial"/>
              </a:rPr>
              <a:t> 4.1: 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If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the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encryption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scheme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IND-CPA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secure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and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the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MAC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EUF-CMA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secure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,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then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Encrypt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-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then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-MAC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provides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IND-CCA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security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(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security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against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chosen-ciphertext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attacks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).</a:t>
            </a:r>
          </a:p>
          <a:p>
            <a:pPr marL="0" indent="0">
              <a:buNone/>
            </a:pPr>
            <a:r>
              <a:rPr lang="en-US" sz="1800" b="1" dirty="0">
                <a:highlight>
                  <a:srgbClr val="FFFFFF"/>
                </a:highlight>
                <a:latin typeface="Times New Roman"/>
                <a:cs typeface="Arial"/>
              </a:rPr>
              <a:t>Proof Sketch: </a:t>
            </a:r>
            <a:r>
              <a:rPr lang="en-US" sz="1800" dirty="0">
                <a:highlight>
                  <a:srgbClr val="FFFFFF"/>
                </a:highlight>
                <a:latin typeface="Times New Roman"/>
                <a:cs typeface="Arial"/>
              </a:rPr>
              <a:t>Any tampered ciphertext is detected by MAC verification failure before decryption, preventing the adversary from gaining information from decryption. The encryption provides confidentiality, and the MAC ensures that only validly-generated ciphertexts are decrypted.</a:t>
            </a:r>
            <a:endParaRPr lang="ru-RU" sz="18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Example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Success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: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IPsec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uses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Encrypt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-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then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-MAC.</a:t>
            </a:r>
          </a:p>
          <a:p>
            <a:pPr marL="0" indent="0">
              <a:buNone/>
            </a:pPr>
            <a:r>
              <a:rPr lang="ru-RU" sz="1800" b="1" err="1">
                <a:highlight>
                  <a:srgbClr val="FFFFFF"/>
                </a:highlight>
                <a:latin typeface="Times New Roman"/>
                <a:cs typeface="Arial"/>
              </a:rPr>
              <a:t>Verdict</a:t>
            </a:r>
            <a:r>
              <a:rPr lang="ru-RU" sz="1800" b="1" dirty="0">
                <a:highlight>
                  <a:srgbClr val="FFFFFF"/>
                </a:highlight>
                <a:latin typeface="Times New Roman"/>
                <a:cs typeface="Arial"/>
              </a:rPr>
              <a:t>: 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Secure.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This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the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recommended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approach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for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generic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Arial"/>
              </a:rPr>
              <a:t>composition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.</a:t>
            </a:r>
            <a:endParaRPr lang="ru-RU" sz="18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745318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FDDC7A-DE18-BC85-253E-1D39D00E2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1AF71F-E1CB-384B-EEAB-E451E54D6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925AFA-4033-CACA-E429-F8563933B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57232A-CD41-786C-68F1-ECD7DDDE2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51449C-C631-C361-F8EF-3FB849D35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3E0AA5-13F3-4874-A365-03090086C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3C19AB-8526-20DE-6625-A6B6DA882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1685C-DA07-FE96-1A06-1D658E794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 dirty="0">
                <a:solidFill>
                  <a:schemeClr val="bg1"/>
                </a:solidFill>
                <a:latin typeface="Times New Roman"/>
                <a:cs typeface="Times New Roman"/>
              </a:rPr>
              <a:t>5.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Authenticated</a:t>
            </a:r>
            <a:r>
              <a:rPr lang="ru-RU" sz="4000" b="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Encryption</a:t>
            </a:r>
            <a:r>
              <a:rPr lang="ru-RU" sz="4000" b="1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with</a:t>
            </a:r>
            <a:r>
              <a:rPr lang="ru-RU" sz="4000" b="1" dirty="0">
                <a:solidFill>
                  <a:schemeClr val="bg1"/>
                </a:solidFill>
                <a:latin typeface="Times New Roman"/>
                <a:cs typeface="Times New Roman"/>
              </a:rPr>
              <a:t> Associated Data (AEAD)</a:t>
            </a:r>
            <a:endParaRPr lang="ru-RU" sz="40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267EC5-429A-09B7-F621-CC45D90D3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5.1 AEAD Definition</a:t>
            </a:r>
          </a:p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5.2 Security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Goals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AEAD</a:t>
            </a:r>
          </a:p>
        </p:txBody>
      </p:sp>
    </p:spTree>
    <p:extLst>
      <p:ext uri="{BB962C8B-B14F-4D97-AF65-F5344CB8AC3E}">
        <p14:creationId xmlns:p14="http://schemas.microsoft.com/office/powerpoint/2010/main" val="11550958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9A5CF-524D-AE2E-1592-5880709DF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5.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Times New Roman"/>
              </a:rPr>
              <a:t>Authenticated</a:t>
            </a:r>
            <a:r>
              <a:rPr lang="ru-RU"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Times New Roman"/>
              </a:rPr>
              <a:t>Encryption</a:t>
            </a:r>
            <a:r>
              <a:rPr lang="ru-RU"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3400" b="1" err="1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lang="ru-RU" sz="3400" b="1" dirty="0">
                <a:solidFill>
                  <a:srgbClr val="FFFFFF"/>
                </a:solidFill>
                <a:latin typeface="Times New Roman"/>
                <a:cs typeface="Times New Roman"/>
              </a:rPr>
              <a:t> Associated Data (AEAD)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DC2A98-989F-66DE-5557-2CAF09670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err="1">
                <a:latin typeface="Times New Roman"/>
                <a:cs typeface="Times New Roman"/>
              </a:rPr>
              <a:t>Authenticated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Encryption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with</a:t>
            </a:r>
            <a:r>
              <a:rPr lang="ru-RU" sz="2000" dirty="0">
                <a:latin typeface="Times New Roman"/>
                <a:cs typeface="Times New Roman"/>
              </a:rPr>
              <a:t> Associated Data (AEAD) </a:t>
            </a:r>
            <a:r>
              <a:rPr lang="ru-RU" sz="2000" err="1">
                <a:latin typeface="Times New Roman"/>
                <a:cs typeface="Times New Roman"/>
              </a:rPr>
              <a:t>is</a:t>
            </a:r>
            <a:r>
              <a:rPr lang="ru-RU" sz="2000" dirty="0">
                <a:latin typeface="Times New Roman"/>
                <a:cs typeface="Times New Roman"/>
              </a:rPr>
              <a:t> a </a:t>
            </a:r>
            <a:r>
              <a:rPr lang="ru-RU" sz="2000" err="1">
                <a:latin typeface="Times New Roman"/>
                <a:cs typeface="Times New Roman"/>
              </a:rPr>
              <a:t>modern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cryptographic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primitive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that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provides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confidentiality</a:t>
            </a:r>
            <a:r>
              <a:rPr lang="ru-RU" sz="2000" dirty="0">
                <a:latin typeface="Times New Roman"/>
                <a:cs typeface="Times New Roman"/>
              </a:rPr>
              <a:t>, </a:t>
            </a:r>
            <a:r>
              <a:rPr lang="ru-RU" sz="2000" err="1">
                <a:latin typeface="Times New Roman"/>
                <a:cs typeface="Times New Roman"/>
              </a:rPr>
              <a:t>integrity</a:t>
            </a:r>
            <a:r>
              <a:rPr lang="ru-RU" sz="2000" dirty="0">
                <a:latin typeface="Times New Roman"/>
                <a:cs typeface="Times New Roman"/>
              </a:rPr>
              <a:t>, </a:t>
            </a:r>
            <a:r>
              <a:rPr lang="ru-RU" sz="2000" err="1">
                <a:latin typeface="Times New Roman"/>
                <a:cs typeface="Times New Roman"/>
              </a:rPr>
              <a:t>and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authenticity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in</a:t>
            </a:r>
            <a:r>
              <a:rPr lang="ru-RU" sz="2000" dirty="0">
                <a:latin typeface="Times New Roman"/>
                <a:cs typeface="Times New Roman"/>
              </a:rPr>
              <a:t> a </a:t>
            </a:r>
            <a:r>
              <a:rPr lang="ru-RU" sz="2000" err="1">
                <a:latin typeface="Times New Roman"/>
                <a:cs typeface="Times New Roman"/>
              </a:rPr>
              <a:t>single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operation</a:t>
            </a:r>
            <a:r>
              <a:rPr lang="ru-RU" sz="2000" dirty="0">
                <a:latin typeface="Times New Roman"/>
                <a:cs typeface="Times New Roman"/>
              </a:rPr>
              <a:t>. AEAD </a:t>
            </a:r>
            <a:r>
              <a:rPr lang="ru-RU" sz="2000" err="1">
                <a:latin typeface="Times New Roman"/>
                <a:cs typeface="Times New Roman"/>
              </a:rPr>
              <a:t>modes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are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designed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to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be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misuse-resistant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and</a:t>
            </a:r>
            <a:r>
              <a:rPr lang="ru-RU" sz="2000" dirty="0">
                <a:latin typeface="Times New Roman"/>
                <a:cs typeface="Times New Roman"/>
              </a:rPr>
              <a:t> </a:t>
            </a:r>
            <a:r>
              <a:rPr lang="ru-RU" sz="2000" err="1">
                <a:latin typeface="Times New Roman"/>
                <a:cs typeface="Times New Roman"/>
              </a:rPr>
              <a:t>efficient</a:t>
            </a:r>
            <a:r>
              <a:rPr lang="ru-RU" sz="2000" dirty="0">
                <a:latin typeface="Times New Roman"/>
                <a:cs typeface="Times New Roman"/>
              </a:rPr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3538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7C0DE-73C1-7D57-3608-9AD900B4B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5.1 AEAD Definition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AE3E2B-CED3-43FE-6DF5-689E0C595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Definition 5.1 (AEAD): 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AEAD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scheme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consists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two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algorithms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  <a:endParaRPr lang="ru-RU" dirty="0"/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Encryption: (C, T) =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AEAD_Encrypt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(K, N, M, A) where K is the key, N is nonce, M is plaintext, A is associated data (authenticated but not encrypted), C is ciphertext, T is authentication tag.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Decryption: M =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AEAD_Decrypt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(K, N, C, T, A) returns plaintext M if tag is valid, or ⊥ (rejection) if authentication fails.</a:t>
            </a:r>
            <a:endParaRPr lang="ru-RU" sz="2000" dirty="0"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6262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3562B-86C0-3B1C-3BFF-6ADAE5164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5.1 AEAD Definition</a:t>
            </a:r>
            <a:endParaRPr lang="ru-RU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168C01-F91E-D154-AFAA-C02950DF2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Associated Data (A): 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Data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that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must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but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such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packet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headers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protocol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metadata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identifiers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A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included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tag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computation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but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transmitted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plaintext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Example Use Case: In a network packet, the header (source/destination addresses) must be readable by routers but must not be tampered with. The header is associated data; the payload is encrypted.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04476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E4A1E5-0AAC-292C-517C-9F67A4C5D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5.2 Security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Goals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AEAD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241BC3-8B02-D7DA-560B-AAEDBDB3F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IND-CCA Security: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Indistinguishability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under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chosen-ciphertext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attack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Even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adversary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can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decrypt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chosen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ciphertexts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cannot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distinguish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encryptions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INT-CTXT Security: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Integrity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ciphertexts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Adversary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cannot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produce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valid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previously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generated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algorithm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Associated Data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modification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associated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data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must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detected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cause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decryption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fail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>
                <a:latin typeface="Times New Roman"/>
                <a:cs typeface="Times New Roman"/>
              </a:rPr>
              <a:t>Безопасность IND-CCA: Неразличимость при атаке с использованием выбранного зашифрованного текста. Даже если злоумышленник может расшифровать выбранный зашифрованный текст, он не может распознать шифрование.</a:t>
            </a:r>
          </a:p>
          <a:p>
            <a:r>
              <a:rPr lang="ru-RU" sz="2000" dirty="0">
                <a:latin typeface="Times New Roman"/>
                <a:cs typeface="Times New Roman"/>
              </a:rPr>
              <a:t>Безопасность INT-CTXT: целостность зашифрованных текстов. Злоумышленник не может выдать какой-либо действительный зашифрованный текст, который ранее не был сгенерирован алгоритмом шифрования.</a:t>
            </a:r>
          </a:p>
          <a:p>
            <a:r>
              <a:rPr lang="ru-RU" sz="2000" dirty="0">
                <a:latin typeface="Times New Roman"/>
                <a:cs typeface="Times New Roman"/>
              </a:rPr>
              <a:t>Проверка подлинности связанных данных: Любая модификация связанных данных должна быть обнаружена и привести к сбою расшифровки.</a:t>
            </a:r>
          </a:p>
        </p:txBody>
      </p:sp>
    </p:spTree>
    <p:extLst>
      <p:ext uri="{BB962C8B-B14F-4D97-AF65-F5344CB8AC3E}">
        <p14:creationId xmlns:p14="http://schemas.microsoft.com/office/powerpoint/2010/main" val="22002662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03540-FC50-DD95-C30D-B6A98582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8513455-5B4A-164D-4DF4-A2623F1A2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EDFD2F-88CF-3615-2770-AC1A93E92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706364-7303-081C-8FAB-6E0F0216D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84D5B3-7243-CE0E-359F-441A788A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0C036C-D660-9333-467B-631A72DFE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C51CC7F-1A50-74CB-266D-4D9CADC59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D97AB-815B-E483-3945-94B98E7AA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 dirty="0">
                <a:solidFill>
                  <a:schemeClr val="bg1"/>
                </a:solidFill>
                <a:latin typeface="Times New Roman"/>
                <a:cs typeface="Times New Roman"/>
              </a:rPr>
              <a:t>6. Modern AEAD </a:t>
            </a:r>
            <a:r>
              <a:rPr lang="ru-RU" sz="4000" b="1" err="1">
                <a:solidFill>
                  <a:schemeClr val="bg1"/>
                </a:solidFill>
                <a:latin typeface="Times New Roman"/>
                <a:cs typeface="Times New Roman"/>
              </a:rPr>
              <a:t>Constructions</a:t>
            </a:r>
            <a:endParaRPr lang="ru-RU" sz="40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B9F00B-E6E8-CA3A-4927-8A7A14917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6.1 AES-GCM: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Galois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/Counter Mode</a:t>
            </a:r>
            <a:endParaRPr lang="ru-RU"/>
          </a:p>
          <a:p>
            <a:pPr>
              <a:buFont typeface="Arial"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6.2 ChaCha20-Poly1305</a:t>
            </a:r>
          </a:p>
        </p:txBody>
      </p:sp>
    </p:spTree>
    <p:extLst>
      <p:ext uri="{BB962C8B-B14F-4D97-AF65-F5344CB8AC3E}">
        <p14:creationId xmlns:p14="http://schemas.microsoft.com/office/powerpoint/2010/main" val="16425029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C0773D-DE41-6FE0-2113-41F7701E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6.1 AES-GCM: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Galois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/Counter Mode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419684-DC57-85C4-20AD-1A7138BA1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AES-GCM (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Galois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/Counter Mode)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most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widely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deployed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AEAD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mode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standardized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NIST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used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TLS 1.2/1.3,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IPsec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SSH,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many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other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protocols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Construction: 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GCM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combines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CTR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mode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GMAC (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Galois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Message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Code)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48314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EA2C5-6780-2D4D-A5ED-D285381C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6.1 AES-GCM: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Galois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/Counter Mode</a:t>
            </a:r>
            <a:endParaRPr lang="ru-RU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D6D923-EFDA-541A-321B-3DFCACB9A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Process:</a:t>
            </a:r>
            <a:endParaRPr lang="ru-RU">
              <a:latin typeface="Times New Roman"/>
              <a:cs typeface="Times New Roman"/>
            </a:endParaRP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Generate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Subkey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H = AES_K(0¹²⁸) - a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fixed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value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derived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from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CTR Mode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Generate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using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AES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counter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mode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nonce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plaintext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C = M ⊕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GMAC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Compute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tag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over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associated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data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C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using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polynomial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evaluation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GF(2¹²⁸)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H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Tag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GMAC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tag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unique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counter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value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produce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final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tag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T.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02979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E094C8-8BEF-B8E6-02DB-FD4472E7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6.1 AES-GCM: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Galois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/Counter Mode</a:t>
            </a:r>
            <a:endParaRPr lang="ru-RU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C7DE5B-065F-30F5-8288-70768979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Mathematical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Details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(GMAC): 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GMAC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uses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polynomial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multiplication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GF(2¹²⁸). Associated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data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blocks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treated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coefficients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polynomial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which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evaluated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H (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subkey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).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construction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provides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both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efficiency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provable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33884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Implementation of AES-GCM encryption algorithm for high performance and low  power architecture Using FPGA | Semantic Scholar">
            <a:extLst>
              <a:ext uri="{FF2B5EF4-FFF2-40B4-BE49-F238E27FC236}">
                <a16:creationId xmlns:a16="http://schemas.microsoft.com/office/drawing/2014/main" id="{A2D9525A-CBD4-BDE4-CC3E-9D6D44BDD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842" y="227313"/>
            <a:ext cx="7700383" cy="616233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02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C60CB6-163A-C92F-E2C5-29CBCB50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6.1 AES-GCM: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Galois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/Counter Mode</a:t>
            </a:r>
            <a:endParaRPr lang="ru-RU" sz="40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CF5DEE-E7C9-182E-CD9C-AAE5A59A1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27925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Advantages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  <a:endParaRPr lang="ru-RU" sz="1800">
              <a:latin typeface="Times New Roman"/>
              <a:cs typeface="Times New Roman"/>
            </a:endParaRPr>
          </a:p>
          <a:p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Parallelizable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Both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can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be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parallelized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enabling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high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throughput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modern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hardware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Hardware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Acceleration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: Intel PCLMULQDQ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instructions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accelerate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GMAC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computation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;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combined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AES-NI, GCM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achieves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5-10 GB/s.</a:t>
            </a:r>
          </a:p>
          <a:p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Widespread Adoption: Supported by virtually all cryptographic libraries and protocols.</a:t>
            </a:r>
            <a:endParaRPr lang="ru-RU" sz="18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Disadvantages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</a:p>
          <a:p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Nonce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Reuse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Catastrophic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Reusing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a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nonce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same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completely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breaks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reveals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plaintext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XOR.</a:t>
            </a:r>
          </a:p>
          <a:p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Strength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GMAC's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polynomial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construction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provides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128-bit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only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if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nonces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are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never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reused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 A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single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nonce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reuse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leaks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H.</a:t>
            </a:r>
          </a:p>
          <a:p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Software Performance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Without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Acceleration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: On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platforms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without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PCLMULQDQ, GCM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can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be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slower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than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alternatives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pPr marL="0" indent="0">
              <a:buNone/>
            </a:pPr>
            <a:r>
              <a:rPr lang="en-US" sz="1800" b="1" dirty="0">
                <a:highlight>
                  <a:srgbClr val="FFFFFF"/>
                </a:highlight>
                <a:latin typeface="Times New Roman"/>
                <a:cs typeface="Times New Roman"/>
              </a:rPr>
              <a:t>Usage: </a:t>
            </a:r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AES-GCM requires a 96-bit nonce (12 bytes) which must never be reused. Recommended: use a counter or random nonce with a 64-bit counter. Maximum 2³² blocks (64 GB) per nonce.</a:t>
            </a:r>
            <a:endParaRPr lang="ru-RU" sz="18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34320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1E5FC-44B7-ADBC-4B63-E883A43C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6.2 ChaCha20-Poly1305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1E2081-6AD9-AE89-3A7D-8E5A44D86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ChaCha20-Poly1305,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standardized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RFC 8439,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combines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ChaCha20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cipher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Poly1305 MAC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provide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AEAD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functionality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It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preferred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alternative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AES-GCM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platforms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without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AES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hardware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acceleration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0350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6559C-FDDC-671D-6D1D-C1A1478E0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6.2 ChaCha20-Poly1305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4297FD-52A8-742F-1694-2AB348D88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Construction:</a:t>
            </a:r>
            <a:endParaRPr lang="ru-RU" dirty="0"/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ChaCha20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Generate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using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ChaCha20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nonce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plaintext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: C = M ⊕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 sz="2000" dirty="0">
              <a:latin typeface="Times New Roman"/>
              <a:cs typeface="Times New Roman"/>
            </a:endParaRPr>
          </a:p>
          <a:p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Derive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Poly1305 Key: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Use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first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256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bits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ChaCha20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keystream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counter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=0)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one-time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Poly1305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Poly1305 MAC: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Compute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tag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over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associated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data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ciphertext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C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using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Poly1305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derived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key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73716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9242E-BDDB-7E89-1282-3D7B16429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6.2 ChaCha20-Poly1305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6EC10B-69F9-2E1A-63BE-AF753BE5D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Poly1305 MAC: 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Poly1305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 MAC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that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evaluates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polynomial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modulo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2¹³⁰-5,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providing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128-bit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It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designed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high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performance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software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produces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a 128-bit (16-byte) </a:t>
            </a:r>
            <a:r>
              <a:rPr lang="ru-RU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tag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21448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Объект 3" descr="Cryptographic Algorithms - Phase Docs">
            <a:extLst>
              <a:ext uri="{FF2B5EF4-FFF2-40B4-BE49-F238E27FC236}">
                <a16:creationId xmlns:a16="http://schemas.microsoft.com/office/drawing/2014/main" id="{3834734A-D990-00E6-088B-6AE6FFFEB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82" y="669456"/>
            <a:ext cx="7324463" cy="552189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229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2F72D6-93D1-A261-4DDD-22E45D64C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6.2 ChaCha20-Poly1305</a:t>
            </a:r>
            <a:endParaRPr lang="ru-RU" sz="40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65F6AE-FB9C-3413-F3AD-4C7EBC2FC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Advantages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:</a:t>
            </a:r>
            <a:endParaRPr lang="ru-RU" sz="1800" dirty="0">
              <a:latin typeface="Times New Roman"/>
              <a:cs typeface="Times New Roman"/>
            </a:endParaRPr>
          </a:p>
          <a:p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Excellent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Software Performance: ChaCha20-Poly1305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typically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2-3×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faster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than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AES-GCM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platforms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without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AES-NI.</a:t>
            </a:r>
          </a:p>
          <a:p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Constant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-Time: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Both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ChaCha20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and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Poly1305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are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designed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for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constant-time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implementation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,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resistant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to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timing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attacks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.</a:t>
            </a:r>
          </a:p>
          <a:p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Simple Construction: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Easier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to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implement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securely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than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GCM.</a:t>
            </a:r>
          </a:p>
          <a:p>
            <a:r>
              <a:rPr lang="en-US" sz="1800" dirty="0">
                <a:highlight>
                  <a:srgbClr val="FFFFFF"/>
                </a:highlight>
                <a:latin typeface="Times New Roman"/>
                <a:cs typeface="Arial"/>
              </a:rPr>
              <a:t>Wide Deployment: Used in TLS 1.3, </a:t>
            </a:r>
            <a:r>
              <a:rPr lang="en-US" sz="1800" dirty="0" err="1">
                <a:highlight>
                  <a:srgbClr val="FFFFFF"/>
                </a:highlight>
                <a:latin typeface="Times New Roman"/>
                <a:cs typeface="Arial"/>
              </a:rPr>
              <a:t>WireGuard</a:t>
            </a:r>
            <a:r>
              <a:rPr lang="en-US" sz="1800" dirty="0">
                <a:highlight>
                  <a:srgbClr val="FFFFFF"/>
                </a:highlight>
                <a:latin typeface="Times New Roman"/>
                <a:cs typeface="Arial"/>
              </a:rPr>
              <a:t>, OpenSSH, Google Chrome, Android.</a:t>
            </a:r>
            <a:endParaRPr lang="ru-RU" sz="1800" dirty="0">
              <a:highlight>
                <a:srgbClr val="FFFFFF"/>
              </a:highlight>
              <a:latin typeface="Times New Roman"/>
              <a:cs typeface="Arial"/>
            </a:endParaRPr>
          </a:p>
          <a:p>
            <a:pPr marL="0" indent="0">
              <a:buNone/>
            </a:pP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Disadvantages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:</a:t>
            </a:r>
          </a:p>
          <a:p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Nonce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Reuse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Catastrophic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: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Like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GCM,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nonce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reuse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breaks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both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confidentiality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and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authenticity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.</a:t>
            </a:r>
          </a:p>
          <a:p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Less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Hardware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Acceleration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: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Fewer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processors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have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dedicated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ChaCha20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acceleration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compared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to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AES.</a:t>
            </a:r>
          </a:p>
          <a:p>
            <a:pPr marL="0" indent="0">
              <a:buNone/>
            </a:pPr>
            <a:r>
              <a:rPr lang="ru-RU" sz="1800" b="1" dirty="0" err="1">
                <a:highlight>
                  <a:srgbClr val="FFFFFF"/>
                </a:highlight>
                <a:latin typeface="Times New Roman"/>
                <a:cs typeface="Arial"/>
              </a:rPr>
              <a:t>Usage</a:t>
            </a:r>
            <a:r>
              <a:rPr lang="ru-RU" sz="1800" b="1" dirty="0">
                <a:highlight>
                  <a:srgbClr val="FFFFFF"/>
                </a:highlight>
                <a:latin typeface="Times New Roman"/>
                <a:cs typeface="Arial"/>
              </a:rPr>
              <a:t>: 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ChaCha20-Poly1305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uses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a 96-bit (12-byte)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nonce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.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Like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GCM,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the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nonce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must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never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be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reused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with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the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same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Arial"/>
              </a:rPr>
              <a:t>key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Arial"/>
              </a:rPr>
              <a:t>.</a:t>
            </a:r>
            <a:endParaRPr lang="ru-RU" sz="1800" dirty="0">
              <a:latin typeface="Times New Roman"/>
              <a:cs typeface="Times New Roman"/>
            </a:endParaRPr>
          </a:p>
          <a:p>
            <a:endParaRPr lang="ru-RU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988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E5A60E-4089-FAD8-0516-529210C4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7.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lang="ru-RU" sz="40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2996C8-9066-A43C-4126-304EC8309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This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lecture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has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completed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our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study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symmetric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cryptography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by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addressing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critical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need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combine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with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integrity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protection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 Key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insights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dirty="0" err="1">
                <a:highlight>
                  <a:srgbClr val="FFFFFF"/>
                </a:highlight>
                <a:latin typeface="Times New Roman"/>
                <a:cs typeface="Times New Roman"/>
              </a:rPr>
              <a:t>include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:</a:t>
            </a:r>
            <a:endParaRPr lang="ru-RU" sz="1800" dirty="0">
              <a:latin typeface="Times New Roman"/>
              <a:cs typeface="Times New Roman"/>
            </a:endParaRPr>
          </a:p>
          <a:p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Stream ciphers provide an alternative to block ciphers, with ChaCha20 representing modern design principles emphasizing simplicity and software performance.</a:t>
            </a:r>
            <a:endParaRPr lang="ru-RU" sz="18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Message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Codes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(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MACs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)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provide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integrity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authenticity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 HMAC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standard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construction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hash-based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MACs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alone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insufficient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against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active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adversaries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essential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prevent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tampering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When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manually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combining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authentication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Encrypt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-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then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-MAC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only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secure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generic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composition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AEAD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modes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(AES-GCM, ChaCha20-Poly1305)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provide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integrated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authenticated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encryption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designed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be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efficient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resistant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to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misuse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Nonce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management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critical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all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modern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symmetric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systems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Nonce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reuse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completely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breaks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endParaRPr lang="ru-RU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534492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2494B-7BCF-6F39-BAC8-15C003921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7.2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Looking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Forward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97B687-1E5F-3CBC-2656-CBF03E578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Next 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Section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(</a:t>
            </a:r>
            <a:r>
              <a:rPr lang="ru-RU" sz="2000" b="1" err="1">
                <a:highlight>
                  <a:srgbClr val="FFFFFF"/>
                </a:highlight>
                <a:latin typeface="Times New Roman"/>
                <a:cs typeface="Times New Roman"/>
              </a:rPr>
              <a:t>Weeks</a:t>
            </a:r>
            <a:r>
              <a:rPr lang="ru-RU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 5-7): 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Cryptographic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Functions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 We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will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study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function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design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properties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collision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preimage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resistance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),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modern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functions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(SHA-256, SHA-3, BLAKE2),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applications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including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password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hashing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digital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signatures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,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Merkle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2000" err="1">
                <a:highlight>
                  <a:srgbClr val="FFFFFF"/>
                </a:highlight>
                <a:latin typeface="Times New Roman"/>
                <a:cs typeface="Times New Roman"/>
              </a:rPr>
              <a:t>trees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16773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A3484-D103-3553-0DA3-67DBD5D44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7.3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Preparation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lang="ru-RU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 Next </a:t>
            </a:r>
            <a:r>
              <a:rPr lang="ru-RU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endParaRPr lang="ru-RU" sz="40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6069BE-85F5-9DA1-679C-BC1AD9EC2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Read Ferguson et al., Chapter 5: Hash Functions</a:t>
            </a: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Read Aumasson, Chapter 6: Hash Functions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Review: Birthday paradox, collision probability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Lab 1 Colloquium: Prepare to discuss your symmetric cipher implementation.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61994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6012A-836D-1D18-C8D4-6F805252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 err="1">
                <a:solidFill>
                  <a:srgbClr val="FFFFFF"/>
                </a:solidFill>
                <a:latin typeface="Times New Roman"/>
                <a:cs typeface="Times New Roman"/>
              </a:rPr>
              <a:t>References</a:t>
            </a:r>
            <a:endParaRPr lang="ru-RU" sz="4000" b="1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4FD2A-D63C-49C4-74AF-4FA462A8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 err="1">
                <a:highlight>
                  <a:srgbClr val="FFE5E5"/>
                </a:highlight>
                <a:latin typeface="Times New Roman"/>
                <a:cs typeface="Times New Roman"/>
              </a:rPr>
              <a:t>Aumasson</a:t>
            </a:r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, J.-P. (2018). </a:t>
            </a:r>
            <a:r>
              <a:rPr lang="en-US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Serious cryptography: A practical introduction to modern encryption</a:t>
            </a:r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. No Starch Press.</a:t>
            </a:r>
            <a:endParaRPr lang="ru-RU" sz="18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Bellare, M., &amp; </a:t>
            </a:r>
            <a:r>
              <a:rPr lang="en-US" sz="1800" err="1">
                <a:highlight>
                  <a:srgbClr val="FFFFFF"/>
                </a:highlight>
                <a:latin typeface="Times New Roman"/>
                <a:cs typeface="Times New Roman"/>
              </a:rPr>
              <a:t>Namprempre</a:t>
            </a:r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, C. (2000). Authenticated encryption: Relations among notions and analysis of the generic composition paradigm. In </a:t>
            </a:r>
            <a:r>
              <a:rPr lang="en-US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Advances in Cryptology—ASIACRYPT 2000</a:t>
            </a:r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 (pp. 531-545). Springer.</a:t>
            </a:r>
            <a:endParaRPr lang="ru-RU" sz="18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Bernstein, D. J. (2008). </a:t>
            </a:r>
            <a:r>
              <a:rPr lang="en-US" sz="1800" err="1">
                <a:highlight>
                  <a:srgbClr val="FFFFFF"/>
                </a:highlight>
                <a:latin typeface="Times New Roman"/>
                <a:cs typeface="Times New Roman"/>
              </a:rPr>
              <a:t>ChaCha</a:t>
            </a:r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, a variant of Salsa20. </a:t>
            </a:r>
            <a:r>
              <a:rPr lang="en-US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State of the Art of Stream Ciphers Workshop</a:t>
            </a:r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  <a:endParaRPr lang="ru-RU" sz="18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Ferguson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, N.,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Schneier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, B., &amp;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Kohno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, T. (2010). 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Cryptography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engineering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: Design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principles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practical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applications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Wiley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Publishing, Inc.</a:t>
            </a:r>
          </a:p>
          <a:p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Krawczyk, H., Bellare, M., &amp; Canetti, R. (1997). </a:t>
            </a:r>
            <a:r>
              <a:rPr lang="en-US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HMAC: Keyed-hashing for message authentication</a:t>
            </a:r>
            <a:r>
              <a:rPr lang="en-US" sz="1800" dirty="0">
                <a:highlight>
                  <a:srgbClr val="FFFFFF"/>
                </a:highlight>
                <a:latin typeface="Times New Roman"/>
                <a:cs typeface="Times New Roman"/>
              </a:rPr>
              <a:t> (RFC 2104).</a:t>
            </a:r>
            <a:endParaRPr lang="ru-RU" sz="18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McGrew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, D. A., &amp;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Viega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, J. (2004). The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security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performance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the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Galois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/Counter Mode (GCM)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of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operation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 In 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Progress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in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Cryptology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—INDOCRYPT 2004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 (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pp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. 343-355). Springer.</a:t>
            </a:r>
          </a:p>
          <a:p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Nir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, Y., &amp; </a:t>
            </a:r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Langley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, A. (2018). 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ChaCha20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and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 Poly1305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for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 IETF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protocols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 (RFC 8439).</a:t>
            </a:r>
          </a:p>
          <a:p>
            <a:r>
              <a:rPr lang="ru-RU" sz="1800" err="1">
                <a:highlight>
                  <a:srgbClr val="FFFFFF"/>
                </a:highlight>
                <a:latin typeface="Times New Roman"/>
                <a:cs typeface="Times New Roman"/>
              </a:rPr>
              <a:t>Popov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, A. (2015). 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Prohibiting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 RC4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cipher</a:t>
            </a:r>
            <a:r>
              <a:rPr lang="ru-RU" sz="1800" i="1" dirty="0">
                <a:highlight>
                  <a:srgbClr val="FFFFFF"/>
                </a:highlight>
                <a:latin typeface="Times New Roman"/>
                <a:cs typeface="Times New Roman"/>
              </a:rPr>
              <a:t> </a:t>
            </a:r>
            <a:r>
              <a:rPr lang="ru-RU" sz="1800" i="1" err="1">
                <a:highlight>
                  <a:srgbClr val="FFFFFF"/>
                </a:highlight>
                <a:latin typeface="Times New Roman"/>
                <a:cs typeface="Times New Roman"/>
              </a:rPr>
              <a:t>suites</a:t>
            </a:r>
            <a:r>
              <a:rPr lang="ru-RU" sz="1800" dirty="0">
                <a:highlight>
                  <a:srgbClr val="FFFFFF"/>
                </a:highlight>
                <a:latin typeface="Times New Roman"/>
                <a:cs typeface="Times New Roman"/>
              </a:rPr>
              <a:t> (RFC 7465).</a:t>
            </a:r>
          </a:p>
          <a:p>
            <a:endParaRPr lang="ru-RU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1294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D28207-4F1B-4479-8F70-FD689CC90A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742D27-DCB5-48DC-9C43-16D1F6F2177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3646BA6-9500-4A16-A6DB-3610837ECA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039dda-64f8-41f1-b3d6-f92ff14c10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4351</Words>
  <Application>Microsoft Office PowerPoint</Application>
  <PresentationFormat>Широкоэкранный</PresentationFormat>
  <Paragraphs>294</Paragraphs>
  <Slides>59</Slides>
  <Notes>0</Notes>
  <HiddenSlides>0</HiddenSlides>
  <MMClips>4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59</vt:i4>
      </vt:variant>
    </vt:vector>
  </HeadingPairs>
  <TitlesOfParts>
    <vt:vector size="65" baseType="lpstr">
      <vt:lpstr>Aptos</vt:lpstr>
      <vt:lpstr>Aptos Display</vt:lpstr>
      <vt:lpstr>Arial</vt:lpstr>
      <vt:lpstr>Courier New</vt:lpstr>
      <vt:lpstr>Times New Roman</vt:lpstr>
      <vt:lpstr>Тема Office</vt:lpstr>
      <vt:lpstr>Lecture 4. Stream Ciphers and Authenticated Encryption</vt:lpstr>
      <vt:lpstr>Agenda</vt:lpstr>
      <vt:lpstr>1.Stream Ciphers</vt:lpstr>
      <vt:lpstr>1. Stream Ciphers</vt:lpstr>
      <vt:lpstr>1.1 Definition and Principles</vt:lpstr>
      <vt:lpstr>1.1 Definition and Principles</vt:lpstr>
      <vt:lpstr>1.2 The One-Time Pad: Perfect Security</vt:lpstr>
      <vt:lpstr>Презентация PowerPoint</vt:lpstr>
      <vt:lpstr>1.3 RC4: A Cautionary Tale</vt:lpstr>
      <vt:lpstr>1.3 RC4: A Cautionary Tale</vt:lpstr>
      <vt:lpstr>Презентация PowerPoint</vt:lpstr>
      <vt:lpstr>1.3 RC4: A Cautionary Tale</vt:lpstr>
      <vt:lpstr>Презентация PowerPoint</vt:lpstr>
      <vt:lpstr>1.4 ChaCha20: Modern Stream Cipher Design </vt:lpstr>
      <vt:lpstr>1.4 ChaCha20: Modern Stream Cipher Design  </vt:lpstr>
      <vt:lpstr>1.4 ChaCha20: Modern Stream Cipher Design</vt:lpstr>
      <vt:lpstr>Презентация PowerPoint</vt:lpstr>
      <vt:lpstr>1.4 ChaCha20: Modern Stream Cipher Design</vt:lpstr>
      <vt:lpstr>Презентация PowerPoint</vt:lpstr>
      <vt:lpstr>1.5 Stream Ciphers vs. Block Cipher CTR Mode</vt:lpstr>
      <vt:lpstr>2.Message Authentication Code</vt:lpstr>
      <vt:lpstr>2. Message Authentication Codes</vt:lpstr>
      <vt:lpstr>2.1 Definition and Security Goals</vt:lpstr>
      <vt:lpstr>2.2 HMAC: Hash-Based MAC</vt:lpstr>
      <vt:lpstr>Example 2.1: HMAC-SHA256</vt:lpstr>
      <vt:lpstr>2.2 HMAC: Hash-Based MAC. Why Not Simply H(k || M)? </vt:lpstr>
      <vt:lpstr>Презентация PowerPoint</vt:lpstr>
      <vt:lpstr>2.3 Timing Attacks on MAC Verification</vt:lpstr>
      <vt:lpstr>2.3 Timing Attacks on MAC Verification</vt:lpstr>
      <vt:lpstr>2.3 Timing Attacks on MAC Verification</vt:lpstr>
      <vt:lpstr>3.The Need for Authenticated Encryption</vt:lpstr>
      <vt:lpstr>3. The Need for Authenticated Encryption</vt:lpstr>
      <vt:lpstr>3.1 Why Encryption Alone is Insufficient</vt:lpstr>
      <vt:lpstr>3.2 Active vs. Passive Adversaries</vt:lpstr>
      <vt:lpstr>4.Combinig Encryption and Authentication</vt:lpstr>
      <vt:lpstr>4. Combining Encryption and Authentication</vt:lpstr>
      <vt:lpstr>4.1 Encrypt-and-MAC (E&amp;M)</vt:lpstr>
      <vt:lpstr>4.2 MAC-then-Encrypt (MtE)</vt:lpstr>
      <vt:lpstr>4.3 Encrypt-then-MAC (EtM)</vt:lpstr>
      <vt:lpstr>5. Authenticated Encryption with Associated Data (AEAD)</vt:lpstr>
      <vt:lpstr>5. Authenticated Encryption with Associated Data (AEAD)</vt:lpstr>
      <vt:lpstr>5.1 AEAD Definition</vt:lpstr>
      <vt:lpstr>5.1 AEAD Definition</vt:lpstr>
      <vt:lpstr>5.2 Security Goals for AEAD</vt:lpstr>
      <vt:lpstr>6. Modern AEAD Constructions</vt:lpstr>
      <vt:lpstr>6.1 AES-GCM: Galois/Counter Mode</vt:lpstr>
      <vt:lpstr>6.1 AES-GCM: Galois/Counter Mode</vt:lpstr>
      <vt:lpstr>6.1 AES-GCM: Galois/Counter Mode</vt:lpstr>
      <vt:lpstr>Презентация PowerPoint</vt:lpstr>
      <vt:lpstr>6.1 AES-GCM: Galois/Counter Mode</vt:lpstr>
      <vt:lpstr>6.2 ChaCha20-Poly1305</vt:lpstr>
      <vt:lpstr>6.2 ChaCha20-Poly1305</vt:lpstr>
      <vt:lpstr>6.2 ChaCha20-Poly1305</vt:lpstr>
      <vt:lpstr>Презентация PowerPoint</vt:lpstr>
      <vt:lpstr>6.2 ChaCha20-Poly1305</vt:lpstr>
      <vt:lpstr>7. Conclusion</vt:lpstr>
      <vt:lpstr>7.2 Looking Forward</vt:lpstr>
      <vt:lpstr>7.3 Preparation for Next Lecture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Nikolay Ishutin</cp:lastModifiedBy>
  <cp:revision>502</cp:revision>
  <dcterms:created xsi:type="dcterms:W3CDTF">2026-02-08T09:52:19Z</dcterms:created>
  <dcterms:modified xsi:type="dcterms:W3CDTF">2026-02-16T13:38:36Z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