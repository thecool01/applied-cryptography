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  <Override PartName="/ppt/revisionInfo.xml" ContentType="application/vnd.ms-powerpoint.revisioninfo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64" r:id="rId7"/>
    <p:sldId id="265" r:id="rId8"/>
    <p:sldId id="266" r:id="rId9"/>
    <p:sldId id="267" r:id="rId10"/>
    <p:sldId id="268" r:id="rId11"/>
    <p:sldId id="272" r:id="rId12"/>
    <p:sldId id="269" r:id="rId13"/>
    <p:sldId id="270" r:id="rId14"/>
    <p:sldId id="271" r:id="rId15"/>
    <p:sldId id="274" r:id="rId16"/>
    <p:sldId id="273" r:id="rId17"/>
    <p:sldId id="275" r:id="rId18"/>
    <p:sldId id="276" r:id="rId19"/>
    <p:sldId id="277" r:id="rId20"/>
    <p:sldId id="278" r:id="rId21"/>
    <p:sldId id="279" r:id="rId22"/>
    <p:sldId id="281" r:id="rId23"/>
    <p:sldId id="280" r:id="rId24"/>
    <p:sldId id="282" r:id="rId25"/>
    <p:sldId id="283" r:id="rId26"/>
    <p:sldId id="284" r:id="rId27"/>
    <p:sldId id="285" r:id="rId28"/>
    <p:sldId id="313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314" r:id="rId37"/>
    <p:sldId id="315" r:id="rId38"/>
    <p:sldId id="294" r:id="rId39"/>
    <p:sldId id="295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5" r:id="rId48"/>
    <p:sldId id="306" r:id="rId49"/>
    <p:sldId id="307" r:id="rId50"/>
    <p:sldId id="308" r:id="rId51"/>
    <p:sldId id="309" r:id="rId52"/>
    <p:sldId id="310" r:id="rId53"/>
    <p:sldId id="311" r:id="rId54"/>
    <p:sldId id="312" r:id="rId5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E25F70-5F32-8CD8-9A9C-051AF34653EB}" v="577" dt="2026-02-22T18:55:00.6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82" autoAdjust="0"/>
    <p:restoredTop sz="94660"/>
  </p:normalViewPr>
  <p:slideViewPr>
    <p:cSldViewPr snapToGrid="0">
      <p:cViewPr varScale="1">
        <p:scale>
          <a:sx n="89" d="100"/>
          <a:sy n="89" d="100"/>
        </p:scale>
        <p:origin x="8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customXml" Target="../customXml/item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microsoft.com/office/2015/10/relationships/revisionInfo" Target="revisionInfo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64" Type="http://schemas.openxmlformats.org/officeDocument/2006/relationships/customXml" Target="../customXml/item3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Temirlan Zhaxalykov" userId="S::t.zhaxalykov@kbtu.kz::037320a9-8ef1-4acb-bb74-1ab60141db9d" providerId="AD" clId="Web-{07E25F70-5F32-8CD8-9A9C-051AF34653EB}"/>
    <pc:docChg chg="addSld delSld modSld">
      <pc:chgData name="Temirlan Zhaxalykov" userId="S::t.zhaxalykov@kbtu.kz::037320a9-8ef1-4acb-bb74-1ab60141db9d" providerId="AD" clId="Web-{07E25F70-5F32-8CD8-9A9C-051AF34653EB}" dt="2026-02-22T18:53:33.815" v="632" actId="14100"/>
      <pc:docMkLst>
        <pc:docMk/>
      </pc:docMkLst>
      <pc:sldChg chg="addSp modSp mod setBg">
        <pc:chgData name="Temirlan Zhaxalykov" userId="S::t.zhaxalykov@kbtu.kz::037320a9-8ef1-4acb-bb74-1ab60141db9d" providerId="AD" clId="Web-{07E25F70-5F32-8CD8-9A9C-051AF34653EB}" dt="2026-02-22T16:51:07.654" v="21"/>
        <pc:sldMkLst>
          <pc:docMk/>
          <pc:sldMk cId="1351651579" sldId="256"/>
        </pc:sldMkLst>
        <pc:spChg chg="mod">
          <ac:chgData name="Temirlan Zhaxalykov" userId="S::t.zhaxalykov@kbtu.kz::037320a9-8ef1-4acb-bb74-1ab60141db9d" providerId="AD" clId="Web-{07E25F70-5F32-8CD8-9A9C-051AF34653EB}" dt="2026-02-22T16:51:07.654" v="20"/>
          <ac:spMkLst>
            <pc:docMk/>
            <pc:sldMk cId="1351651579" sldId="256"/>
            <ac:spMk id="2" creationId="{00000000-0000-0000-0000-000000000000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6:51:07.654" v="21"/>
          <ac:spMkLst>
            <pc:docMk/>
            <pc:sldMk cId="1351651579" sldId="256"/>
            <ac:spMk id="3" creationId="{00000000-0000-0000-0000-000000000000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6:50:59.732" v="18"/>
          <ac:spMkLst>
            <pc:docMk/>
            <pc:sldMk cId="1351651579" sldId="256"/>
            <ac:spMk id="8" creationId="{6F5A5072-7B47-4D32-B52A-4EBBF590B8A5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6:50:59.732" v="18"/>
          <ac:spMkLst>
            <pc:docMk/>
            <pc:sldMk cId="1351651579" sldId="256"/>
            <ac:spMk id="10" creationId="{9715DAF0-AE1B-46C9-8A6B-DB2AA05AB91D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6:50:59.732" v="18"/>
          <ac:spMkLst>
            <pc:docMk/>
            <pc:sldMk cId="1351651579" sldId="256"/>
            <ac:spMk id="12" creationId="{6016219D-510E-4184-9090-6D5578A87BD1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6:50:59.732" v="18"/>
          <ac:spMkLst>
            <pc:docMk/>
            <pc:sldMk cId="1351651579" sldId="256"/>
            <ac:spMk id="14" creationId="{AFF4A713-7B75-4B21-90D7-5AB19547C72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6:50:59.732" v="18"/>
          <ac:spMkLst>
            <pc:docMk/>
            <pc:sldMk cId="1351651579" sldId="256"/>
            <ac:spMk id="16" creationId="{DC631C0B-6DA6-4E57-8231-CE32B3434A7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6:50:59.732" v="18"/>
          <ac:spMkLst>
            <pc:docMk/>
            <pc:sldMk cId="1351651579" sldId="256"/>
            <ac:spMk id="18" creationId="{C29501E6-A978-4A61-9689-9085AF97A53A}"/>
          </ac:spMkLst>
        </pc:spChg>
      </pc:sldChg>
      <pc:sldChg chg="addSp modSp add del">
        <pc:chgData name="Temirlan Zhaxalykov" userId="S::t.zhaxalykov@kbtu.kz::037320a9-8ef1-4acb-bb74-1ab60141db9d" providerId="AD" clId="Web-{07E25F70-5F32-8CD8-9A9C-051AF34653EB}" dt="2026-02-22T16:51:02.404" v="19"/>
        <pc:sldMkLst>
          <pc:docMk/>
          <pc:sldMk cId="4273798576" sldId="258"/>
        </pc:sldMkLst>
        <pc:spChg chg="mod">
          <ac:chgData name="Temirlan Zhaxalykov" userId="S::t.zhaxalykov@kbtu.kz::037320a9-8ef1-4acb-bb74-1ab60141db9d" providerId="AD" clId="Web-{07E25F70-5F32-8CD8-9A9C-051AF34653EB}" dt="2026-02-22T16:50:54.591" v="17"/>
          <ac:spMkLst>
            <pc:docMk/>
            <pc:sldMk cId="4273798576" sldId="258"/>
            <ac:spMk id="2" creationId="{00000000-0000-0000-0000-000000000000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6:50:54.591" v="17"/>
          <ac:spMkLst>
            <pc:docMk/>
            <pc:sldMk cId="4273798576" sldId="258"/>
            <ac:spMk id="8" creationId="{6F5A5072-7B47-4D32-B52A-4EBBF590B8A5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6:50:54.591" v="17"/>
          <ac:spMkLst>
            <pc:docMk/>
            <pc:sldMk cId="4273798576" sldId="258"/>
            <ac:spMk id="10" creationId="{9715DAF0-AE1B-46C9-8A6B-DB2AA05AB91D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6:50:54.591" v="17"/>
          <ac:spMkLst>
            <pc:docMk/>
            <pc:sldMk cId="4273798576" sldId="258"/>
            <ac:spMk id="12" creationId="{6016219D-510E-4184-9090-6D5578A87BD1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6:50:54.591" v="17"/>
          <ac:spMkLst>
            <pc:docMk/>
            <pc:sldMk cId="4273798576" sldId="258"/>
            <ac:spMk id="14" creationId="{AFF4A713-7B75-4B21-90D7-5AB19547C72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6:50:54.591" v="17"/>
          <ac:spMkLst>
            <pc:docMk/>
            <pc:sldMk cId="4273798576" sldId="258"/>
            <ac:spMk id="16" creationId="{DC631C0B-6DA6-4E57-8231-CE32B3434A7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6:50:54.591" v="17"/>
          <ac:spMkLst>
            <pc:docMk/>
            <pc:sldMk cId="4273798576" sldId="258"/>
            <ac:spMk id="18" creationId="{C29501E6-A978-4A61-9689-9085AF97A53A}"/>
          </ac:spMkLst>
        </pc:spChg>
      </pc:sldChg>
      <pc:sldChg chg="addSp modSp add">
        <pc:chgData name="Temirlan Zhaxalykov" userId="S::t.zhaxalykov@kbtu.kz::037320a9-8ef1-4acb-bb74-1ab60141db9d" providerId="AD" clId="Web-{07E25F70-5F32-8CD8-9A9C-051AF34653EB}" dt="2026-02-22T16:57:33.378" v="71" actId="20577"/>
        <pc:sldMkLst>
          <pc:docMk/>
          <pc:sldMk cId="3763757625" sldId="260"/>
        </pc:sldMkLst>
        <pc:spChg chg="mod">
          <ac:chgData name="Temirlan Zhaxalykov" userId="S::t.zhaxalykov@kbtu.kz::037320a9-8ef1-4acb-bb74-1ab60141db9d" providerId="AD" clId="Web-{07E25F70-5F32-8CD8-9A9C-051AF34653EB}" dt="2026-02-22T16:57:33.378" v="71" actId="20577"/>
          <ac:spMkLst>
            <pc:docMk/>
            <pc:sldMk cId="3763757625" sldId="260"/>
            <ac:spMk id="3" creationId="{BD685C0E-B3AE-4024-E3E2-A44731C15FBD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6:52:43.372" v="23"/>
          <ac:spMkLst>
            <pc:docMk/>
            <pc:sldMk cId="3763757625" sldId="260"/>
            <ac:spMk id="8" creationId="{DEE2AD96-B495-4E06-9291-B71706F728CB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6:52:43.372" v="23"/>
          <ac:spMkLst>
            <pc:docMk/>
            <pc:sldMk cId="3763757625" sldId="260"/>
            <ac:spMk id="10" creationId="{53CF6D67-C5A8-4ADD-9E8E-1E38CA1D3166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6:52:43.372" v="23"/>
          <ac:spMkLst>
            <pc:docMk/>
            <pc:sldMk cId="3763757625" sldId="260"/>
            <ac:spMk id="12" creationId="{86909FA0-B515-4681-B7A8-FA281D133B94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6:52:43.372" v="23"/>
          <ac:spMkLst>
            <pc:docMk/>
            <pc:sldMk cId="3763757625" sldId="260"/>
            <ac:spMk id="14" creationId="{21C9FE86-FCC3-4A31-AA1C-C882262B7FE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6:52:43.372" v="23"/>
          <ac:spMkLst>
            <pc:docMk/>
            <pc:sldMk cId="3763757625" sldId="260"/>
            <ac:spMk id="16" creationId="{7D96243B-ECED-4B71-8E06-AE9A285EAD20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6:52:43.372" v="23"/>
          <ac:spMkLst>
            <pc:docMk/>
            <pc:sldMk cId="3763757625" sldId="260"/>
            <ac:spMk id="18" creationId="{A09989E4-EFDC-4A90-A633-E0525FB4139E}"/>
          </ac:spMkLst>
        </pc:spChg>
      </pc:sldChg>
      <pc:sldChg chg="modSp add replId">
        <pc:chgData name="Temirlan Zhaxalykov" userId="S::t.zhaxalykov@kbtu.kz::037320a9-8ef1-4acb-bb74-1ab60141db9d" providerId="AD" clId="Web-{07E25F70-5F32-8CD8-9A9C-051AF34653EB}" dt="2026-02-22T17:26:29.640" v="161" actId="20577"/>
        <pc:sldMkLst>
          <pc:docMk/>
          <pc:sldMk cId="2596900244" sldId="261"/>
        </pc:sldMkLst>
        <pc:spChg chg="mod">
          <ac:chgData name="Temirlan Zhaxalykov" userId="S::t.zhaxalykov@kbtu.kz::037320a9-8ef1-4acb-bb74-1ab60141db9d" providerId="AD" clId="Web-{07E25F70-5F32-8CD8-9A9C-051AF34653EB}" dt="2026-02-22T17:26:29.640" v="161" actId="20577"/>
          <ac:spMkLst>
            <pc:docMk/>
            <pc:sldMk cId="2596900244" sldId="261"/>
            <ac:spMk id="2" creationId="{3ABD5290-2172-CC71-8D41-43E21233FCE8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6:57:24.706" v="65" actId="20577"/>
          <ac:spMkLst>
            <pc:docMk/>
            <pc:sldMk cId="2596900244" sldId="261"/>
            <ac:spMk id="3" creationId="{C0CB8EAF-D276-F56C-5393-63C77CA88117}"/>
          </ac:spMkLst>
        </pc:spChg>
      </pc:sldChg>
      <pc:sldChg chg="modSp new del">
        <pc:chgData name="Temirlan Zhaxalykov" userId="S::t.zhaxalykov@kbtu.kz::037320a9-8ef1-4acb-bb74-1ab60141db9d" providerId="AD" clId="Web-{07E25F70-5F32-8CD8-9A9C-051AF34653EB}" dt="2026-02-22T16:56:37.799" v="45"/>
        <pc:sldMkLst>
          <pc:docMk/>
          <pc:sldMk cId="3833348607" sldId="261"/>
        </pc:sldMkLst>
        <pc:spChg chg="mod">
          <ac:chgData name="Temirlan Zhaxalykov" userId="S::t.zhaxalykov@kbtu.kz::037320a9-8ef1-4acb-bb74-1ab60141db9d" providerId="AD" clId="Web-{07E25F70-5F32-8CD8-9A9C-051AF34653EB}" dt="2026-02-22T16:56:35.783" v="44" actId="20577"/>
          <ac:spMkLst>
            <pc:docMk/>
            <pc:sldMk cId="3833348607" sldId="261"/>
            <ac:spMk id="2" creationId="{0F6F1471-8DEB-D91E-7920-C5A16B5F4D0F}"/>
          </ac:spMkLst>
        </pc:spChg>
      </pc:sldChg>
      <pc:sldChg chg="addSp modSp new mod setBg">
        <pc:chgData name="Temirlan Zhaxalykov" userId="S::t.zhaxalykov@kbtu.kz::037320a9-8ef1-4acb-bb74-1ab60141db9d" providerId="AD" clId="Web-{07E25F70-5F32-8CD8-9A9C-051AF34653EB}" dt="2026-02-22T17:08:09.681" v="79" actId="20577"/>
        <pc:sldMkLst>
          <pc:docMk/>
          <pc:sldMk cId="3732026272" sldId="262"/>
        </pc:sldMkLst>
        <pc:spChg chg="mod">
          <ac:chgData name="Temirlan Zhaxalykov" userId="S::t.zhaxalykov@kbtu.kz::037320a9-8ef1-4acb-bb74-1ab60141db9d" providerId="AD" clId="Web-{07E25F70-5F32-8CD8-9A9C-051AF34653EB}" dt="2026-02-22T17:08:07.056" v="77"/>
          <ac:spMkLst>
            <pc:docMk/>
            <pc:sldMk cId="3732026272" sldId="262"/>
            <ac:spMk id="2" creationId="{0BBF3EAF-DC52-6561-8D1E-43551584B669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08:09.681" v="79" actId="20577"/>
          <ac:spMkLst>
            <pc:docMk/>
            <pc:sldMk cId="3732026272" sldId="262"/>
            <ac:spMk id="3" creationId="{5EAEECC7-453C-6E10-BF1D-B4820AB2B93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07:59.446" v="76"/>
          <ac:spMkLst>
            <pc:docMk/>
            <pc:sldMk cId="3732026272" sldId="262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07:59.446" v="76"/>
          <ac:spMkLst>
            <pc:docMk/>
            <pc:sldMk cId="3732026272" sldId="262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07:59.446" v="76"/>
          <ac:spMkLst>
            <pc:docMk/>
            <pc:sldMk cId="3732026272" sldId="262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07:59.446" v="76"/>
          <ac:spMkLst>
            <pc:docMk/>
            <pc:sldMk cId="3732026272" sldId="262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07:59.446" v="76"/>
          <ac:spMkLst>
            <pc:docMk/>
            <pc:sldMk cId="3732026272" sldId="262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07E25F70-5F32-8CD8-9A9C-051AF34653EB}" dt="2026-02-22T17:08:41.244" v="87"/>
        <pc:sldMkLst>
          <pc:docMk/>
          <pc:sldMk cId="1164316540" sldId="263"/>
        </pc:sldMkLst>
        <pc:spChg chg="mod">
          <ac:chgData name="Temirlan Zhaxalykov" userId="S::t.zhaxalykov@kbtu.kz::037320a9-8ef1-4acb-bb74-1ab60141db9d" providerId="AD" clId="Web-{07E25F70-5F32-8CD8-9A9C-051AF34653EB}" dt="2026-02-22T17:08:41.213" v="86"/>
          <ac:spMkLst>
            <pc:docMk/>
            <pc:sldMk cId="1164316540" sldId="263"/>
            <ac:spMk id="2" creationId="{79DAB91B-D3D3-682F-522F-5E9A59CB8C5F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08:41.244" v="87"/>
          <ac:spMkLst>
            <pc:docMk/>
            <pc:sldMk cId="1164316540" sldId="263"/>
            <ac:spMk id="3" creationId="{FE238E9E-A530-C87F-963C-1EE39B33FE96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08:33.884" v="84"/>
          <ac:spMkLst>
            <pc:docMk/>
            <pc:sldMk cId="1164316540" sldId="263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08:33.884" v="84"/>
          <ac:spMkLst>
            <pc:docMk/>
            <pc:sldMk cId="1164316540" sldId="263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08:33.884" v="84"/>
          <ac:spMkLst>
            <pc:docMk/>
            <pc:sldMk cId="1164316540" sldId="263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08:33.884" v="84"/>
          <ac:spMkLst>
            <pc:docMk/>
            <pc:sldMk cId="1164316540" sldId="263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08:33.884" v="84"/>
          <ac:spMkLst>
            <pc:docMk/>
            <pc:sldMk cId="1164316540" sldId="263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07E25F70-5F32-8CD8-9A9C-051AF34653EB}" dt="2026-02-22T17:10:25.842" v="107" actId="20577"/>
        <pc:sldMkLst>
          <pc:docMk/>
          <pc:sldMk cId="3383797472" sldId="264"/>
        </pc:sldMkLst>
        <pc:spChg chg="mod">
          <ac:chgData name="Temirlan Zhaxalykov" userId="S::t.zhaxalykov@kbtu.kz::037320a9-8ef1-4acb-bb74-1ab60141db9d" providerId="AD" clId="Web-{07E25F70-5F32-8CD8-9A9C-051AF34653EB}" dt="2026-02-22T17:09:50.435" v="97"/>
          <ac:spMkLst>
            <pc:docMk/>
            <pc:sldMk cId="3383797472" sldId="264"/>
            <ac:spMk id="2" creationId="{3B1359E6-02C4-8E4A-2B3C-D124149B37CE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10:25.842" v="107" actId="20577"/>
          <ac:spMkLst>
            <pc:docMk/>
            <pc:sldMk cId="3383797472" sldId="264"/>
            <ac:spMk id="3" creationId="{1A861A3A-9FF8-4701-F7E5-EA55E7EA41AD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09:37.888" v="95"/>
          <ac:spMkLst>
            <pc:docMk/>
            <pc:sldMk cId="3383797472" sldId="264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09:37.888" v="95"/>
          <ac:spMkLst>
            <pc:docMk/>
            <pc:sldMk cId="3383797472" sldId="264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09:37.888" v="95"/>
          <ac:spMkLst>
            <pc:docMk/>
            <pc:sldMk cId="3383797472" sldId="264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09:37.888" v="95"/>
          <ac:spMkLst>
            <pc:docMk/>
            <pc:sldMk cId="3383797472" sldId="264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09:37.888" v="95"/>
          <ac:spMkLst>
            <pc:docMk/>
            <pc:sldMk cId="3383797472" sldId="264"/>
            <ac:spMk id="16" creationId="{53E5B1A8-3AC9-4BD1-9BBC-78CA94F2D1BA}"/>
          </ac:spMkLst>
        </pc:spChg>
      </pc:sldChg>
      <pc:sldChg chg="modSp add replId">
        <pc:chgData name="Temirlan Zhaxalykov" userId="S::t.zhaxalykov@kbtu.kz::037320a9-8ef1-4acb-bb74-1ab60141db9d" providerId="AD" clId="Web-{07E25F70-5F32-8CD8-9A9C-051AF34653EB}" dt="2026-02-22T17:10:49.687" v="113" actId="20577"/>
        <pc:sldMkLst>
          <pc:docMk/>
          <pc:sldMk cId="15171198" sldId="265"/>
        </pc:sldMkLst>
        <pc:spChg chg="mod">
          <ac:chgData name="Temirlan Zhaxalykov" userId="S::t.zhaxalykov@kbtu.kz::037320a9-8ef1-4acb-bb74-1ab60141db9d" providerId="AD" clId="Web-{07E25F70-5F32-8CD8-9A9C-051AF34653EB}" dt="2026-02-22T17:10:49.687" v="113" actId="20577"/>
          <ac:spMkLst>
            <pc:docMk/>
            <pc:sldMk cId="15171198" sldId="265"/>
            <ac:spMk id="3" creationId="{A80FE9A0-74D9-CB0E-9D45-AB4FA14DC9EB}"/>
          </ac:spMkLst>
        </pc:spChg>
      </pc:sldChg>
      <pc:sldChg chg="modSp new del">
        <pc:chgData name="Temirlan Zhaxalykov" userId="S::t.zhaxalykov@kbtu.kz::037320a9-8ef1-4acb-bb74-1ab60141db9d" providerId="AD" clId="Web-{07E25F70-5F32-8CD8-9A9C-051AF34653EB}" dt="2026-02-22T17:10:21.311" v="105"/>
        <pc:sldMkLst>
          <pc:docMk/>
          <pc:sldMk cId="943110016" sldId="265"/>
        </pc:sldMkLst>
        <pc:spChg chg="mod">
          <ac:chgData name="Temirlan Zhaxalykov" userId="S::t.zhaxalykov@kbtu.kz::037320a9-8ef1-4acb-bb74-1ab60141db9d" providerId="AD" clId="Web-{07E25F70-5F32-8CD8-9A9C-051AF34653EB}" dt="2026-02-22T17:10:20.733" v="104" actId="20577"/>
          <ac:spMkLst>
            <pc:docMk/>
            <pc:sldMk cId="943110016" sldId="265"/>
            <ac:spMk id="3" creationId="{5CC73ECD-78C2-5165-D9AE-9A726894861C}"/>
          </ac:spMkLst>
        </pc:spChg>
      </pc:sldChg>
      <pc:sldChg chg="modSp add replId">
        <pc:chgData name="Temirlan Zhaxalykov" userId="S::t.zhaxalykov@kbtu.kz::037320a9-8ef1-4acb-bb74-1ab60141db9d" providerId="AD" clId="Web-{07E25F70-5F32-8CD8-9A9C-051AF34653EB}" dt="2026-02-22T17:11:56.016" v="118"/>
        <pc:sldMkLst>
          <pc:docMk/>
          <pc:sldMk cId="261550903" sldId="266"/>
        </pc:sldMkLst>
        <pc:spChg chg="mod">
          <ac:chgData name="Temirlan Zhaxalykov" userId="S::t.zhaxalykov@kbtu.kz::037320a9-8ef1-4acb-bb74-1ab60141db9d" providerId="AD" clId="Web-{07E25F70-5F32-8CD8-9A9C-051AF34653EB}" dt="2026-02-22T17:11:56.016" v="118"/>
          <ac:spMkLst>
            <pc:docMk/>
            <pc:sldMk cId="261550903" sldId="266"/>
            <ac:spMk id="3" creationId="{6D8D0A14-2AE3-41B5-41E4-EA9D509D550E}"/>
          </ac:spMkLst>
        </pc:spChg>
      </pc:sldChg>
      <pc:sldChg chg="modSp add replId">
        <pc:chgData name="Temirlan Zhaxalykov" userId="S::t.zhaxalykov@kbtu.kz::037320a9-8ef1-4acb-bb74-1ab60141db9d" providerId="AD" clId="Web-{07E25F70-5F32-8CD8-9A9C-051AF34653EB}" dt="2026-02-22T17:12:16.548" v="122" actId="1076"/>
        <pc:sldMkLst>
          <pc:docMk/>
          <pc:sldMk cId="1800319722" sldId="267"/>
        </pc:sldMkLst>
        <pc:spChg chg="mod">
          <ac:chgData name="Temirlan Zhaxalykov" userId="S::t.zhaxalykov@kbtu.kz::037320a9-8ef1-4acb-bb74-1ab60141db9d" providerId="AD" clId="Web-{07E25F70-5F32-8CD8-9A9C-051AF34653EB}" dt="2026-02-22T17:12:16.548" v="122" actId="1076"/>
          <ac:spMkLst>
            <pc:docMk/>
            <pc:sldMk cId="1800319722" sldId="267"/>
            <ac:spMk id="3" creationId="{25F8A177-8AB8-AF9D-86D1-7253881AC485}"/>
          </ac:spMkLst>
        </pc:spChg>
      </pc:sldChg>
      <pc:sldChg chg="modSp add replId">
        <pc:chgData name="Temirlan Zhaxalykov" userId="S::t.zhaxalykov@kbtu.kz::037320a9-8ef1-4acb-bb74-1ab60141db9d" providerId="AD" clId="Web-{07E25F70-5F32-8CD8-9A9C-051AF34653EB}" dt="2026-02-22T17:13:03.970" v="127"/>
        <pc:sldMkLst>
          <pc:docMk/>
          <pc:sldMk cId="995948095" sldId="268"/>
        </pc:sldMkLst>
        <pc:spChg chg="mod">
          <ac:chgData name="Temirlan Zhaxalykov" userId="S::t.zhaxalykov@kbtu.kz::037320a9-8ef1-4acb-bb74-1ab60141db9d" providerId="AD" clId="Web-{07E25F70-5F32-8CD8-9A9C-051AF34653EB}" dt="2026-02-22T17:13:03.970" v="127"/>
          <ac:spMkLst>
            <pc:docMk/>
            <pc:sldMk cId="995948095" sldId="268"/>
            <ac:spMk id="3" creationId="{F0FB89B7-49E3-7D74-30F7-CFCA17458C2D}"/>
          </ac:spMkLst>
        </pc:spChg>
      </pc:sldChg>
      <pc:sldChg chg="addSp delSp modSp new">
        <pc:chgData name="Temirlan Zhaxalykov" userId="S::t.zhaxalykov@kbtu.kz::037320a9-8ef1-4acb-bb74-1ab60141db9d" providerId="AD" clId="Web-{07E25F70-5F32-8CD8-9A9C-051AF34653EB}" dt="2026-02-22T17:23:26.514" v="136" actId="14100"/>
        <pc:sldMkLst>
          <pc:docMk/>
          <pc:sldMk cId="3733541042" sldId="269"/>
        </pc:sldMkLst>
        <pc:spChg chg="del">
          <ac:chgData name="Temirlan Zhaxalykov" userId="S::t.zhaxalykov@kbtu.kz::037320a9-8ef1-4acb-bb74-1ab60141db9d" providerId="AD" clId="Web-{07E25F70-5F32-8CD8-9A9C-051AF34653EB}" dt="2026-02-22T17:23:14.107" v="131"/>
          <ac:spMkLst>
            <pc:docMk/>
            <pc:sldMk cId="3733541042" sldId="269"/>
            <ac:spMk id="2" creationId="{B124D4C2-D5A6-4C2F-BE0B-0AA396EA7141}"/>
          </ac:spMkLst>
        </pc:spChg>
        <pc:spChg chg="del">
          <ac:chgData name="Temirlan Zhaxalykov" userId="S::t.zhaxalykov@kbtu.kz::037320a9-8ef1-4acb-bb74-1ab60141db9d" providerId="AD" clId="Web-{07E25F70-5F32-8CD8-9A9C-051AF34653EB}" dt="2026-02-22T17:23:11.451" v="129"/>
          <ac:spMkLst>
            <pc:docMk/>
            <pc:sldMk cId="3733541042" sldId="269"/>
            <ac:spMk id="3" creationId="{D11AA17E-A398-B805-E121-B77396B1E5D4}"/>
          </ac:spMkLst>
        </pc:spChg>
        <pc:picChg chg="add mod ord">
          <ac:chgData name="Temirlan Zhaxalykov" userId="S::t.zhaxalykov@kbtu.kz::037320a9-8ef1-4acb-bb74-1ab60141db9d" providerId="AD" clId="Web-{07E25F70-5F32-8CD8-9A9C-051AF34653EB}" dt="2026-02-22T17:23:26.514" v="136" actId="14100"/>
          <ac:picMkLst>
            <pc:docMk/>
            <pc:sldMk cId="3733541042" sldId="269"/>
            <ac:picMk id="4" creationId="{13CEB504-E490-F725-8176-43143428A547}"/>
          </ac:picMkLst>
        </pc:picChg>
      </pc:sldChg>
      <pc:sldChg chg="addSp modSp new mod setBg">
        <pc:chgData name="Temirlan Zhaxalykov" userId="S::t.zhaxalykov@kbtu.kz::037320a9-8ef1-4acb-bb74-1ab60141db9d" providerId="AD" clId="Web-{07E25F70-5F32-8CD8-9A9C-051AF34653EB}" dt="2026-02-22T17:24:10.905" v="144" actId="20577"/>
        <pc:sldMkLst>
          <pc:docMk/>
          <pc:sldMk cId="1689129705" sldId="270"/>
        </pc:sldMkLst>
        <pc:spChg chg="mod">
          <ac:chgData name="Temirlan Zhaxalykov" userId="S::t.zhaxalykov@kbtu.kz::037320a9-8ef1-4acb-bb74-1ab60141db9d" providerId="AD" clId="Web-{07E25F70-5F32-8CD8-9A9C-051AF34653EB}" dt="2026-02-22T17:24:10.905" v="144" actId="20577"/>
          <ac:spMkLst>
            <pc:docMk/>
            <pc:sldMk cId="1689129705" sldId="270"/>
            <ac:spMk id="2" creationId="{1BF6ECB4-F5EF-156D-9844-88DF3D0F014A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24:03.701" v="142"/>
          <ac:spMkLst>
            <pc:docMk/>
            <pc:sldMk cId="1689129705" sldId="270"/>
            <ac:spMk id="3" creationId="{BDB32302-72C6-5D7D-58EE-8A6A5A515191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24:03.701" v="142"/>
          <ac:spMkLst>
            <pc:docMk/>
            <pc:sldMk cId="1689129705" sldId="270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24:03.701" v="142"/>
          <ac:spMkLst>
            <pc:docMk/>
            <pc:sldMk cId="1689129705" sldId="270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24:03.701" v="142"/>
          <ac:spMkLst>
            <pc:docMk/>
            <pc:sldMk cId="1689129705" sldId="270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24:03.701" v="142"/>
          <ac:spMkLst>
            <pc:docMk/>
            <pc:sldMk cId="1689129705" sldId="270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24:03.701" v="142"/>
          <ac:spMkLst>
            <pc:docMk/>
            <pc:sldMk cId="1689129705" sldId="270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07E25F70-5F32-8CD8-9A9C-051AF34653EB}" dt="2026-02-22T17:24:42.905" v="149" actId="20577"/>
        <pc:sldMkLst>
          <pc:docMk/>
          <pc:sldMk cId="2502208080" sldId="271"/>
        </pc:sldMkLst>
        <pc:spChg chg="mod">
          <ac:chgData name="Temirlan Zhaxalykov" userId="S::t.zhaxalykov@kbtu.kz::037320a9-8ef1-4acb-bb74-1ab60141db9d" providerId="AD" clId="Web-{07E25F70-5F32-8CD8-9A9C-051AF34653EB}" dt="2026-02-22T17:24:42.905" v="149" actId="20577"/>
          <ac:spMkLst>
            <pc:docMk/>
            <pc:sldMk cId="2502208080" sldId="271"/>
            <ac:spMk id="2" creationId="{AC72E672-E298-5A1A-3296-74DE7663915A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24:38.702" v="148"/>
          <ac:spMkLst>
            <pc:docMk/>
            <pc:sldMk cId="2502208080" sldId="271"/>
            <ac:spMk id="3" creationId="{B5596FB9-F805-3056-CDE0-BCF98A5DC40B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24:38.702" v="148"/>
          <ac:spMkLst>
            <pc:docMk/>
            <pc:sldMk cId="2502208080" sldId="271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24:38.702" v="148"/>
          <ac:spMkLst>
            <pc:docMk/>
            <pc:sldMk cId="2502208080" sldId="271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24:38.702" v="148"/>
          <ac:spMkLst>
            <pc:docMk/>
            <pc:sldMk cId="2502208080" sldId="271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24:38.702" v="148"/>
          <ac:spMkLst>
            <pc:docMk/>
            <pc:sldMk cId="2502208080" sldId="271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24:38.702" v="148"/>
          <ac:spMkLst>
            <pc:docMk/>
            <pc:sldMk cId="2502208080" sldId="271"/>
            <ac:spMk id="16" creationId="{53E5B1A8-3AC9-4BD1-9BBC-78CA94F2D1BA}"/>
          </ac:spMkLst>
        </pc:spChg>
      </pc:sldChg>
      <pc:sldChg chg="addSp delSp modSp new">
        <pc:chgData name="Temirlan Zhaxalykov" userId="S::t.zhaxalykov@kbtu.kz::037320a9-8ef1-4acb-bb74-1ab60141db9d" providerId="AD" clId="Web-{07E25F70-5F32-8CD8-9A9C-051AF34653EB}" dt="2026-02-22T17:25:58.796" v="157" actId="14100"/>
        <pc:sldMkLst>
          <pc:docMk/>
          <pc:sldMk cId="3793478672" sldId="272"/>
        </pc:sldMkLst>
        <pc:spChg chg="del">
          <ac:chgData name="Temirlan Zhaxalykov" userId="S::t.zhaxalykov@kbtu.kz::037320a9-8ef1-4acb-bb74-1ab60141db9d" providerId="AD" clId="Web-{07E25F70-5F32-8CD8-9A9C-051AF34653EB}" dt="2026-02-22T17:25:41.139" v="152"/>
          <ac:spMkLst>
            <pc:docMk/>
            <pc:sldMk cId="3793478672" sldId="272"/>
            <ac:spMk id="2" creationId="{941B5CF6-B50B-7A81-98BB-16AC1060A7B4}"/>
          </ac:spMkLst>
        </pc:spChg>
        <pc:spChg chg="del">
          <ac:chgData name="Temirlan Zhaxalykov" userId="S::t.zhaxalykov@kbtu.kz::037320a9-8ef1-4acb-bb74-1ab60141db9d" providerId="AD" clId="Web-{07E25F70-5F32-8CD8-9A9C-051AF34653EB}" dt="2026-02-22T17:25:35.717" v="151"/>
          <ac:spMkLst>
            <pc:docMk/>
            <pc:sldMk cId="3793478672" sldId="272"/>
            <ac:spMk id="3" creationId="{6694D4AE-78C2-4471-D6C5-B491D9458855}"/>
          </ac:spMkLst>
        </pc:spChg>
        <pc:picChg chg="add mod ord">
          <ac:chgData name="Temirlan Zhaxalykov" userId="S::t.zhaxalykov@kbtu.kz::037320a9-8ef1-4acb-bb74-1ab60141db9d" providerId="AD" clId="Web-{07E25F70-5F32-8CD8-9A9C-051AF34653EB}" dt="2026-02-22T17:25:58.796" v="157" actId="14100"/>
          <ac:picMkLst>
            <pc:docMk/>
            <pc:sldMk cId="3793478672" sldId="272"/>
            <ac:picMk id="4" creationId="{F122EBF8-B595-ADFF-DE74-27453AA24744}"/>
          </ac:picMkLst>
        </pc:picChg>
      </pc:sldChg>
      <pc:sldChg chg="addSp modSp new mod setBg">
        <pc:chgData name="Temirlan Zhaxalykov" userId="S::t.zhaxalykov@kbtu.kz::037320a9-8ef1-4acb-bb74-1ab60141db9d" providerId="AD" clId="Web-{07E25F70-5F32-8CD8-9A9C-051AF34653EB}" dt="2026-02-22T17:27:59.407" v="187"/>
        <pc:sldMkLst>
          <pc:docMk/>
          <pc:sldMk cId="604306565" sldId="273"/>
        </pc:sldMkLst>
        <pc:spChg chg="mod">
          <ac:chgData name="Temirlan Zhaxalykov" userId="S::t.zhaxalykov@kbtu.kz::037320a9-8ef1-4acb-bb74-1ab60141db9d" providerId="AD" clId="Web-{07E25F70-5F32-8CD8-9A9C-051AF34653EB}" dt="2026-02-22T17:27:59.391" v="186"/>
          <ac:spMkLst>
            <pc:docMk/>
            <pc:sldMk cId="604306565" sldId="273"/>
            <ac:spMk id="2" creationId="{FFD21678-BE6A-1EE6-AA33-B16A271D9B97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27:59.407" v="187"/>
          <ac:spMkLst>
            <pc:docMk/>
            <pc:sldMk cId="604306565" sldId="273"/>
            <ac:spMk id="3" creationId="{987D32BD-E95E-0689-034F-DED505E417EF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27:52.376" v="183"/>
          <ac:spMkLst>
            <pc:docMk/>
            <pc:sldMk cId="604306565" sldId="273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27:52.376" v="183"/>
          <ac:spMkLst>
            <pc:docMk/>
            <pc:sldMk cId="604306565" sldId="273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27:52.376" v="183"/>
          <ac:spMkLst>
            <pc:docMk/>
            <pc:sldMk cId="604306565" sldId="273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27:52.376" v="183"/>
          <ac:spMkLst>
            <pc:docMk/>
            <pc:sldMk cId="604306565" sldId="273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27:52.376" v="183"/>
          <ac:spMkLst>
            <pc:docMk/>
            <pc:sldMk cId="604306565" sldId="273"/>
            <ac:spMk id="16" creationId="{53E5B1A8-3AC9-4BD1-9BBC-78CA94F2D1BA}"/>
          </ac:spMkLst>
        </pc:spChg>
      </pc:sldChg>
      <pc:sldChg chg="modSp add replId">
        <pc:chgData name="Temirlan Zhaxalykov" userId="S::t.zhaxalykov@kbtu.kz::037320a9-8ef1-4acb-bb74-1ab60141db9d" providerId="AD" clId="Web-{07E25F70-5F32-8CD8-9A9C-051AF34653EB}" dt="2026-02-22T17:27:31.641" v="180" actId="20577"/>
        <pc:sldMkLst>
          <pc:docMk/>
          <pc:sldMk cId="1402278681" sldId="274"/>
        </pc:sldMkLst>
        <pc:spChg chg="mod">
          <ac:chgData name="Temirlan Zhaxalykov" userId="S::t.zhaxalykov@kbtu.kz::037320a9-8ef1-4acb-bb74-1ab60141db9d" providerId="AD" clId="Web-{07E25F70-5F32-8CD8-9A9C-051AF34653EB}" dt="2026-02-22T17:27:31.641" v="180" actId="20577"/>
          <ac:spMkLst>
            <pc:docMk/>
            <pc:sldMk cId="1402278681" sldId="274"/>
            <ac:spMk id="2" creationId="{5FB2F606-E107-A969-68A5-F86E9196519D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27:25.235" v="178"/>
          <ac:spMkLst>
            <pc:docMk/>
            <pc:sldMk cId="1402278681" sldId="274"/>
            <ac:spMk id="3" creationId="{4440DB64-E7C1-ED88-6ABD-164D03829D6F}"/>
          </ac:spMkLst>
        </pc:spChg>
      </pc:sldChg>
      <pc:sldChg chg="addSp modSp new mod setBg">
        <pc:chgData name="Temirlan Zhaxalykov" userId="S::t.zhaxalykov@kbtu.kz::037320a9-8ef1-4acb-bb74-1ab60141db9d" providerId="AD" clId="Web-{07E25F70-5F32-8CD8-9A9C-051AF34653EB}" dt="2026-02-22T17:28:56.001" v="195" actId="20577"/>
        <pc:sldMkLst>
          <pc:docMk/>
          <pc:sldMk cId="39553055" sldId="275"/>
        </pc:sldMkLst>
        <pc:spChg chg="mod">
          <ac:chgData name="Temirlan Zhaxalykov" userId="S::t.zhaxalykov@kbtu.kz::037320a9-8ef1-4acb-bb74-1ab60141db9d" providerId="AD" clId="Web-{07E25F70-5F32-8CD8-9A9C-051AF34653EB}" dt="2026-02-22T17:28:53.658" v="193"/>
          <ac:spMkLst>
            <pc:docMk/>
            <pc:sldMk cId="39553055" sldId="275"/>
            <ac:spMk id="2" creationId="{105602F4-8A05-28D0-13D8-A8FCE0F0E1F3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28:56.001" v="195" actId="20577"/>
          <ac:spMkLst>
            <pc:docMk/>
            <pc:sldMk cId="39553055" sldId="275"/>
            <ac:spMk id="3" creationId="{6C1D4F73-351E-E936-0DC1-4B28351555A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28:48.642" v="191"/>
          <ac:spMkLst>
            <pc:docMk/>
            <pc:sldMk cId="39553055" sldId="275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28:48.642" v="191"/>
          <ac:spMkLst>
            <pc:docMk/>
            <pc:sldMk cId="39553055" sldId="275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28:48.642" v="191"/>
          <ac:spMkLst>
            <pc:docMk/>
            <pc:sldMk cId="39553055" sldId="275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28:48.642" v="191"/>
          <ac:spMkLst>
            <pc:docMk/>
            <pc:sldMk cId="39553055" sldId="275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28:48.642" v="191"/>
          <ac:spMkLst>
            <pc:docMk/>
            <pc:sldMk cId="39553055" sldId="275"/>
            <ac:spMk id="16" creationId="{53E5B1A8-3AC9-4BD1-9BBC-78CA94F2D1BA}"/>
          </ac:spMkLst>
        </pc:spChg>
      </pc:sldChg>
      <pc:sldChg chg="add del replId">
        <pc:chgData name="Temirlan Zhaxalykov" userId="S::t.zhaxalykov@kbtu.kz::037320a9-8ef1-4acb-bb74-1ab60141db9d" providerId="AD" clId="Web-{07E25F70-5F32-8CD8-9A9C-051AF34653EB}" dt="2026-02-22T17:26:41.594" v="166"/>
        <pc:sldMkLst>
          <pc:docMk/>
          <pc:sldMk cId="2071391797" sldId="275"/>
        </pc:sldMkLst>
      </pc:sldChg>
      <pc:sldChg chg="addSp delSp modSp new">
        <pc:chgData name="Temirlan Zhaxalykov" userId="S::t.zhaxalykov@kbtu.kz::037320a9-8ef1-4acb-bb74-1ab60141db9d" providerId="AD" clId="Web-{07E25F70-5F32-8CD8-9A9C-051AF34653EB}" dt="2026-02-22T17:31:24.377" v="200" actId="1076"/>
        <pc:sldMkLst>
          <pc:docMk/>
          <pc:sldMk cId="931038785" sldId="276"/>
        </pc:sldMkLst>
        <pc:spChg chg="del">
          <ac:chgData name="Temirlan Zhaxalykov" userId="S::t.zhaxalykov@kbtu.kz::037320a9-8ef1-4acb-bb74-1ab60141db9d" providerId="AD" clId="Web-{07E25F70-5F32-8CD8-9A9C-051AF34653EB}" dt="2026-02-22T17:31:12.502" v="198"/>
          <ac:spMkLst>
            <pc:docMk/>
            <pc:sldMk cId="931038785" sldId="276"/>
            <ac:spMk id="2" creationId="{B793D081-DBFA-8D5C-2B61-42CC2DCB4003}"/>
          </ac:spMkLst>
        </pc:spChg>
        <pc:spChg chg="del">
          <ac:chgData name="Temirlan Zhaxalykov" userId="S::t.zhaxalykov@kbtu.kz::037320a9-8ef1-4acb-bb74-1ab60141db9d" providerId="AD" clId="Web-{07E25F70-5F32-8CD8-9A9C-051AF34653EB}" dt="2026-02-22T17:31:07.127" v="197"/>
          <ac:spMkLst>
            <pc:docMk/>
            <pc:sldMk cId="931038785" sldId="276"/>
            <ac:spMk id="3" creationId="{3BF97D0C-B8DD-9418-DEEE-9B011E6A3359}"/>
          </ac:spMkLst>
        </pc:spChg>
        <pc:picChg chg="add mod ord">
          <ac:chgData name="Temirlan Zhaxalykov" userId="S::t.zhaxalykov@kbtu.kz::037320a9-8ef1-4acb-bb74-1ab60141db9d" providerId="AD" clId="Web-{07E25F70-5F32-8CD8-9A9C-051AF34653EB}" dt="2026-02-22T17:31:24.377" v="200" actId="1076"/>
          <ac:picMkLst>
            <pc:docMk/>
            <pc:sldMk cId="931038785" sldId="276"/>
            <ac:picMk id="4" creationId="{ED0A2447-0D0A-8F71-8661-B4BA588B8C64}"/>
          </ac:picMkLst>
        </pc:picChg>
      </pc:sldChg>
      <pc:sldChg chg="addSp modSp new mod setBg">
        <pc:chgData name="Temirlan Zhaxalykov" userId="S::t.zhaxalykov@kbtu.kz::037320a9-8ef1-4acb-bb74-1ab60141db9d" providerId="AD" clId="Web-{07E25F70-5F32-8CD8-9A9C-051AF34653EB}" dt="2026-02-22T17:31:52.955" v="208" actId="20577"/>
        <pc:sldMkLst>
          <pc:docMk/>
          <pc:sldMk cId="1820744744" sldId="277"/>
        </pc:sldMkLst>
        <pc:spChg chg="mod">
          <ac:chgData name="Temirlan Zhaxalykov" userId="S::t.zhaxalykov@kbtu.kz::037320a9-8ef1-4acb-bb74-1ab60141db9d" providerId="AD" clId="Web-{07E25F70-5F32-8CD8-9A9C-051AF34653EB}" dt="2026-02-22T17:31:50.565" v="206"/>
          <ac:spMkLst>
            <pc:docMk/>
            <pc:sldMk cId="1820744744" sldId="277"/>
            <ac:spMk id="2" creationId="{EDB7CE97-AF08-4C3B-766C-66DF6F1B16FC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31:52.955" v="208" actId="20577"/>
          <ac:spMkLst>
            <pc:docMk/>
            <pc:sldMk cId="1820744744" sldId="277"/>
            <ac:spMk id="3" creationId="{C32BCAF7-6F39-10CD-A798-64CF24117022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31:45.877" v="204"/>
          <ac:spMkLst>
            <pc:docMk/>
            <pc:sldMk cId="1820744744" sldId="277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31:45.877" v="204"/>
          <ac:spMkLst>
            <pc:docMk/>
            <pc:sldMk cId="1820744744" sldId="277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31:45.877" v="204"/>
          <ac:spMkLst>
            <pc:docMk/>
            <pc:sldMk cId="1820744744" sldId="277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31:45.877" v="204"/>
          <ac:spMkLst>
            <pc:docMk/>
            <pc:sldMk cId="1820744744" sldId="277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31:45.877" v="204"/>
          <ac:spMkLst>
            <pc:docMk/>
            <pc:sldMk cId="1820744744" sldId="277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07E25F70-5F32-8CD8-9A9C-051AF34653EB}" dt="2026-02-22T17:33:31.080" v="219" actId="20577"/>
        <pc:sldMkLst>
          <pc:docMk/>
          <pc:sldMk cId="1257286373" sldId="278"/>
        </pc:sldMkLst>
        <pc:spChg chg="mod">
          <ac:chgData name="Temirlan Zhaxalykov" userId="S::t.zhaxalykov@kbtu.kz::037320a9-8ef1-4acb-bb74-1ab60141db9d" providerId="AD" clId="Web-{07E25F70-5F32-8CD8-9A9C-051AF34653EB}" dt="2026-02-22T17:33:16.268" v="216"/>
          <ac:spMkLst>
            <pc:docMk/>
            <pc:sldMk cId="1257286373" sldId="278"/>
            <ac:spMk id="2" creationId="{C5CA1A72-A39D-F4BB-A371-3061F54050D9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33:31.080" v="219" actId="20577"/>
          <ac:spMkLst>
            <pc:docMk/>
            <pc:sldMk cId="1257286373" sldId="278"/>
            <ac:spMk id="3" creationId="{13D1DCBE-82D9-A005-BCD2-EDF56B99D9B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33:11.549" v="213"/>
          <ac:spMkLst>
            <pc:docMk/>
            <pc:sldMk cId="1257286373" sldId="278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33:11.549" v="213"/>
          <ac:spMkLst>
            <pc:docMk/>
            <pc:sldMk cId="1257286373" sldId="278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33:11.549" v="213"/>
          <ac:spMkLst>
            <pc:docMk/>
            <pc:sldMk cId="1257286373" sldId="278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33:11.549" v="213"/>
          <ac:spMkLst>
            <pc:docMk/>
            <pc:sldMk cId="1257286373" sldId="278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33:11.549" v="213"/>
          <ac:spMkLst>
            <pc:docMk/>
            <pc:sldMk cId="1257286373" sldId="278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07E25F70-5F32-8CD8-9A9C-051AF34653EB}" dt="2026-02-22T17:34:12.097" v="229"/>
        <pc:sldMkLst>
          <pc:docMk/>
          <pc:sldMk cId="1426482586" sldId="279"/>
        </pc:sldMkLst>
        <pc:spChg chg="mod">
          <ac:chgData name="Temirlan Zhaxalykov" userId="S::t.zhaxalykov@kbtu.kz::037320a9-8ef1-4acb-bb74-1ab60141db9d" providerId="AD" clId="Web-{07E25F70-5F32-8CD8-9A9C-051AF34653EB}" dt="2026-02-22T17:34:12.066" v="228"/>
          <ac:spMkLst>
            <pc:docMk/>
            <pc:sldMk cId="1426482586" sldId="279"/>
            <ac:spMk id="2" creationId="{CA096B50-C865-57AB-79F8-92A374CD2427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34:12.097" v="229"/>
          <ac:spMkLst>
            <pc:docMk/>
            <pc:sldMk cId="1426482586" sldId="279"/>
            <ac:spMk id="3" creationId="{A9F8EFEA-FB46-8816-B1E6-3496D9707092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34:01.799" v="225"/>
          <ac:spMkLst>
            <pc:docMk/>
            <pc:sldMk cId="1426482586" sldId="279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34:01.799" v="225"/>
          <ac:spMkLst>
            <pc:docMk/>
            <pc:sldMk cId="1426482586" sldId="279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34:01.799" v="225"/>
          <ac:spMkLst>
            <pc:docMk/>
            <pc:sldMk cId="1426482586" sldId="279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34:01.799" v="225"/>
          <ac:spMkLst>
            <pc:docMk/>
            <pc:sldMk cId="1426482586" sldId="279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34:01.799" v="225"/>
          <ac:spMkLst>
            <pc:docMk/>
            <pc:sldMk cId="1426482586" sldId="279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07E25F70-5F32-8CD8-9A9C-051AF34653EB}" dt="2026-02-22T17:37:48.407" v="251"/>
        <pc:sldMkLst>
          <pc:docMk/>
          <pc:sldMk cId="122195238" sldId="280"/>
        </pc:sldMkLst>
        <pc:spChg chg="mod">
          <ac:chgData name="Temirlan Zhaxalykov" userId="S::t.zhaxalykov@kbtu.kz::037320a9-8ef1-4acb-bb74-1ab60141db9d" providerId="AD" clId="Web-{07E25F70-5F32-8CD8-9A9C-051AF34653EB}" dt="2026-02-22T17:37:48.391" v="250"/>
          <ac:spMkLst>
            <pc:docMk/>
            <pc:sldMk cId="122195238" sldId="280"/>
            <ac:spMk id="2" creationId="{2838AF2C-5798-66A0-F415-B7B6E75865B3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37:48.407" v="251"/>
          <ac:spMkLst>
            <pc:docMk/>
            <pc:sldMk cId="122195238" sldId="280"/>
            <ac:spMk id="3" creationId="{BB5438B7-E67A-09D8-5C85-85FDCAEB522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37:38.125" v="247"/>
          <ac:spMkLst>
            <pc:docMk/>
            <pc:sldMk cId="122195238" sldId="280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37:38.125" v="247"/>
          <ac:spMkLst>
            <pc:docMk/>
            <pc:sldMk cId="122195238" sldId="280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37:38.125" v="247"/>
          <ac:spMkLst>
            <pc:docMk/>
            <pc:sldMk cId="122195238" sldId="280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37:38.125" v="247"/>
          <ac:spMkLst>
            <pc:docMk/>
            <pc:sldMk cId="122195238" sldId="280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37:38.125" v="247"/>
          <ac:spMkLst>
            <pc:docMk/>
            <pc:sldMk cId="122195238" sldId="280"/>
            <ac:spMk id="16" creationId="{53E5B1A8-3AC9-4BD1-9BBC-78CA94F2D1BA}"/>
          </ac:spMkLst>
        </pc:spChg>
      </pc:sldChg>
      <pc:sldChg chg="modSp add replId">
        <pc:chgData name="Temirlan Zhaxalykov" userId="S::t.zhaxalykov@kbtu.kz::037320a9-8ef1-4acb-bb74-1ab60141db9d" providerId="AD" clId="Web-{07E25F70-5F32-8CD8-9A9C-051AF34653EB}" dt="2026-02-22T17:37:15.469" v="243"/>
        <pc:sldMkLst>
          <pc:docMk/>
          <pc:sldMk cId="611498603" sldId="281"/>
        </pc:sldMkLst>
        <pc:spChg chg="mod">
          <ac:chgData name="Temirlan Zhaxalykov" userId="S::t.zhaxalykov@kbtu.kz::037320a9-8ef1-4acb-bb74-1ab60141db9d" providerId="AD" clId="Web-{07E25F70-5F32-8CD8-9A9C-051AF34653EB}" dt="2026-02-22T17:37:15.453" v="242"/>
          <ac:spMkLst>
            <pc:docMk/>
            <pc:sldMk cId="611498603" sldId="281"/>
            <ac:spMk id="2" creationId="{A57BDE3D-6E65-C763-6B08-556C1091B2C8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37:15.469" v="243"/>
          <ac:spMkLst>
            <pc:docMk/>
            <pc:sldMk cId="611498603" sldId="281"/>
            <ac:spMk id="3" creationId="{0F15E326-67DC-C3F0-4661-4EB3EE68467F}"/>
          </ac:spMkLst>
        </pc:spChg>
      </pc:sldChg>
      <pc:sldChg chg="addSp modSp new mod setBg">
        <pc:chgData name="Temirlan Zhaxalykov" userId="S::t.zhaxalykov@kbtu.kz::037320a9-8ef1-4acb-bb74-1ab60141db9d" providerId="AD" clId="Web-{07E25F70-5F32-8CD8-9A9C-051AF34653EB}" dt="2026-02-22T17:38:23.896" v="263"/>
        <pc:sldMkLst>
          <pc:docMk/>
          <pc:sldMk cId="1811851693" sldId="282"/>
        </pc:sldMkLst>
        <pc:spChg chg="mod">
          <ac:chgData name="Temirlan Zhaxalykov" userId="S::t.zhaxalykov@kbtu.kz::037320a9-8ef1-4acb-bb74-1ab60141db9d" providerId="AD" clId="Web-{07E25F70-5F32-8CD8-9A9C-051AF34653EB}" dt="2026-02-22T17:38:23.881" v="262"/>
          <ac:spMkLst>
            <pc:docMk/>
            <pc:sldMk cId="1811851693" sldId="282"/>
            <ac:spMk id="2" creationId="{428AD913-2F70-622E-C7D8-ECFC27FD28A6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38:23.896" v="263"/>
          <ac:spMkLst>
            <pc:docMk/>
            <pc:sldMk cId="1811851693" sldId="282"/>
            <ac:spMk id="3" creationId="{B6F306C4-9FC4-FFEB-F7B4-F9A8A5B965D5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38:10.425" v="257"/>
          <ac:spMkLst>
            <pc:docMk/>
            <pc:sldMk cId="1811851693" sldId="282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38:10.425" v="257"/>
          <ac:spMkLst>
            <pc:docMk/>
            <pc:sldMk cId="1811851693" sldId="282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38:10.425" v="257"/>
          <ac:spMkLst>
            <pc:docMk/>
            <pc:sldMk cId="1811851693" sldId="282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38:10.425" v="257"/>
          <ac:spMkLst>
            <pc:docMk/>
            <pc:sldMk cId="1811851693" sldId="282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38:10.425" v="257"/>
          <ac:spMkLst>
            <pc:docMk/>
            <pc:sldMk cId="1811851693" sldId="282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07E25F70-5F32-8CD8-9A9C-051AF34653EB}" dt="2026-02-22T17:39:38.678" v="289" actId="20577"/>
        <pc:sldMkLst>
          <pc:docMk/>
          <pc:sldMk cId="2190009740" sldId="283"/>
        </pc:sldMkLst>
        <pc:spChg chg="mod">
          <ac:chgData name="Temirlan Zhaxalykov" userId="S::t.zhaxalykov@kbtu.kz::037320a9-8ef1-4acb-bb74-1ab60141db9d" providerId="AD" clId="Web-{07E25F70-5F32-8CD8-9A9C-051AF34653EB}" dt="2026-02-22T17:38:50.381" v="270" actId="20577"/>
          <ac:spMkLst>
            <pc:docMk/>
            <pc:sldMk cId="2190009740" sldId="283"/>
            <ac:spMk id="2" creationId="{8E77AE67-47DF-2A48-677F-C0E2CF9F0715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39:38.678" v="289" actId="20577"/>
          <ac:spMkLst>
            <pc:docMk/>
            <pc:sldMk cId="2190009740" sldId="283"/>
            <ac:spMk id="3" creationId="{9498DA04-D99F-847D-F441-CDC32D4609A2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38:44.350" v="267"/>
          <ac:spMkLst>
            <pc:docMk/>
            <pc:sldMk cId="2190009740" sldId="283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38:44.350" v="267"/>
          <ac:spMkLst>
            <pc:docMk/>
            <pc:sldMk cId="2190009740" sldId="283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38:44.350" v="267"/>
          <ac:spMkLst>
            <pc:docMk/>
            <pc:sldMk cId="2190009740" sldId="283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38:44.350" v="267"/>
          <ac:spMkLst>
            <pc:docMk/>
            <pc:sldMk cId="2190009740" sldId="283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38:44.350" v="267"/>
          <ac:spMkLst>
            <pc:docMk/>
            <pc:sldMk cId="2190009740" sldId="283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07E25F70-5F32-8CD8-9A9C-051AF34653EB}" dt="2026-02-22T17:40:01.710" v="296"/>
        <pc:sldMkLst>
          <pc:docMk/>
          <pc:sldMk cId="1178135451" sldId="284"/>
        </pc:sldMkLst>
        <pc:spChg chg="mod">
          <ac:chgData name="Temirlan Zhaxalykov" userId="S::t.zhaxalykov@kbtu.kz::037320a9-8ef1-4acb-bb74-1ab60141db9d" providerId="AD" clId="Web-{07E25F70-5F32-8CD8-9A9C-051AF34653EB}" dt="2026-02-22T17:40:01.694" v="295"/>
          <ac:spMkLst>
            <pc:docMk/>
            <pc:sldMk cId="1178135451" sldId="284"/>
            <ac:spMk id="2" creationId="{CA00D5CD-33B7-871D-06A6-582DA753C1F9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40:01.710" v="296"/>
          <ac:spMkLst>
            <pc:docMk/>
            <pc:sldMk cId="1178135451" sldId="284"/>
            <ac:spMk id="3" creationId="{0B253D9D-E5B7-D1B2-EB7F-30CF58110C41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39:56.507" v="293"/>
          <ac:spMkLst>
            <pc:docMk/>
            <pc:sldMk cId="1178135451" sldId="284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39:56.507" v="293"/>
          <ac:spMkLst>
            <pc:docMk/>
            <pc:sldMk cId="1178135451" sldId="284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39:56.507" v="293"/>
          <ac:spMkLst>
            <pc:docMk/>
            <pc:sldMk cId="1178135451" sldId="284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39:56.507" v="293"/>
          <ac:spMkLst>
            <pc:docMk/>
            <pc:sldMk cId="1178135451" sldId="284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39:56.507" v="293"/>
          <ac:spMkLst>
            <pc:docMk/>
            <pc:sldMk cId="1178135451" sldId="284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07E25F70-5F32-8CD8-9A9C-051AF34653EB}" dt="2026-02-22T17:40:30.241" v="305"/>
        <pc:sldMkLst>
          <pc:docMk/>
          <pc:sldMk cId="2395518954" sldId="285"/>
        </pc:sldMkLst>
        <pc:spChg chg="mod">
          <ac:chgData name="Temirlan Zhaxalykov" userId="S::t.zhaxalykov@kbtu.kz::037320a9-8ef1-4acb-bb74-1ab60141db9d" providerId="AD" clId="Web-{07E25F70-5F32-8CD8-9A9C-051AF34653EB}" dt="2026-02-22T17:40:30.210" v="304"/>
          <ac:spMkLst>
            <pc:docMk/>
            <pc:sldMk cId="2395518954" sldId="285"/>
            <ac:spMk id="2" creationId="{E41E686D-9E5A-0AD5-6490-1A0285B576D9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40:30.241" v="305"/>
          <ac:spMkLst>
            <pc:docMk/>
            <pc:sldMk cId="2395518954" sldId="285"/>
            <ac:spMk id="3" creationId="{E48BE1D1-90E1-1C16-F103-7E74DCECC252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0:25.522" v="301"/>
          <ac:spMkLst>
            <pc:docMk/>
            <pc:sldMk cId="2395518954" sldId="285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0:25.522" v="301"/>
          <ac:spMkLst>
            <pc:docMk/>
            <pc:sldMk cId="2395518954" sldId="285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0:25.522" v="301"/>
          <ac:spMkLst>
            <pc:docMk/>
            <pc:sldMk cId="2395518954" sldId="285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0:25.522" v="301"/>
          <ac:spMkLst>
            <pc:docMk/>
            <pc:sldMk cId="2395518954" sldId="285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0:25.522" v="301"/>
          <ac:spMkLst>
            <pc:docMk/>
            <pc:sldMk cId="2395518954" sldId="285"/>
            <ac:spMk id="16" creationId="{53E5B1A8-3AC9-4BD1-9BBC-78CA94F2D1BA}"/>
          </ac:spMkLst>
        </pc:spChg>
      </pc:sldChg>
      <pc:sldChg chg="new del">
        <pc:chgData name="Temirlan Zhaxalykov" userId="S::t.zhaxalykov@kbtu.kz::037320a9-8ef1-4acb-bb74-1ab60141db9d" providerId="AD" clId="Web-{07E25F70-5F32-8CD8-9A9C-051AF34653EB}" dt="2026-02-22T17:41:15.882" v="308"/>
        <pc:sldMkLst>
          <pc:docMk/>
          <pc:sldMk cId="2563999925" sldId="286"/>
        </pc:sldMkLst>
      </pc:sldChg>
      <pc:sldChg chg="modSp add replId">
        <pc:chgData name="Temirlan Zhaxalykov" userId="S::t.zhaxalykov@kbtu.kz::037320a9-8ef1-4acb-bb74-1ab60141db9d" providerId="AD" clId="Web-{07E25F70-5F32-8CD8-9A9C-051AF34653EB}" dt="2026-02-22T17:42:15.539" v="324"/>
        <pc:sldMkLst>
          <pc:docMk/>
          <pc:sldMk cId="546756709" sldId="287"/>
        </pc:sldMkLst>
        <pc:spChg chg="mod">
          <ac:chgData name="Temirlan Zhaxalykov" userId="S::t.zhaxalykov@kbtu.kz::037320a9-8ef1-4acb-bb74-1ab60141db9d" providerId="AD" clId="Web-{07E25F70-5F32-8CD8-9A9C-051AF34653EB}" dt="2026-02-22T17:42:15.523" v="323"/>
          <ac:spMkLst>
            <pc:docMk/>
            <pc:sldMk cId="546756709" sldId="287"/>
            <ac:spMk id="2" creationId="{E0C928B7-904F-5736-BBDA-6AAB38BFC5B8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42:15.539" v="324"/>
          <ac:spMkLst>
            <pc:docMk/>
            <pc:sldMk cId="546756709" sldId="287"/>
            <ac:spMk id="3" creationId="{6F885C63-C7B9-9DC8-F83E-CE6954B039BF}"/>
          </ac:spMkLst>
        </pc:spChg>
      </pc:sldChg>
      <pc:sldChg chg="addSp modSp new mod setBg">
        <pc:chgData name="Temirlan Zhaxalykov" userId="S::t.zhaxalykov@kbtu.kz::037320a9-8ef1-4acb-bb74-1ab60141db9d" providerId="AD" clId="Web-{07E25F70-5F32-8CD8-9A9C-051AF34653EB}" dt="2026-02-22T17:42:46.008" v="334"/>
        <pc:sldMkLst>
          <pc:docMk/>
          <pc:sldMk cId="329498409" sldId="288"/>
        </pc:sldMkLst>
        <pc:spChg chg="mod">
          <ac:chgData name="Temirlan Zhaxalykov" userId="S::t.zhaxalykov@kbtu.kz::037320a9-8ef1-4acb-bb74-1ab60141db9d" providerId="AD" clId="Web-{07E25F70-5F32-8CD8-9A9C-051AF34653EB}" dt="2026-02-22T17:42:45.992" v="333"/>
          <ac:spMkLst>
            <pc:docMk/>
            <pc:sldMk cId="329498409" sldId="288"/>
            <ac:spMk id="2" creationId="{14019ACC-26CC-C865-4E7E-B59E8DFF25C1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42:46.008" v="334"/>
          <ac:spMkLst>
            <pc:docMk/>
            <pc:sldMk cId="329498409" sldId="288"/>
            <ac:spMk id="3" creationId="{C70661B5-FBEA-9B49-1C9F-B0E8EB70E940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2:38.258" v="329"/>
          <ac:spMkLst>
            <pc:docMk/>
            <pc:sldMk cId="329498409" sldId="288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2:38.258" v="329"/>
          <ac:spMkLst>
            <pc:docMk/>
            <pc:sldMk cId="329498409" sldId="288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2:38.258" v="329"/>
          <ac:spMkLst>
            <pc:docMk/>
            <pc:sldMk cId="329498409" sldId="288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2:38.258" v="329"/>
          <ac:spMkLst>
            <pc:docMk/>
            <pc:sldMk cId="329498409" sldId="288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2:38.258" v="329"/>
          <ac:spMkLst>
            <pc:docMk/>
            <pc:sldMk cId="329498409" sldId="288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07E25F70-5F32-8CD8-9A9C-051AF34653EB}" dt="2026-02-22T17:43:26.634" v="350" actId="20577"/>
        <pc:sldMkLst>
          <pc:docMk/>
          <pc:sldMk cId="1022263057" sldId="289"/>
        </pc:sldMkLst>
        <pc:spChg chg="mod">
          <ac:chgData name="Temirlan Zhaxalykov" userId="S::t.zhaxalykov@kbtu.kz::037320a9-8ef1-4acb-bb74-1ab60141db9d" providerId="AD" clId="Web-{07E25F70-5F32-8CD8-9A9C-051AF34653EB}" dt="2026-02-22T17:43:08.633" v="343"/>
          <ac:spMkLst>
            <pc:docMk/>
            <pc:sldMk cId="1022263057" sldId="289"/>
            <ac:spMk id="2" creationId="{C95B69AB-D3A6-3656-4819-E059BA54486F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43:26.634" v="350" actId="20577"/>
          <ac:spMkLst>
            <pc:docMk/>
            <pc:sldMk cId="1022263057" sldId="289"/>
            <ac:spMk id="3" creationId="{55CA35D4-A48B-2C61-A921-E1D89B9B4720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3:04.258" v="340"/>
          <ac:spMkLst>
            <pc:docMk/>
            <pc:sldMk cId="1022263057" sldId="289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3:04.258" v="340"/>
          <ac:spMkLst>
            <pc:docMk/>
            <pc:sldMk cId="1022263057" sldId="289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3:04.258" v="340"/>
          <ac:spMkLst>
            <pc:docMk/>
            <pc:sldMk cId="1022263057" sldId="289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3:04.258" v="340"/>
          <ac:spMkLst>
            <pc:docMk/>
            <pc:sldMk cId="1022263057" sldId="289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3:04.258" v="340"/>
          <ac:spMkLst>
            <pc:docMk/>
            <pc:sldMk cId="1022263057" sldId="289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07E25F70-5F32-8CD8-9A9C-051AF34653EB}" dt="2026-02-22T17:44:00.447" v="363" actId="20577"/>
        <pc:sldMkLst>
          <pc:docMk/>
          <pc:sldMk cId="18881848" sldId="290"/>
        </pc:sldMkLst>
        <pc:spChg chg="mod">
          <ac:chgData name="Temirlan Zhaxalykov" userId="S::t.zhaxalykov@kbtu.kz::037320a9-8ef1-4acb-bb74-1ab60141db9d" providerId="AD" clId="Web-{07E25F70-5F32-8CD8-9A9C-051AF34653EB}" dt="2026-02-22T17:43:57.369" v="361"/>
          <ac:spMkLst>
            <pc:docMk/>
            <pc:sldMk cId="18881848" sldId="290"/>
            <ac:spMk id="2" creationId="{181B75E7-F506-620D-6AA9-36ABB0FD45D9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44:00.447" v="363" actId="20577"/>
          <ac:spMkLst>
            <pc:docMk/>
            <pc:sldMk cId="18881848" sldId="290"/>
            <ac:spMk id="3" creationId="{D2E48E62-A2BC-0C49-9AA2-E176F5955325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3:52.838" v="358"/>
          <ac:spMkLst>
            <pc:docMk/>
            <pc:sldMk cId="18881848" sldId="290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3:52.838" v="358"/>
          <ac:spMkLst>
            <pc:docMk/>
            <pc:sldMk cId="18881848" sldId="290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3:52.838" v="358"/>
          <ac:spMkLst>
            <pc:docMk/>
            <pc:sldMk cId="18881848" sldId="290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3:52.838" v="358"/>
          <ac:spMkLst>
            <pc:docMk/>
            <pc:sldMk cId="18881848" sldId="290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3:52.838" v="358"/>
          <ac:spMkLst>
            <pc:docMk/>
            <pc:sldMk cId="18881848" sldId="290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07E25F70-5F32-8CD8-9A9C-051AF34653EB}" dt="2026-02-22T17:44:24.901" v="371" actId="20577"/>
        <pc:sldMkLst>
          <pc:docMk/>
          <pc:sldMk cId="1307093164" sldId="291"/>
        </pc:sldMkLst>
        <pc:spChg chg="mod">
          <ac:chgData name="Temirlan Zhaxalykov" userId="S::t.zhaxalykov@kbtu.kz::037320a9-8ef1-4acb-bb74-1ab60141db9d" providerId="AD" clId="Web-{07E25F70-5F32-8CD8-9A9C-051AF34653EB}" dt="2026-02-22T17:44:13.666" v="367" actId="20577"/>
          <ac:spMkLst>
            <pc:docMk/>
            <pc:sldMk cId="1307093164" sldId="291"/>
            <ac:spMk id="2" creationId="{B390D0DF-47D2-BEAA-FBFB-F54590CFF396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44:24.901" v="371" actId="20577"/>
          <ac:spMkLst>
            <pc:docMk/>
            <pc:sldMk cId="1307093164" sldId="291"/>
            <ac:spMk id="3" creationId="{89C18F5C-EAF5-EE76-06B4-BB2F08A974F9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4:06.103" v="364"/>
          <ac:spMkLst>
            <pc:docMk/>
            <pc:sldMk cId="1307093164" sldId="291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4:06.103" v="364"/>
          <ac:spMkLst>
            <pc:docMk/>
            <pc:sldMk cId="1307093164" sldId="291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4:06.103" v="364"/>
          <ac:spMkLst>
            <pc:docMk/>
            <pc:sldMk cId="1307093164" sldId="291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4:06.103" v="364"/>
          <ac:spMkLst>
            <pc:docMk/>
            <pc:sldMk cId="1307093164" sldId="291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4:06.103" v="364"/>
          <ac:spMkLst>
            <pc:docMk/>
            <pc:sldMk cId="1307093164" sldId="291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07E25F70-5F32-8CD8-9A9C-051AF34653EB}" dt="2026-02-22T17:45:09.652" v="381" actId="20577"/>
        <pc:sldMkLst>
          <pc:docMk/>
          <pc:sldMk cId="2386088511" sldId="292"/>
        </pc:sldMkLst>
        <pc:spChg chg="mod">
          <ac:chgData name="Temirlan Zhaxalykov" userId="S::t.zhaxalykov@kbtu.kz::037320a9-8ef1-4acb-bb74-1ab60141db9d" providerId="AD" clId="Web-{07E25F70-5F32-8CD8-9A9C-051AF34653EB}" dt="2026-02-22T17:45:03.089" v="379" actId="20577"/>
          <ac:spMkLst>
            <pc:docMk/>
            <pc:sldMk cId="2386088511" sldId="292"/>
            <ac:spMk id="2" creationId="{CFB675C4-A090-3D6B-57C8-A7321A2BCE2C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45:09.652" v="381" actId="20577"/>
          <ac:spMkLst>
            <pc:docMk/>
            <pc:sldMk cId="2386088511" sldId="292"/>
            <ac:spMk id="3" creationId="{881D8FB8-44CC-3B08-7B35-3C5160A544B1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4:49.495" v="375"/>
          <ac:spMkLst>
            <pc:docMk/>
            <pc:sldMk cId="2386088511" sldId="292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4:49.495" v="375"/>
          <ac:spMkLst>
            <pc:docMk/>
            <pc:sldMk cId="2386088511" sldId="292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4:49.495" v="375"/>
          <ac:spMkLst>
            <pc:docMk/>
            <pc:sldMk cId="2386088511" sldId="292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4:49.495" v="375"/>
          <ac:spMkLst>
            <pc:docMk/>
            <pc:sldMk cId="2386088511" sldId="292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4:49.495" v="375"/>
          <ac:spMkLst>
            <pc:docMk/>
            <pc:sldMk cId="2386088511" sldId="292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07E25F70-5F32-8CD8-9A9C-051AF34653EB}" dt="2026-02-22T17:45:43.168" v="390" actId="20577"/>
        <pc:sldMkLst>
          <pc:docMk/>
          <pc:sldMk cId="189682496" sldId="293"/>
        </pc:sldMkLst>
        <pc:spChg chg="mod">
          <ac:chgData name="Temirlan Zhaxalykov" userId="S::t.zhaxalykov@kbtu.kz::037320a9-8ef1-4acb-bb74-1ab60141db9d" providerId="AD" clId="Web-{07E25F70-5F32-8CD8-9A9C-051AF34653EB}" dt="2026-02-22T17:45:40.855" v="389" actId="20577"/>
          <ac:spMkLst>
            <pc:docMk/>
            <pc:sldMk cId="189682496" sldId="293"/>
            <ac:spMk id="2" creationId="{1BC7EF5D-FE4C-4842-65C8-99896D54DE98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45:43.168" v="390" actId="20577"/>
          <ac:spMkLst>
            <pc:docMk/>
            <pc:sldMk cId="189682496" sldId="293"/>
            <ac:spMk id="3" creationId="{B06396F1-E02E-C41F-04A0-C96D42C33E92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5:35.168" v="386"/>
          <ac:spMkLst>
            <pc:docMk/>
            <pc:sldMk cId="189682496" sldId="293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5:35.168" v="386"/>
          <ac:spMkLst>
            <pc:docMk/>
            <pc:sldMk cId="189682496" sldId="293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5:35.168" v="386"/>
          <ac:spMkLst>
            <pc:docMk/>
            <pc:sldMk cId="189682496" sldId="293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5:35.168" v="386"/>
          <ac:spMkLst>
            <pc:docMk/>
            <pc:sldMk cId="189682496" sldId="293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5:35.168" v="386"/>
          <ac:spMkLst>
            <pc:docMk/>
            <pc:sldMk cId="189682496" sldId="293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07E25F70-5F32-8CD8-9A9C-051AF34653EB}" dt="2026-02-22T17:46:02.293" v="398"/>
        <pc:sldMkLst>
          <pc:docMk/>
          <pc:sldMk cId="88941747" sldId="294"/>
        </pc:sldMkLst>
        <pc:spChg chg="mod">
          <ac:chgData name="Temirlan Zhaxalykov" userId="S::t.zhaxalykov@kbtu.kz::037320a9-8ef1-4acb-bb74-1ab60141db9d" providerId="AD" clId="Web-{07E25F70-5F32-8CD8-9A9C-051AF34653EB}" dt="2026-02-22T17:46:02.277" v="397"/>
          <ac:spMkLst>
            <pc:docMk/>
            <pc:sldMk cId="88941747" sldId="294"/>
            <ac:spMk id="2" creationId="{C1C38D7E-C3F0-3A85-FE29-FDBAEE5E2C9F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46:02.293" v="398"/>
          <ac:spMkLst>
            <pc:docMk/>
            <pc:sldMk cId="88941747" sldId="294"/>
            <ac:spMk id="3" creationId="{8425EC95-A73C-6787-2BEC-0C374B4F0320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5:57.887" v="394"/>
          <ac:spMkLst>
            <pc:docMk/>
            <pc:sldMk cId="88941747" sldId="294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5:57.887" v="394"/>
          <ac:spMkLst>
            <pc:docMk/>
            <pc:sldMk cId="88941747" sldId="294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5:57.887" v="394"/>
          <ac:spMkLst>
            <pc:docMk/>
            <pc:sldMk cId="88941747" sldId="294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5:57.887" v="394"/>
          <ac:spMkLst>
            <pc:docMk/>
            <pc:sldMk cId="88941747" sldId="294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5:57.887" v="394"/>
          <ac:spMkLst>
            <pc:docMk/>
            <pc:sldMk cId="88941747" sldId="294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07E25F70-5F32-8CD8-9A9C-051AF34653EB}" dt="2026-02-22T17:46:25.028" v="407"/>
        <pc:sldMkLst>
          <pc:docMk/>
          <pc:sldMk cId="580042549" sldId="295"/>
        </pc:sldMkLst>
        <pc:spChg chg="mod">
          <ac:chgData name="Temirlan Zhaxalykov" userId="S::t.zhaxalykov@kbtu.kz::037320a9-8ef1-4acb-bb74-1ab60141db9d" providerId="AD" clId="Web-{07E25F70-5F32-8CD8-9A9C-051AF34653EB}" dt="2026-02-22T17:46:25.012" v="406"/>
          <ac:spMkLst>
            <pc:docMk/>
            <pc:sldMk cId="580042549" sldId="295"/>
            <ac:spMk id="2" creationId="{F9F65584-E687-1E0B-9B08-0F514FD2CC64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46:25.028" v="407"/>
          <ac:spMkLst>
            <pc:docMk/>
            <pc:sldMk cId="580042549" sldId="295"/>
            <ac:spMk id="3" creationId="{92467ACF-E237-6573-D581-47184C0D26B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6:19.950" v="403"/>
          <ac:spMkLst>
            <pc:docMk/>
            <pc:sldMk cId="580042549" sldId="295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6:19.950" v="403"/>
          <ac:spMkLst>
            <pc:docMk/>
            <pc:sldMk cId="580042549" sldId="295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6:19.950" v="403"/>
          <ac:spMkLst>
            <pc:docMk/>
            <pc:sldMk cId="580042549" sldId="295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6:19.950" v="403"/>
          <ac:spMkLst>
            <pc:docMk/>
            <pc:sldMk cId="580042549" sldId="295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6:19.950" v="403"/>
          <ac:spMkLst>
            <pc:docMk/>
            <pc:sldMk cId="580042549" sldId="295"/>
            <ac:spMk id="16" creationId="{53E5B1A8-3AC9-4BD1-9BBC-78CA94F2D1BA}"/>
          </ac:spMkLst>
        </pc:spChg>
      </pc:sldChg>
      <pc:sldChg chg="new del">
        <pc:chgData name="Temirlan Zhaxalykov" userId="S::t.zhaxalykov@kbtu.kz::037320a9-8ef1-4acb-bb74-1ab60141db9d" providerId="AD" clId="Web-{07E25F70-5F32-8CD8-9A9C-051AF34653EB}" dt="2026-02-22T17:46:34.309" v="410"/>
        <pc:sldMkLst>
          <pc:docMk/>
          <pc:sldMk cId="1142545745" sldId="296"/>
        </pc:sldMkLst>
      </pc:sldChg>
      <pc:sldChg chg="modSp add replId">
        <pc:chgData name="Temirlan Zhaxalykov" userId="S::t.zhaxalykov@kbtu.kz::037320a9-8ef1-4acb-bb74-1ab60141db9d" providerId="AD" clId="Web-{07E25F70-5F32-8CD8-9A9C-051AF34653EB}" dt="2026-02-22T17:47:20.278" v="424"/>
        <pc:sldMkLst>
          <pc:docMk/>
          <pc:sldMk cId="2707301138" sldId="297"/>
        </pc:sldMkLst>
        <pc:spChg chg="mod">
          <ac:chgData name="Temirlan Zhaxalykov" userId="S::t.zhaxalykov@kbtu.kz::037320a9-8ef1-4acb-bb74-1ab60141db9d" providerId="AD" clId="Web-{07E25F70-5F32-8CD8-9A9C-051AF34653EB}" dt="2026-02-22T17:47:20.278" v="423"/>
          <ac:spMkLst>
            <pc:docMk/>
            <pc:sldMk cId="2707301138" sldId="297"/>
            <ac:spMk id="2" creationId="{8FD81629-7EE2-16DA-4307-2E3B29B0081C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47:20.278" v="424"/>
          <ac:spMkLst>
            <pc:docMk/>
            <pc:sldMk cId="2707301138" sldId="297"/>
            <ac:spMk id="3" creationId="{9754AB89-A1FF-25C9-1E22-21574DB5D3ED}"/>
          </ac:spMkLst>
        </pc:spChg>
      </pc:sldChg>
      <pc:sldChg chg="addSp modSp new mod setBg">
        <pc:chgData name="Temirlan Zhaxalykov" userId="S::t.zhaxalykov@kbtu.kz::037320a9-8ef1-4acb-bb74-1ab60141db9d" providerId="AD" clId="Web-{07E25F70-5F32-8CD8-9A9C-051AF34653EB}" dt="2026-02-22T17:47:46.247" v="433"/>
        <pc:sldMkLst>
          <pc:docMk/>
          <pc:sldMk cId="1112408581" sldId="298"/>
        </pc:sldMkLst>
        <pc:spChg chg="mod">
          <ac:chgData name="Temirlan Zhaxalykov" userId="S::t.zhaxalykov@kbtu.kz::037320a9-8ef1-4acb-bb74-1ab60141db9d" providerId="AD" clId="Web-{07E25F70-5F32-8CD8-9A9C-051AF34653EB}" dt="2026-02-22T17:47:46.247" v="432"/>
          <ac:spMkLst>
            <pc:docMk/>
            <pc:sldMk cId="1112408581" sldId="298"/>
            <ac:spMk id="2" creationId="{84685A27-F196-B11A-55C0-0ADC8406AC08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47:46.247" v="433"/>
          <ac:spMkLst>
            <pc:docMk/>
            <pc:sldMk cId="1112408581" sldId="298"/>
            <ac:spMk id="3" creationId="{3513BDD7-1F02-BD25-3D24-CDF499CC2915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7:39.216" v="428"/>
          <ac:spMkLst>
            <pc:docMk/>
            <pc:sldMk cId="1112408581" sldId="298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7:39.216" v="428"/>
          <ac:spMkLst>
            <pc:docMk/>
            <pc:sldMk cId="1112408581" sldId="298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7:39.216" v="428"/>
          <ac:spMkLst>
            <pc:docMk/>
            <pc:sldMk cId="1112408581" sldId="298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7:39.216" v="428"/>
          <ac:spMkLst>
            <pc:docMk/>
            <pc:sldMk cId="1112408581" sldId="298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7:39.216" v="428"/>
          <ac:spMkLst>
            <pc:docMk/>
            <pc:sldMk cId="1112408581" sldId="298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07E25F70-5F32-8CD8-9A9C-051AF34653EB}" dt="2026-02-22T17:48:25.513" v="444" actId="20577"/>
        <pc:sldMkLst>
          <pc:docMk/>
          <pc:sldMk cId="2325483508" sldId="299"/>
        </pc:sldMkLst>
        <pc:spChg chg="mod">
          <ac:chgData name="Temirlan Zhaxalykov" userId="S::t.zhaxalykov@kbtu.kz::037320a9-8ef1-4acb-bb74-1ab60141db9d" providerId="AD" clId="Web-{07E25F70-5F32-8CD8-9A9C-051AF34653EB}" dt="2026-02-22T17:48:19.826" v="441"/>
          <ac:spMkLst>
            <pc:docMk/>
            <pc:sldMk cId="2325483508" sldId="299"/>
            <ac:spMk id="2" creationId="{65615928-CDF0-373A-8392-9569671A1995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48:25.513" v="444" actId="20577"/>
          <ac:spMkLst>
            <pc:docMk/>
            <pc:sldMk cId="2325483508" sldId="299"/>
            <ac:spMk id="3" creationId="{B7040770-F90F-FB71-A901-E55FEBAFEAD9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8:14.670" v="439"/>
          <ac:spMkLst>
            <pc:docMk/>
            <pc:sldMk cId="2325483508" sldId="299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8:14.670" v="439"/>
          <ac:spMkLst>
            <pc:docMk/>
            <pc:sldMk cId="2325483508" sldId="299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8:14.670" v="439"/>
          <ac:spMkLst>
            <pc:docMk/>
            <pc:sldMk cId="2325483508" sldId="299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8:14.670" v="439"/>
          <ac:spMkLst>
            <pc:docMk/>
            <pc:sldMk cId="2325483508" sldId="299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8:14.670" v="439"/>
          <ac:spMkLst>
            <pc:docMk/>
            <pc:sldMk cId="2325483508" sldId="299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07E25F70-5F32-8CD8-9A9C-051AF34653EB}" dt="2026-02-22T17:49:23.873" v="462" actId="20577"/>
        <pc:sldMkLst>
          <pc:docMk/>
          <pc:sldMk cId="2569370009" sldId="300"/>
        </pc:sldMkLst>
        <pc:spChg chg="mod">
          <ac:chgData name="Temirlan Zhaxalykov" userId="S::t.zhaxalykov@kbtu.kz::037320a9-8ef1-4acb-bb74-1ab60141db9d" providerId="AD" clId="Web-{07E25F70-5F32-8CD8-9A9C-051AF34653EB}" dt="2026-02-22T17:48:57.139" v="453"/>
          <ac:spMkLst>
            <pc:docMk/>
            <pc:sldMk cId="2569370009" sldId="300"/>
            <ac:spMk id="2" creationId="{C42C0704-87CB-7644-63AA-DF20D8B7C6FA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49:23.873" v="462" actId="20577"/>
          <ac:spMkLst>
            <pc:docMk/>
            <pc:sldMk cId="2569370009" sldId="300"/>
            <ac:spMk id="3" creationId="{C3D82BFA-30E5-769F-C56A-0D8CB094970F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8:57.139" v="453"/>
          <ac:spMkLst>
            <pc:docMk/>
            <pc:sldMk cId="2569370009" sldId="300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8:57.139" v="453"/>
          <ac:spMkLst>
            <pc:docMk/>
            <pc:sldMk cId="2569370009" sldId="300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8:57.139" v="453"/>
          <ac:spMkLst>
            <pc:docMk/>
            <pc:sldMk cId="2569370009" sldId="300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8:57.139" v="453"/>
          <ac:spMkLst>
            <pc:docMk/>
            <pc:sldMk cId="2569370009" sldId="300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8:57.139" v="453"/>
          <ac:spMkLst>
            <pc:docMk/>
            <pc:sldMk cId="2569370009" sldId="300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07E25F70-5F32-8CD8-9A9C-051AF34653EB}" dt="2026-02-22T17:49:51.905" v="471" actId="20577"/>
        <pc:sldMkLst>
          <pc:docMk/>
          <pc:sldMk cId="3172563457" sldId="301"/>
        </pc:sldMkLst>
        <pc:spChg chg="mod">
          <ac:chgData name="Temirlan Zhaxalykov" userId="S::t.zhaxalykov@kbtu.kz::037320a9-8ef1-4acb-bb74-1ab60141db9d" providerId="AD" clId="Web-{07E25F70-5F32-8CD8-9A9C-051AF34653EB}" dt="2026-02-22T17:49:46.436" v="467"/>
          <ac:spMkLst>
            <pc:docMk/>
            <pc:sldMk cId="3172563457" sldId="301"/>
            <ac:spMk id="2" creationId="{3A9C9BE6-5AD6-7E08-AAD8-EC05D79196A5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49:51.905" v="471" actId="20577"/>
          <ac:spMkLst>
            <pc:docMk/>
            <pc:sldMk cId="3172563457" sldId="301"/>
            <ac:spMk id="3" creationId="{CBC5C725-A1D6-BF80-3804-BB87F17ED732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9:41.608" v="465"/>
          <ac:spMkLst>
            <pc:docMk/>
            <pc:sldMk cId="3172563457" sldId="301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9:41.608" v="465"/>
          <ac:spMkLst>
            <pc:docMk/>
            <pc:sldMk cId="3172563457" sldId="301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9:41.608" v="465"/>
          <ac:spMkLst>
            <pc:docMk/>
            <pc:sldMk cId="3172563457" sldId="301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9:41.608" v="465"/>
          <ac:spMkLst>
            <pc:docMk/>
            <pc:sldMk cId="3172563457" sldId="301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49:41.608" v="465"/>
          <ac:spMkLst>
            <pc:docMk/>
            <pc:sldMk cId="3172563457" sldId="301"/>
            <ac:spMk id="16" creationId="{53E5B1A8-3AC9-4BD1-9BBC-78CA94F2D1BA}"/>
          </ac:spMkLst>
        </pc:spChg>
      </pc:sldChg>
      <pc:sldChg chg="addSp delSp modSp new mod setBg">
        <pc:chgData name="Temirlan Zhaxalykov" userId="S::t.zhaxalykov@kbtu.kz::037320a9-8ef1-4acb-bb74-1ab60141db9d" providerId="AD" clId="Web-{07E25F70-5F32-8CD8-9A9C-051AF34653EB}" dt="2026-02-22T17:50:52.236" v="504"/>
        <pc:sldMkLst>
          <pc:docMk/>
          <pc:sldMk cId="553970440" sldId="302"/>
        </pc:sldMkLst>
        <pc:spChg chg="mod">
          <ac:chgData name="Temirlan Zhaxalykov" userId="S::t.zhaxalykov@kbtu.kz::037320a9-8ef1-4acb-bb74-1ab60141db9d" providerId="AD" clId="Web-{07E25F70-5F32-8CD8-9A9C-051AF34653EB}" dt="2026-02-22T17:50:49.518" v="479"/>
          <ac:spMkLst>
            <pc:docMk/>
            <pc:sldMk cId="553970440" sldId="302"/>
            <ac:spMk id="2" creationId="{091A230A-AF49-BE3E-28AF-EB729616F5E2}"/>
          </ac:spMkLst>
        </pc:spChg>
        <pc:spChg chg="del">
          <ac:chgData name="Temirlan Zhaxalykov" userId="S::t.zhaxalykov@kbtu.kz::037320a9-8ef1-4acb-bb74-1ab60141db9d" providerId="AD" clId="Web-{07E25F70-5F32-8CD8-9A9C-051AF34653EB}" dt="2026-02-22T17:50:27.955" v="474"/>
          <ac:spMkLst>
            <pc:docMk/>
            <pc:sldMk cId="553970440" sldId="302"/>
            <ac:spMk id="3" creationId="{76A738E6-9541-222D-2349-5F2A8B172CD5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0:39.596" v="476"/>
          <ac:spMkLst>
            <pc:docMk/>
            <pc:sldMk cId="553970440" sldId="302"/>
            <ac:spMk id="10" creationId="{A8384FB5-9ADC-4DDC-881B-597D56F5B15D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0:39.596" v="476"/>
          <ac:spMkLst>
            <pc:docMk/>
            <pc:sldMk cId="553970440" sldId="302"/>
            <ac:spMk id="12" creationId="{1199E1B1-A8C0-4FE8-A5A8-1CB41D69F85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0:39.596" v="476"/>
          <ac:spMkLst>
            <pc:docMk/>
            <pc:sldMk cId="553970440" sldId="302"/>
            <ac:spMk id="14" creationId="{84A8DE83-DE75-4B41-9DB4-A7EC0B0DEC0B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0:39.596" v="476"/>
          <ac:spMkLst>
            <pc:docMk/>
            <pc:sldMk cId="553970440" sldId="302"/>
            <ac:spMk id="16" creationId="{A7009A0A-BEF5-4EAC-AF15-E4F9F002E239}"/>
          </ac:spMkLst>
        </pc:spChg>
        <pc:graphicFrameChg chg="add mod ord modGraphic">
          <ac:chgData name="Temirlan Zhaxalykov" userId="S::t.zhaxalykov@kbtu.kz::037320a9-8ef1-4acb-bb74-1ab60141db9d" providerId="AD" clId="Web-{07E25F70-5F32-8CD8-9A9C-051AF34653EB}" dt="2026-02-22T17:50:52.236" v="504"/>
          <ac:graphicFrameMkLst>
            <pc:docMk/>
            <pc:sldMk cId="553970440" sldId="302"/>
            <ac:graphicFrameMk id="5" creationId="{9EC65B37-D030-72F9-3439-084D309D2DBB}"/>
          </ac:graphicFrameMkLst>
        </pc:graphicFrameChg>
      </pc:sldChg>
      <pc:sldChg chg="addSp modSp new mod setBg">
        <pc:chgData name="Temirlan Zhaxalykov" userId="S::t.zhaxalykov@kbtu.kz::037320a9-8ef1-4acb-bb74-1ab60141db9d" providerId="AD" clId="Web-{07E25F70-5F32-8CD8-9A9C-051AF34653EB}" dt="2026-02-22T17:51:18.190" v="512"/>
        <pc:sldMkLst>
          <pc:docMk/>
          <pc:sldMk cId="2942279437" sldId="303"/>
        </pc:sldMkLst>
        <pc:spChg chg="mod">
          <ac:chgData name="Temirlan Zhaxalykov" userId="S::t.zhaxalykov@kbtu.kz::037320a9-8ef1-4acb-bb74-1ab60141db9d" providerId="AD" clId="Web-{07E25F70-5F32-8CD8-9A9C-051AF34653EB}" dt="2026-02-22T17:51:18.174" v="511"/>
          <ac:spMkLst>
            <pc:docMk/>
            <pc:sldMk cId="2942279437" sldId="303"/>
            <ac:spMk id="2" creationId="{7A943F9A-8800-3C62-AAB4-9452DF0E175F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51:18.190" v="512"/>
          <ac:spMkLst>
            <pc:docMk/>
            <pc:sldMk cId="2942279437" sldId="303"/>
            <ac:spMk id="3" creationId="{E410D870-8FCF-CF35-C36F-40AA2C59B85B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1:14.034" v="508"/>
          <ac:spMkLst>
            <pc:docMk/>
            <pc:sldMk cId="2942279437" sldId="303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1:14.034" v="508"/>
          <ac:spMkLst>
            <pc:docMk/>
            <pc:sldMk cId="2942279437" sldId="303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1:14.034" v="508"/>
          <ac:spMkLst>
            <pc:docMk/>
            <pc:sldMk cId="2942279437" sldId="303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1:14.034" v="508"/>
          <ac:spMkLst>
            <pc:docMk/>
            <pc:sldMk cId="2942279437" sldId="303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1:14.034" v="508"/>
          <ac:spMkLst>
            <pc:docMk/>
            <pc:sldMk cId="2942279437" sldId="303"/>
            <ac:spMk id="16" creationId="{53E5B1A8-3AC9-4BD1-9BBC-78CA94F2D1BA}"/>
          </ac:spMkLst>
        </pc:spChg>
      </pc:sldChg>
      <pc:sldChg chg="new del">
        <pc:chgData name="Temirlan Zhaxalykov" userId="S::t.zhaxalykov@kbtu.kz::037320a9-8ef1-4acb-bb74-1ab60141db9d" providerId="AD" clId="Web-{07E25F70-5F32-8CD8-9A9C-051AF34653EB}" dt="2026-02-22T17:51:36.206" v="515"/>
        <pc:sldMkLst>
          <pc:docMk/>
          <pc:sldMk cId="218849451" sldId="304"/>
        </pc:sldMkLst>
      </pc:sldChg>
      <pc:sldChg chg="modSp add replId">
        <pc:chgData name="Temirlan Zhaxalykov" userId="S::t.zhaxalykov@kbtu.kz::037320a9-8ef1-4acb-bb74-1ab60141db9d" providerId="AD" clId="Web-{07E25F70-5F32-8CD8-9A9C-051AF34653EB}" dt="2026-02-22T17:52:19.942" v="529"/>
        <pc:sldMkLst>
          <pc:docMk/>
          <pc:sldMk cId="2514852364" sldId="305"/>
        </pc:sldMkLst>
        <pc:spChg chg="mod">
          <ac:chgData name="Temirlan Zhaxalykov" userId="S::t.zhaxalykov@kbtu.kz::037320a9-8ef1-4acb-bb74-1ab60141db9d" providerId="AD" clId="Web-{07E25F70-5F32-8CD8-9A9C-051AF34653EB}" dt="2026-02-22T17:52:19.926" v="528"/>
          <ac:spMkLst>
            <pc:docMk/>
            <pc:sldMk cId="2514852364" sldId="305"/>
            <ac:spMk id="2" creationId="{5DE652AF-F339-DB91-7C8E-3D35BE14BE84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52:19.942" v="529"/>
          <ac:spMkLst>
            <pc:docMk/>
            <pc:sldMk cId="2514852364" sldId="305"/>
            <ac:spMk id="3" creationId="{E76681D7-202F-3FA7-BE4C-5EFB9A88E052}"/>
          </ac:spMkLst>
        </pc:spChg>
      </pc:sldChg>
      <pc:sldChg chg="addSp delSp modSp new mod setBg">
        <pc:chgData name="Temirlan Zhaxalykov" userId="S::t.zhaxalykov@kbtu.kz::037320a9-8ef1-4acb-bb74-1ab60141db9d" providerId="AD" clId="Web-{07E25F70-5F32-8CD8-9A9C-051AF34653EB}" dt="2026-02-22T17:53:21.584" v="552"/>
        <pc:sldMkLst>
          <pc:docMk/>
          <pc:sldMk cId="102683938" sldId="306"/>
        </pc:sldMkLst>
        <pc:spChg chg="mod">
          <ac:chgData name="Temirlan Zhaxalykov" userId="S::t.zhaxalykov@kbtu.kz::037320a9-8ef1-4acb-bb74-1ab60141db9d" providerId="AD" clId="Web-{07E25F70-5F32-8CD8-9A9C-051AF34653EB}" dt="2026-02-22T17:53:06.787" v="537"/>
          <ac:spMkLst>
            <pc:docMk/>
            <pc:sldMk cId="102683938" sldId="306"/>
            <ac:spMk id="2" creationId="{01D2ABAF-CE77-9B68-B79B-BA286272E141}"/>
          </ac:spMkLst>
        </pc:spChg>
        <pc:spChg chg="del">
          <ac:chgData name="Temirlan Zhaxalykov" userId="S::t.zhaxalykov@kbtu.kz::037320a9-8ef1-4acb-bb74-1ab60141db9d" providerId="AD" clId="Web-{07E25F70-5F32-8CD8-9A9C-051AF34653EB}" dt="2026-02-22T17:52:55.005" v="533"/>
          <ac:spMkLst>
            <pc:docMk/>
            <pc:sldMk cId="102683938" sldId="306"/>
            <ac:spMk id="3" creationId="{33F9687C-32FC-8BCF-2807-DBDCA7DE0D14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3:00.677" v="534"/>
          <ac:spMkLst>
            <pc:docMk/>
            <pc:sldMk cId="102683938" sldId="306"/>
            <ac:spMk id="10" creationId="{BACC6370-2D7E-4714-9D71-7542949D7D5D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3:00.677" v="534"/>
          <ac:spMkLst>
            <pc:docMk/>
            <pc:sldMk cId="102683938" sldId="306"/>
            <ac:spMk id="12" creationId="{F68B3F68-107C-434F-AA38-110D5EA91B85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3:00.677" v="534"/>
          <ac:spMkLst>
            <pc:docMk/>
            <pc:sldMk cId="102683938" sldId="306"/>
            <ac:spMk id="14" creationId="{AAD0DBB9-1A4B-4391-81D4-CB19F9AB918A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3:00.677" v="534"/>
          <ac:spMkLst>
            <pc:docMk/>
            <pc:sldMk cId="102683938" sldId="306"/>
            <ac:spMk id="16" creationId="{063BBA22-50EA-4C4D-BE05-F1CE4E63AA56}"/>
          </ac:spMkLst>
        </pc:spChg>
        <pc:graphicFrameChg chg="add mod ord modGraphic">
          <ac:chgData name="Temirlan Zhaxalykov" userId="S::t.zhaxalykov@kbtu.kz::037320a9-8ef1-4acb-bb74-1ab60141db9d" providerId="AD" clId="Web-{07E25F70-5F32-8CD8-9A9C-051AF34653EB}" dt="2026-02-22T17:53:21.584" v="552"/>
          <ac:graphicFrameMkLst>
            <pc:docMk/>
            <pc:sldMk cId="102683938" sldId="306"/>
            <ac:graphicFrameMk id="5" creationId="{A0535B0D-6024-4288-EC5D-BBF7FA1C8479}"/>
          </ac:graphicFrameMkLst>
        </pc:graphicFrameChg>
      </pc:sldChg>
      <pc:sldChg chg="addSp delSp modSp new mod setBg">
        <pc:chgData name="Temirlan Zhaxalykov" userId="S::t.zhaxalykov@kbtu.kz::037320a9-8ef1-4acb-bb74-1ab60141db9d" providerId="AD" clId="Web-{07E25F70-5F32-8CD8-9A9C-051AF34653EB}" dt="2026-02-22T17:54:00.991" v="562"/>
        <pc:sldMkLst>
          <pc:docMk/>
          <pc:sldMk cId="2621350186" sldId="307"/>
        </pc:sldMkLst>
        <pc:spChg chg="mod">
          <ac:chgData name="Temirlan Zhaxalykov" userId="S::t.zhaxalykov@kbtu.kz::037320a9-8ef1-4acb-bb74-1ab60141db9d" providerId="AD" clId="Web-{07E25F70-5F32-8CD8-9A9C-051AF34653EB}" dt="2026-02-22T17:54:00.960" v="561"/>
          <ac:spMkLst>
            <pc:docMk/>
            <pc:sldMk cId="2621350186" sldId="307"/>
            <ac:spMk id="2" creationId="{7B1B7246-A7DE-6AD3-B1D0-AEB2D59F6EF2}"/>
          </ac:spMkLst>
        </pc:spChg>
        <pc:spChg chg="add del mod">
          <ac:chgData name="Temirlan Zhaxalykov" userId="S::t.zhaxalykov@kbtu.kz::037320a9-8ef1-4acb-bb74-1ab60141db9d" providerId="AD" clId="Web-{07E25F70-5F32-8CD8-9A9C-051AF34653EB}" dt="2026-02-22T17:54:00.991" v="562"/>
          <ac:spMkLst>
            <pc:docMk/>
            <pc:sldMk cId="2621350186" sldId="307"/>
            <ac:spMk id="3" creationId="{C976F2A6-850D-3126-B244-B3081234BC7B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3:55.663" v="558"/>
          <ac:spMkLst>
            <pc:docMk/>
            <pc:sldMk cId="2621350186" sldId="307"/>
            <ac:spMk id="8" creationId="{1B15ED52-F352-441B-82BF-E0EA34836D08}"/>
          </ac:spMkLst>
        </pc:spChg>
        <pc:spChg chg="add del">
          <ac:chgData name="Temirlan Zhaxalykov" userId="S::t.zhaxalykov@kbtu.kz::037320a9-8ef1-4acb-bb74-1ab60141db9d" providerId="AD" clId="Web-{07E25F70-5F32-8CD8-9A9C-051AF34653EB}" dt="2026-02-22T17:53:49.803" v="557"/>
          <ac:spMkLst>
            <pc:docMk/>
            <pc:sldMk cId="2621350186" sldId="307"/>
            <ac:spMk id="9" creationId="{BACC6370-2D7E-4714-9D71-7542949D7D5D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3:55.663" v="558"/>
          <ac:spMkLst>
            <pc:docMk/>
            <pc:sldMk cId="2621350186" sldId="307"/>
            <ac:spMk id="10" creationId="{3B2E3793-BFE6-45A2-9B7B-E18844431C99}"/>
          </ac:spMkLst>
        </pc:spChg>
        <pc:spChg chg="add del">
          <ac:chgData name="Temirlan Zhaxalykov" userId="S::t.zhaxalykov@kbtu.kz::037320a9-8ef1-4acb-bb74-1ab60141db9d" providerId="AD" clId="Web-{07E25F70-5F32-8CD8-9A9C-051AF34653EB}" dt="2026-02-22T17:53:49.803" v="557"/>
          <ac:spMkLst>
            <pc:docMk/>
            <pc:sldMk cId="2621350186" sldId="307"/>
            <ac:spMk id="11" creationId="{F68B3F68-107C-434F-AA38-110D5EA91B85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3:55.663" v="558"/>
          <ac:spMkLst>
            <pc:docMk/>
            <pc:sldMk cId="2621350186" sldId="307"/>
            <ac:spMk id="12" creationId="{BC4C4868-CB8F-4AF9-9CDB-8108F2C19B67}"/>
          </ac:spMkLst>
        </pc:spChg>
        <pc:spChg chg="add del">
          <ac:chgData name="Temirlan Zhaxalykov" userId="S::t.zhaxalykov@kbtu.kz::037320a9-8ef1-4acb-bb74-1ab60141db9d" providerId="AD" clId="Web-{07E25F70-5F32-8CD8-9A9C-051AF34653EB}" dt="2026-02-22T17:53:49.803" v="557"/>
          <ac:spMkLst>
            <pc:docMk/>
            <pc:sldMk cId="2621350186" sldId="307"/>
            <ac:spMk id="13" creationId="{AAD0DBB9-1A4B-4391-81D4-CB19F9AB918A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3:55.663" v="558"/>
          <ac:spMkLst>
            <pc:docMk/>
            <pc:sldMk cId="2621350186" sldId="307"/>
            <ac:spMk id="14" creationId="{375E0459-6403-40CD-989D-56A4407CA12E}"/>
          </ac:spMkLst>
        </pc:spChg>
        <pc:spChg chg="add del">
          <ac:chgData name="Temirlan Zhaxalykov" userId="S::t.zhaxalykov@kbtu.kz::037320a9-8ef1-4acb-bb74-1ab60141db9d" providerId="AD" clId="Web-{07E25F70-5F32-8CD8-9A9C-051AF34653EB}" dt="2026-02-22T17:53:49.803" v="557"/>
          <ac:spMkLst>
            <pc:docMk/>
            <pc:sldMk cId="2621350186" sldId="307"/>
            <ac:spMk id="15" creationId="{063BBA22-50EA-4C4D-BE05-F1CE4E63AA56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3:55.663" v="558"/>
          <ac:spMkLst>
            <pc:docMk/>
            <pc:sldMk cId="2621350186" sldId="307"/>
            <ac:spMk id="16" creationId="{53E5B1A8-3AC9-4BD1-9BBC-78CA94F2D1BA}"/>
          </ac:spMkLst>
        </pc:spChg>
        <pc:graphicFrameChg chg="add del">
          <ac:chgData name="Temirlan Zhaxalykov" userId="S::t.zhaxalykov@kbtu.kz::037320a9-8ef1-4acb-bb74-1ab60141db9d" providerId="AD" clId="Web-{07E25F70-5F32-8CD8-9A9C-051AF34653EB}" dt="2026-02-22T17:53:49.803" v="557"/>
          <ac:graphicFrameMkLst>
            <pc:docMk/>
            <pc:sldMk cId="2621350186" sldId="307"/>
            <ac:graphicFrameMk id="5" creationId="{3ED27BAF-1999-6537-FD47-109F26C30816}"/>
          </ac:graphicFrameMkLst>
        </pc:graphicFrameChg>
      </pc:sldChg>
      <pc:sldChg chg="addSp modSp new mod setBg">
        <pc:chgData name="Temirlan Zhaxalykov" userId="S::t.zhaxalykov@kbtu.kz::037320a9-8ef1-4acb-bb74-1ab60141db9d" providerId="AD" clId="Web-{07E25F70-5F32-8CD8-9A9C-051AF34653EB}" dt="2026-02-22T17:54:27.867" v="569"/>
        <pc:sldMkLst>
          <pc:docMk/>
          <pc:sldMk cId="2379074578" sldId="308"/>
        </pc:sldMkLst>
        <pc:spChg chg="mod">
          <ac:chgData name="Temirlan Zhaxalykov" userId="S::t.zhaxalykov@kbtu.kz::037320a9-8ef1-4acb-bb74-1ab60141db9d" providerId="AD" clId="Web-{07E25F70-5F32-8CD8-9A9C-051AF34653EB}" dt="2026-02-22T17:54:27.851" v="568"/>
          <ac:spMkLst>
            <pc:docMk/>
            <pc:sldMk cId="2379074578" sldId="308"/>
            <ac:spMk id="2" creationId="{96D9760F-420D-0048-61A3-02554F9DFD9A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54:27.867" v="569"/>
          <ac:spMkLst>
            <pc:docMk/>
            <pc:sldMk cId="2379074578" sldId="308"/>
            <ac:spMk id="3" creationId="{54E852FD-AF74-DA43-6EDC-D3746CBF6FD1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4:22.679" v="566"/>
          <ac:spMkLst>
            <pc:docMk/>
            <pc:sldMk cId="2379074578" sldId="308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4:22.679" v="566"/>
          <ac:spMkLst>
            <pc:docMk/>
            <pc:sldMk cId="2379074578" sldId="308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4:22.679" v="566"/>
          <ac:spMkLst>
            <pc:docMk/>
            <pc:sldMk cId="2379074578" sldId="308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4:22.679" v="566"/>
          <ac:spMkLst>
            <pc:docMk/>
            <pc:sldMk cId="2379074578" sldId="308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4:22.679" v="566"/>
          <ac:spMkLst>
            <pc:docMk/>
            <pc:sldMk cId="2379074578" sldId="308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07E25F70-5F32-8CD8-9A9C-051AF34653EB}" dt="2026-02-22T17:54:52.602" v="579" actId="20577"/>
        <pc:sldMkLst>
          <pc:docMk/>
          <pc:sldMk cId="4223029126" sldId="309"/>
        </pc:sldMkLst>
        <pc:spChg chg="mod">
          <ac:chgData name="Temirlan Zhaxalykov" userId="S::t.zhaxalykov@kbtu.kz::037320a9-8ef1-4acb-bb74-1ab60141db9d" providerId="AD" clId="Web-{07E25F70-5F32-8CD8-9A9C-051AF34653EB}" dt="2026-02-22T17:54:50.164" v="577"/>
          <ac:spMkLst>
            <pc:docMk/>
            <pc:sldMk cId="4223029126" sldId="309"/>
            <ac:spMk id="2" creationId="{12786349-0092-5F46-7AE9-3D4632271148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54:52.602" v="579" actId="20577"/>
          <ac:spMkLst>
            <pc:docMk/>
            <pc:sldMk cId="4223029126" sldId="309"/>
            <ac:spMk id="3" creationId="{2394C218-C201-BDBA-7FD8-1914F10057D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4:45.742" v="575"/>
          <ac:spMkLst>
            <pc:docMk/>
            <pc:sldMk cId="4223029126" sldId="309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4:45.742" v="575"/>
          <ac:spMkLst>
            <pc:docMk/>
            <pc:sldMk cId="4223029126" sldId="309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4:45.742" v="575"/>
          <ac:spMkLst>
            <pc:docMk/>
            <pc:sldMk cId="4223029126" sldId="309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4:45.742" v="575"/>
          <ac:spMkLst>
            <pc:docMk/>
            <pc:sldMk cId="4223029126" sldId="309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4:45.742" v="575"/>
          <ac:spMkLst>
            <pc:docMk/>
            <pc:sldMk cId="4223029126" sldId="309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07E25F70-5F32-8CD8-9A9C-051AF34653EB}" dt="2026-02-22T17:55:37.102" v="599"/>
        <pc:sldMkLst>
          <pc:docMk/>
          <pc:sldMk cId="3377048372" sldId="310"/>
        </pc:sldMkLst>
        <pc:spChg chg="mod">
          <ac:chgData name="Temirlan Zhaxalykov" userId="S::t.zhaxalykov@kbtu.kz::037320a9-8ef1-4acb-bb74-1ab60141db9d" providerId="AD" clId="Web-{07E25F70-5F32-8CD8-9A9C-051AF34653EB}" dt="2026-02-22T17:55:37.087" v="598"/>
          <ac:spMkLst>
            <pc:docMk/>
            <pc:sldMk cId="3377048372" sldId="310"/>
            <ac:spMk id="2" creationId="{BA40E7EA-B02C-DE5B-DCAE-9F899CDE7529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55:37.102" v="599"/>
          <ac:spMkLst>
            <pc:docMk/>
            <pc:sldMk cId="3377048372" sldId="310"/>
            <ac:spMk id="3" creationId="{843FB4C4-1FD3-D0BD-8C7A-7B7430786E4B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5:33.024" v="595"/>
          <ac:spMkLst>
            <pc:docMk/>
            <pc:sldMk cId="3377048372" sldId="310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5:33.024" v="595"/>
          <ac:spMkLst>
            <pc:docMk/>
            <pc:sldMk cId="3377048372" sldId="310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5:33.024" v="595"/>
          <ac:spMkLst>
            <pc:docMk/>
            <pc:sldMk cId="3377048372" sldId="310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5:33.024" v="595"/>
          <ac:spMkLst>
            <pc:docMk/>
            <pc:sldMk cId="3377048372" sldId="310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5:33.024" v="595"/>
          <ac:spMkLst>
            <pc:docMk/>
            <pc:sldMk cId="3377048372" sldId="310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07E25F70-5F32-8CD8-9A9C-051AF34653EB}" dt="2026-02-22T17:55:27.790" v="594"/>
        <pc:sldMkLst>
          <pc:docMk/>
          <pc:sldMk cId="4077918753" sldId="311"/>
        </pc:sldMkLst>
        <pc:spChg chg="mod">
          <ac:chgData name="Temirlan Zhaxalykov" userId="S::t.zhaxalykov@kbtu.kz::037320a9-8ef1-4acb-bb74-1ab60141db9d" providerId="AD" clId="Web-{07E25F70-5F32-8CD8-9A9C-051AF34653EB}" dt="2026-02-22T17:55:27.774" v="593"/>
          <ac:spMkLst>
            <pc:docMk/>
            <pc:sldMk cId="4077918753" sldId="311"/>
            <ac:spMk id="2" creationId="{4C1B0AB0-8B88-A362-285E-30089D6AD151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55:27.790" v="594"/>
          <ac:spMkLst>
            <pc:docMk/>
            <pc:sldMk cId="4077918753" sldId="311"/>
            <ac:spMk id="3" creationId="{77A5F231-9D50-4B9B-8820-1890B2EB283B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5:22.899" v="590"/>
          <ac:spMkLst>
            <pc:docMk/>
            <pc:sldMk cId="4077918753" sldId="311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5:22.899" v="590"/>
          <ac:spMkLst>
            <pc:docMk/>
            <pc:sldMk cId="4077918753" sldId="311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5:22.899" v="590"/>
          <ac:spMkLst>
            <pc:docMk/>
            <pc:sldMk cId="4077918753" sldId="311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5:22.899" v="590"/>
          <ac:spMkLst>
            <pc:docMk/>
            <pc:sldMk cId="4077918753" sldId="311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5:22.899" v="590"/>
          <ac:spMkLst>
            <pc:docMk/>
            <pc:sldMk cId="4077918753" sldId="311"/>
            <ac:spMk id="16" creationId="{53E5B1A8-3AC9-4BD1-9BBC-78CA94F2D1BA}"/>
          </ac:spMkLst>
        </pc:spChg>
      </pc:sldChg>
      <pc:sldChg chg="addSp modSp new mod setBg">
        <pc:chgData name="Temirlan Zhaxalykov" userId="S::t.zhaxalykov@kbtu.kz::037320a9-8ef1-4acb-bb74-1ab60141db9d" providerId="AD" clId="Web-{07E25F70-5F32-8CD8-9A9C-051AF34653EB}" dt="2026-02-22T17:55:55.415" v="608"/>
        <pc:sldMkLst>
          <pc:docMk/>
          <pc:sldMk cId="737509455" sldId="312"/>
        </pc:sldMkLst>
        <pc:spChg chg="mod">
          <ac:chgData name="Temirlan Zhaxalykov" userId="S::t.zhaxalykov@kbtu.kz::037320a9-8ef1-4acb-bb74-1ab60141db9d" providerId="AD" clId="Web-{07E25F70-5F32-8CD8-9A9C-051AF34653EB}" dt="2026-02-22T17:55:55.384" v="607"/>
          <ac:spMkLst>
            <pc:docMk/>
            <pc:sldMk cId="737509455" sldId="312"/>
            <ac:spMk id="2" creationId="{6771A891-36EB-3606-D483-27993E4C0605}"/>
          </ac:spMkLst>
        </pc:spChg>
        <pc:spChg chg="mod">
          <ac:chgData name="Temirlan Zhaxalykov" userId="S::t.zhaxalykov@kbtu.kz::037320a9-8ef1-4acb-bb74-1ab60141db9d" providerId="AD" clId="Web-{07E25F70-5F32-8CD8-9A9C-051AF34653EB}" dt="2026-02-22T17:55:55.415" v="608"/>
          <ac:spMkLst>
            <pc:docMk/>
            <pc:sldMk cId="737509455" sldId="312"/>
            <ac:spMk id="3" creationId="{FBD43D1B-B65A-3984-BFA8-1000B91B91CF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5:51.446" v="604"/>
          <ac:spMkLst>
            <pc:docMk/>
            <pc:sldMk cId="737509455" sldId="312"/>
            <ac:spMk id="8" creationId="{1B15ED52-F352-441B-82BF-E0EA34836D08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5:51.446" v="604"/>
          <ac:spMkLst>
            <pc:docMk/>
            <pc:sldMk cId="737509455" sldId="312"/>
            <ac:spMk id="10" creationId="{3B2E3793-BFE6-45A2-9B7B-E18844431C99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5:51.446" v="604"/>
          <ac:spMkLst>
            <pc:docMk/>
            <pc:sldMk cId="737509455" sldId="312"/>
            <ac:spMk id="12" creationId="{BC4C4868-CB8F-4AF9-9CDB-8108F2C19B67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5:51.446" v="604"/>
          <ac:spMkLst>
            <pc:docMk/>
            <pc:sldMk cId="737509455" sldId="312"/>
            <ac:spMk id="14" creationId="{375E0459-6403-40CD-989D-56A4407CA12E}"/>
          </ac:spMkLst>
        </pc:spChg>
        <pc:spChg chg="add">
          <ac:chgData name="Temirlan Zhaxalykov" userId="S::t.zhaxalykov@kbtu.kz::037320a9-8ef1-4acb-bb74-1ab60141db9d" providerId="AD" clId="Web-{07E25F70-5F32-8CD8-9A9C-051AF34653EB}" dt="2026-02-22T17:55:51.446" v="604"/>
          <ac:spMkLst>
            <pc:docMk/>
            <pc:sldMk cId="737509455" sldId="312"/>
            <ac:spMk id="16" creationId="{53E5B1A8-3AC9-4BD1-9BBC-78CA94F2D1BA}"/>
          </ac:spMkLst>
        </pc:spChg>
      </pc:sldChg>
      <pc:sldChg chg="addSp delSp modSp new">
        <pc:chgData name="Temirlan Zhaxalykov" userId="S::t.zhaxalykov@kbtu.kz::037320a9-8ef1-4acb-bb74-1ab60141db9d" providerId="AD" clId="Web-{07E25F70-5F32-8CD8-9A9C-051AF34653EB}" dt="2026-02-22T18:46:43.393" v="617" actId="14100"/>
        <pc:sldMkLst>
          <pc:docMk/>
          <pc:sldMk cId="2508399290" sldId="313"/>
        </pc:sldMkLst>
        <pc:spChg chg="del">
          <ac:chgData name="Temirlan Zhaxalykov" userId="S::t.zhaxalykov@kbtu.kz::037320a9-8ef1-4acb-bb74-1ab60141db9d" providerId="AD" clId="Web-{07E25F70-5F32-8CD8-9A9C-051AF34653EB}" dt="2026-02-22T18:46:31.611" v="612"/>
          <ac:spMkLst>
            <pc:docMk/>
            <pc:sldMk cId="2508399290" sldId="313"/>
            <ac:spMk id="2" creationId="{4DC30718-6FAF-3F35-F5B8-624DC39F7728}"/>
          </ac:spMkLst>
        </pc:spChg>
        <pc:spChg chg="del">
          <ac:chgData name="Temirlan Zhaxalykov" userId="S::t.zhaxalykov@kbtu.kz::037320a9-8ef1-4acb-bb74-1ab60141db9d" providerId="AD" clId="Web-{07E25F70-5F32-8CD8-9A9C-051AF34653EB}" dt="2026-02-22T18:46:30.018" v="610"/>
          <ac:spMkLst>
            <pc:docMk/>
            <pc:sldMk cId="2508399290" sldId="313"/>
            <ac:spMk id="3" creationId="{A1506103-C8D5-445B-2A58-264EF1C51DBE}"/>
          </ac:spMkLst>
        </pc:spChg>
        <pc:picChg chg="add mod ord">
          <ac:chgData name="Temirlan Zhaxalykov" userId="S::t.zhaxalykov@kbtu.kz::037320a9-8ef1-4acb-bb74-1ab60141db9d" providerId="AD" clId="Web-{07E25F70-5F32-8CD8-9A9C-051AF34653EB}" dt="2026-02-22T18:46:43.393" v="617" actId="14100"/>
          <ac:picMkLst>
            <pc:docMk/>
            <pc:sldMk cId="2508399290" sldId="313"/>
            <ac:picMk id="4" creationId="{3F51918B-EF31-485A-0116-90D3AFADEE03}"/>
          </ac:picMkLst>
        </pc:picChg>
      </pc:sldChg>
      <pc:sldChg chg="addSp delSp modSp new">
        <pc:chgData name="Temirlan Zhaxalykov" userId="S::t.zhaxalykov@kbtu.kz::037320a9-8ef1-4acb-bb74-1ab60141db9d" providerId="AD" clId="Web-{07E25F70-5F32-8CD8-9A9C-051AF34653EB}" dt="2026-02-22T18:50:01.049" v="625" actId="14100"/>
        <pc:sldMkLst>
          <pc:docMk/>
          <pc:sldMk cId="2019575751" sldId="314"/>
        </pc:sldMkLst>
        <pc:spChg chg="del">
          <ac:chgData name="Temirlan Zhaxalykov" userId="S::t.zhaxalykov@kbtu.kz::037320a9-8ef1-4acb-bb74-1ab60141db9d" providerId="AD" clId="Web-{07E25F70-5F32-8CD8-9A9C-051AF34653EB}" dt="2026-02-22T18:49:45.643" v="620"/>
          <ac:spMkLst>
            <pc:docMk/>
            <pc:sldMk cId="2019575751" sldId="314"/>
            <ac:spMk id="2" creationId="{6C92B7E3-D748-9C02-60BC-4CBE239E0570}"/>
          </ac:spMkLst>
        </pc:spChg>
        <pc:spChg chg="del">
          <ac:chgData name="Temirlan Zhaxalykov" userId="S::t.zhaxalykov@kbtu.kz::037320a9-8ef1-4acb-bb74-1ab60141db9d" providerId="AD" clId="Web-{07E25F70-5F32-8CD8-9A9C-051AF34653EB}" dt="2026-02-22T18:49:41.658" v="619"/>
          <ac:spMkLst>
            <pc:docMk/>
            <pc:sldMk cId="2019575751" sldId="314"/>
            <ac:spMk id="3" creationId="{1B46752A-81D4-B9AE-3E36-BAF14A0C2500}"/>
          </ac:spMkLst>
        </pc:spChg>
        <pc:picChg chg="add mod ord">
          <ac:chgData name="Temirlan Zhaxalykov" userId="S::t.zhaxalykov@kbtu.kz::037320a9-8ef1-4acb-bb74-1ab60141db9d" providerId="AD" clId="Web-{07E25F70-5F32-8CD8-9A9C-051AF34653EB}" dt="2026-02-22T18:50:01.049" v="625" actId="14100"/>
          <ac:picMkLst>
            <pc:docMk/>
            <pc:sldMk cId="2019575751" sldId="314"/>
            <ac:picMk id="4" creationId="{7F291C13-A6D3-9E6D-C7F1-0A1C456BFF2D}"/>
          </ac:picMkLst>
        </pc:picChg>
      </pc:sldChg>
      <pc:sldChg chg="addSp delSp modSp new">
        <pc:chgData name="Temirlan Zhaxalykov" userId="S::t.zhaxalykov@kbtu.kz::037320a9-8ef1-4acb-bb74-1ab60141db9d" providerId="AD" clId="Web-{07E25F70-5F32-8CD8-9A9C-051AF34653EB}" dt="2026-02-22T18:53:33.815" v="632" actId="14100"/>
        <pc:sldMkLst>
          <pc:docMk/>
          <pc:sldMk cId="896250730" sldId="315"/>
        </pc:sldMkLst>
        <pc:spChg chg="del">
          <ac:chgData name="Temirlan Zhaxalykov" userId="S::t.zhaxalykov@kbtu.kz::037320a9-8ef1-4acb-bb74-1ab60141db9d" providerId="AD" clId="Web-{07E25F70-5F32-8CD8-9A9C-051AF34653EB}" dt="2026-02-22T18:53:23.471" v="629"/>
          <ac:spMkLst>
            <pc:docMk/>
            <pc:sldMk cId="896250730" sldId="315"/>
            <ac:spMk id="2" creationId="{DA7D09EA-DD80-D4E0-EBAD-E506FB8234EA}"/>
          </ac:spMkLst>
        </pc:spChg>
        <pc:spChg chg="del">
          <ac:chgData name="Temirlan Zhaxalykov" userId="S::t.zhaxalykov@kbtu.kz::037320a9-8ef1-4acb-bb74-1ab60141db9d" providerId="AD" clId="Web-{07E25F70-5F32-8CD8-9A9C-051AF34653EB}" dt="2026-02-22T18:53:21.080" v="627"/>
          <ac:spMkLst>
            <pc:docMk/>
            <pc:sldMk cId="896250730" sldId="315"/>
            <ac:spMk id="3" creationId="{8539A54F-316A-1988-139A-53323FA08D14}"/>
          </ac:spMkLst>
        </pc:spChg>
        <pc:picChg chg="add mod ord">
          <ac:chgData name="Temirlan Zhaxalykov" userId="S::t.zhaxalykov@kbtu.kz::037320a9-8ef1-4acb-bb74-1ab60141db9d" providerId="AD" clId="Web-{07E25F70-5F32-8CD8-9A9C-051AF34653EB}" dt="2026-02-22T18:53:33.815" v="632" actId="14100"/>
          <ac:picMkLst>
            <pc:docMk/>
            <pc:sldMk cId="896250730" sldId="315"/>
            <ac:picMk id="4" creationId="{E25ADEC3-2ACD-ECC6-B605-DE26737CCBD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0799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7117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63698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25762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027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953355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887541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65695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41692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657274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FFB779-270B-4192-84BA-A697F48306D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22617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2FFB779-270B-4192-84BA-A697F48306DC}" type="datetimeFigureOut">
              <a:rPr lang="ru-RU" smtClean="0"/>
              <a:t>22.02.2026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5DC19C-03DA-4066-9FF7-D0BF1BC6D6F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49794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Qc66OJx28no?feature=oembed" TargetMode="Externa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gOIBUe1fjX0?feature=oembed" TargetMode="Externa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2.xml"/><Relationship Id="rId1" Type="http://schemas.openxmlformats.org/officeDocument/2006/relationships/video" Target="https://www.youtube.com/embed/fzlflyw7X2I?feature=oembed" TargetMode="Externa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F5A5072-7B47-4D32-B52A-4EBBF590B8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715DAF0-AE1B-46C9-8A6B-DB2AA05AB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2" y="-22693"/>
            <a:ext cx="12191999" cy="4374129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rgbClr val="000000"/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016219D-510E-4184-9090-6D5578A87B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908719" y="-3931841"/>
            <a:ext cx="4374557" cy="12192000"/>
          </a:xfrm>
          <a:prstGeom prst="rect">
            <a:avLst/>
          </a:prstGeom>
          <a:gradFill>
            <a:gsLst>
              <a:gs pos="40000">
                <a:schemeClr val="accent1">
                  <a:alpha val="0"/>
                </a:schemeClr>
              </a:gs>
              <a:gs pos="100000">
                <a:schemeClr val="accent1">
                  <a:lumMod val="75000"/>
                  <a:alpha val="52000"/>
                </a:schemeClr>
              </a:gs>
            </a:gsLst>
            <a:lin ang="2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FF4A713-7B75-4B21-90D7-5AB19547C7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136696" y="-3703868"/>
            <a:ext cx="4374128" cy="11736479"/>
          </a:xfrm>
          <a:prstGeom prst="rect">
            <a:avLst/>
          </a:prstGeom>
          <a:gradFill>
            <a:gsLst>
              <a:gs pos="17000">
                <a:schemeClr val="accent1">
                  <a:alpha val="0"/>
                </a:schemeClr>
              </a:gs>
              <a:gs pos="100000">
                <a:srgbClr val="000000">
                  <a:alpha val="37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C631C0B-6DA6-4E57-8231-CE32B3434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5" y="-22690"/>
            <a:ext cx="8542485" cy="4374126"/>
          </a:xfrm>
          <a:prstGeom prst="rect">
            <a:avLst/>
          </a:prstGeom>
          <a:gradFill>
            <a:gsLst>
              <a:gs pos="0">
                <a:schemeClr val="accent1">
                  <a:lumMod val="50000"/>
                  <a:alpha val="0"/>
                </a:schemeClr>
              </a:gs>
              <a:gs pos="100000">
                <a:srgbClr val="000000">
                  <a:alpha val="25000"/>
                </a:srgb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C29501E6-A978-4A61-9689-9085AF97A5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2508972">
            <a:off x="5945431" y="-1032053"/>
            <a:ext cx="4990147" cy="4439131"/>
          </a:xfrm>
          <a:custGeom>
            <a:avLst/>
            <a:gdLst>
              <a:gd name="connsiteX0" fmla="*/ 4990147 w 4990147"/>
              <a:gd name="connsiteY0" fmla="*/ 2229378 h 4439131"/>
              <a:gd name="connsiteX1" fmla="*/ 917384 w 4990147"/>
              <a:gd name="connsiteY1" fmla="*/ 4439131 h 4439131"/>
              <a:gd name="connsiteX2" fmla="*/ 910814 w 4990147"/>
              <a:gd name="connsiteY2" fmla="*/ 4434219 h 4439131"/>
              <a:gd name="connsiteX3" fmla="*/ 0 w 4990147"/>
              <a:gd name="connsiteY3" fmla="*/ 2502877 h 4439131"/>
              <a:gd name="connsiteX4" fmla="*/ 2502877 w 4990147"/>
              <a:gd name="connsiteY4" fmla="*/ 0 h 4439131"/>
              <a:gd name="connsiteX5" fmla="*/ 4954904 w 4990147"/>
              <a:gd name="connsiteY5" fmla="*/ 1998460 h 4439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990147" h="4439131">
                <a:moveTo>
                  <a:pt x="4990147" y="2229378"/>
                </a:moveTo>
                <a:lnTo>
                  <a:pt x="917384" y="4439131"/>
                </a:lnTo>
                <a:lnTo>
                  <a:pt x="910814" y="4434219"/>
                </a:lnTo>
                <a:cubicBezTo>
                  <a:pt x="354557" y="3975154"/>
                  <a:pt x="0" y="3280421"/>
                  <a:pt x="0" y="2502877"/>
                </a:cubicBezTo>
                <a:cubicBezTo>
                  <a:pt x="0" y="1120576"/>
                  <a:pt x="1120576" y="0"/>
                  <a:pt x="2502877" y="0"/>
                </a:cubicBezTo>
                <a:cubicBezTo>
                  <a:pt x="3712390" y="0"/>
                  <a:pt x="4721520" y="857941"/>
                  <a:pt x="4954904" y="1998460"/>
                </a:cubicBezTo>
                <a:close/>
              </a:path>
            </a:pathLst>
          </a:custGeom>
          <a:gradFill>
            <a:gsLst>
              <a:gs pos="0">
                <a:schemeClr val="accent1">
                  <a:alpha val="22000"/>
                </a:schemeClr>
              </a:gs>
              <a:gs pos="87000">
                <a:schemeClr val="accent1">
                  <a:lumMod val="60000"/>
                  <a:lumOff val="40000"/>
                  <a:alpha val="2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314824" y="735106"/>
            <a:ext cx="10053763" cy="2928470"/>
          </a:xfrm>
        </p:spPr>
        <p:txBody>
          <a:bodyPr anchor="b">
            <a:normAutofit/>
          </a:bodyPr>
          <a:lstStyle/>
          <a:p>
            <a:pPr algn="l"/>
            <a:r>
              <a:rPr lang="ru-RU" sz="4800">
                <a:solidFill>
                  <a:srgbClr val="FFFFFF"/>
                </a:solidFill>
                <a:latin typeface="Times New Roman"/>
                <a:cs typeface="Times New Roman"/>
              </a:rPr>
              <a:t>Lecture 6. Modern Hash Functions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350682" y="4870824"/>
            <a:ext cx="10005951" cy="14582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/>
            <a:r>
              <a:rPr lang="ru-RU">
                <a:latin typeface="Times New Roman"/>
                <a:ea typeface="Calibri"/>
                <a:cs typeface="Times New Roman"/>
              </a:rPr>
              <a:t>CSE 1204 Applied Cryptography</a:t>
            </a:r>
          </a:p>
          <a:p>
            <a:pPr algn="l"/>
            <a:r>
              <a:rPr lang="ru-RU">
                <a:latin typeface="Times New Roman"/>
                <a:ea typeface="Calibri"/>
                <a:cs typeface="Times New Roman"/>
              </a:rPr>
              <a:t>Lectures by Zhaxalykov T.M.</a:t>
            </a:r>
            <a:endParaRPr lang="ru-RU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3516515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EE2AD96-B495-4E06-9291-B71706F72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CF6D67-C5A8-4ADD-9E8E-1E38CA1D31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6909FA0-B515-4681-B7A8-FA281D133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1C9FE86-FCC3-4A31-AA1C-C882262B7F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D96243B-ECED-4B71-8E06-AE9A285EA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09989E4-EFDC-4A90-A633-E0525FB41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0CF879C-F49F-C221-47C2-B400A0A48F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Agenda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685C0E-B3AE-4024-E3E2-A44731C15F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The SHA-2 Family</a:t>
            </a:r>
            <a:endParaRPr lang="ru-RU"/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Merkle-Damgård Construction</a:t>
            </a:r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Length Extension Attacks</a:t>
            </a:r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SHA-3 and the Sponge Construction</a:t>
            </a:r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BLAKE2 and BLAKE3</a:t>
            </a:r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Comparison and Selection Guide</a:t>
            </a:r>
          </a:p>
        </p:txBody>
      </p:sp>
    </p:spTree>
    <p:extLst>
      <p:ext uri="{BB962C8B-B14F-4D97-AF65-F5344CB8AC3E}">
        <p14:creationId xmlns:p14="http://schemas.microsoft.com/office/powerpoint/2010/main" val="37637576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58283B2-256B-1696-A467-0EB1B9325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4242D67-ECC9-BC84-481E-29138232B0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0F7CFF2-BBC4-5E8E-79A8-1D218D9DEE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9254E40-6EF5-C585-7165-F25A62996C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C14662D-17F7-1DA1-32B1-02710C212B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817BD28-647B-78FE-52C8-1F70C8D5BC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4502964-5111-F77E-4C24-F5F6D6447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BD5290-2172-CC71-8D41-43E21233FC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1. The SHA-2 Family</a:t>
            </a:r>
            <a:endParaRPr lang="ru-RU" sz="4000" b="1" dirty="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0CB8EAF-D276-F56C-5393-63C77CA88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1.1 SHA-2 Variants</a:t>
            </a:r>
            <a:endParaRPr lang="ru-RU"/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1.2 SHA-256 Algorithm</a:t>
            </a:r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1.3 Security Properties</a:t>
            </a:r>
          </a:p>
        </p:txBody>
      </p:sp>
    </p:spTree>
    <p:extLst>
      <p:ext uri="{BB962C8B-B14F-4D97-AF65-F5344CB8AC3E}">
        <p14:creationId xmlns:p14="http://schemas.microsoft.com/office/powerpoint/2010/main" val="25969002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BF3EAF-DC52-6561-8D1E-43551584B6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The SHA-2 Family</a:t>
            </a:r>
            <a:endParaRPr lang="ru-RU" sz="40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EAEECC7-453C-6E10-BF1D-B4820AB2B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The SHA-2 family, published by NIST in 2001, consists of SHA-224, SHA-256, SHA-384, SHA-512, SHA-512/224, and SHA-512/256. These functions remain the most widely deployed hash functions today.</a:t>
            </a:r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7320262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DAB91B-D3D3-682F-522F-5E9A59CB8C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1.1 SHA-2 Variants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E238E9E-A530-C87F-963C-1EE39B33FE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>
                <a:highlight>
                  <a:srgbClr val="FFFFFF"/>
                </a:highlight>
                <a:latin typeface="Times New Roman"/>
                <a:cs typeface="Times New Roman"/>
              </a:rPr>
              <a:t>SHA-256: </a:t>
            </a: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Processes 512-bit blocks, produces 256-bit output. Uses 32-bit words and 64 rounds. Primary choice for most applications providing 128-bit collision resistance.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SHA-512: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Processes 1024-bit blocks, produces 512-bit output. Uses 64-bit words and 80 rounds. Provides 256-bit collision resistance. Faster than SHA-256 on 64-bit architectures.</a:t>
            </a:r>
          </a:p>
          <a:p>
            <a:r>
              <a:rPr lang="en-US" sz="2000" b="1">
                <a:highlight>
                  <a:srgbClr val="FFFFFF"/>
                </a:highlight>
                <a:latin typeface="Times New Roman"/>
                <a:cs typeface="Times New Roman"/>
              </a:rPr>
              <a:t>SHA-224 and SHA-384: </a:t>
            </a: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Truncated versions of SHA-256 and SHA-512 respectively, using different initial values and truncating the final output.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en-US" sz="2000" b="1">
                <a:highlight>
                  <a:srgbClr val="FFFFFF"/>
                </a:highlight>
                <a:latin typeface="Times New Roman"/>
                <a:cs typeface="Times New Roman"/>
              </a:rPr>
              <a:t>SHA-512/256 and SHA-512/224: </a:t>
            </a: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Use SHA-512 internal structure but produce 256-bit or 224-bit output. Faster on 64-bit systems than SHA-256.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643165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B1359E6-02C4-8E4A-2B3C-D124149B37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1.2 SHA-256 Algorithm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861A3A-9FF8-4701-F7E5-EA55E7EA41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latin typeface="Times New Roman"/>
                <a:cs typeface="Times New Roman"/>
              </a:rPr>
              <a:t>We examine SHA-256 in detail as the representative SHA-2 function.</a:t>
            </a:r>
            <a:endParaRPr lang="ru-RU"/>
          </a:p>
          <a:p>
            <a:pPr marL="0" indent="0">
              <a:buNone/>
            </a:pPr>
            <a:endParaRPr lang="ru-RU" sz="2000" dirty="0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Step 1: Preprocessing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Append bit '1' to message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Append k zero bits where k is smallest non-negative solution to length + 1 + k ≡ 448 mod 512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Append 64-bit big-endian representation of original message length</a:t>
            </a: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83797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CBB732-AFAF-274A-DF02-1694CF799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C221AEA-3448-27AD-28DD-DEE6A1A5BD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BC2C11-8AAE-1903-4680-9E588F7961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CAE2AFF-1327-0956-51E6-9E8C7B9554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FC25AB-5E4B-B91C-C74C-32D14091EA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BECBBB1-3D8B-F6A2-8AAB-00D0D1A5A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B8E3F4F-CDDE-F191-2264-26BCEFAD0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1.2 SHA-256 Algorithm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80FE9A0-74D9-CB0E-9D45-AB4FA14DC9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Step 2: Initialize Hash Values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Eight 32-bit words (H₀ through H₇) initialized with first 32 bits of fractional parts of square roots of first 8 primes: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H₀ = 0x6a09e667, H₁ = 0xbb67ae85, H₂ = 0x3c6ef372, H₃ = 0xa54ff53a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H₄ = 0x510e527f, H₅ = 0x9b05688c, H₆ = 0x1f83d9ab, H₇ = 0x5be0cd19</a:t>
            </a:r>
          </a:p>
          <a:p>
            <a:endParaRPr lang="ru-RU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1711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B58EBF-E9E0-F15D-5176-25778E8F66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516CA0C-5511-51BC-50D4-4CEEBEEBD1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BF08B78F-3DBB-6B45-C7C6-4AD5A44255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9803EC6-258C-A424-769A-270D0F8713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1DD7892-7AC0-3AC6-F1EE-C7089F49CA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3817EB4-D2F8-C093-DB4E-3A4DD45629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4000DE-7902-EF7B-0C39-85DC0319AF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1.2 SHA-256 Algorithm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D8D0A14-2AE3-41B5-41E4-EA9D509D55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Step 3: Process Blocks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For each 512-bit block:</a:t>
            </a:r>
          </a:p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Message Schedule: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Expand 16 32-bit words into 64 words W₀...W₆₃:</a:t>
            </a:r>
          </a:p>
          <a:p>
            <a:pPr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For t = 0 to 15: W_t = M_t (first 16 words from message block)</a:t>
            </a:r>
          </a:p>
          <a:p>
            <a:pPr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For t = 16 to 63:</a:t>
            </a:r>
          </a:p>
          <a:p>
            <a:pPr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  σ₀ = (W_{t-15} &gt;&gt;&gt; 7) ⊕ (W_{t-15} &gt;&gt;&gt; 18) ⊕ (W_{t-15} &gt;&gt; 3)</a:t>
            </a:r>
          </a:p>
          <a:p>
            <a:pPr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  σ₁ = (W_{t-2} &gt;&gt;&gt; 17) ⊕ (W_{t-2} &gt;&gt;&gt; 19) ⊕ (W_{t-2} &gt;&gt; 10)</a:t>
            </a:r>
          </a:p>
          <a:p>
            <a:pPr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  W_t = W_{t-16} + σ₀ + W_{t-7} + σ₁</a:t>
            </a:r>
          </a:p>
          <a:p>
            <a:pPr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Where &gt;&gt;&gt; is right rotation, &gt;&gt; is right shift (all operations mod 2³²)</a:t>
            </a:r>
          </a:p>
          <a:p>
            <a:pPr marL="0" indent="0">
              <a:buNone/>
            </a:pPr>
            <a:endParaRPr lang="ru-RU" sz="2000" b="1" dirty="0"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155090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1E41F20-CFF6-FB26-48EC-28F94B60C3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D8B4C1B-5AFF-7907-040E-F0B7FDF9A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DA4EF82-DDED-3DEF-98EF-E0DB3258E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FC937E-DBE3-86C7-04A4-C6E421E2A7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8798518-B0AC-5154-4FE5-CD321DFA0D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B2C9868-B5A8-F73A-0045-7DF6160406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00EBA3-73AC-85D6-7DE1-B31008D036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1.2 SHA-256 Algorithm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5F8A177-8AB8-AF9D-86D1-7253881AC4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2078" y="2489915"/>
            <a:ext cx="9724031" cy="3683358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Arial"/>
                <a:cs typeface="Arial"/>
              </a:rPr>
              <a:t>Compression Function: </a:t>
            </a:r>
            <a:r>
              <a:rPr lang="ru-RU" sz="2000">
                <a:highlight>
                  <a:srgbClr val="FFFFFF"/>
                </a:highlight>
                <a:latin typeface="Arial"/>
                <a:cs typeface="Arial"/>
              </a:rPr>
              <a:t>Initialize working variables a, b, c, d, e, f, g, h with current hash values H₀...H₇. For each of 64 rounds:</a:t>
            </a:r>
          </a:p>
          <a:p>
            <a:pPr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Σ₀ = (a &gt;&gt;&gt; 2) ⊕ (a &gt;&gt;&gt; 13) ⊕ (a &gt;&gt;&gt; 22)</a:t>
            </a:r>
          </a:p>
          <a:p>
            <a:pPr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Σ₁ = (e &gt;&gt;&gt; 6) ⊕ (e &gt;&gt;&gt; 11) ⊕ (e &gt;&gt;&gt; 25)</a:t>
            </a:r>
          </a:p>
          <a:p>
            <a:pPr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Ch(e,f,g) = (e AND f) ⊕ ((NOT e) AND g)</a:t>
            </a:r>
          </a:p>
          <a:p>
            <a:pPr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Maj(a,b,c) = (a AND b) ⊕ (a AND c) ⊕ (b AND c)</a:t>
            </a:r>
          </a:p>
          <a:p>
            <a:pPr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T₁ = h + Σ₁ + Ch(e,f,g) + K_t + W_t</a:t>
            </a:r>
          </a:p>
          <a:p>
            <a:pPr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T₂ = Σ₀ + Maj(a,b,c)</a:t>
            </a:r>
          </a:p>
          <a:p>
            <a:pPr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h = g; g = f; f = e; e = d + T₁</a:t>
            </a:r>
          </a:p>
          <a:p>
            <a:pPr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d = c; c = b; b = a; a = T₁ + T₂</a:t>
            </a:r>
          </a:p>
          <a:p>
            <a:pPr>
              <a:buNone/>
            </a:pPr>
            <a:r>
              <a:rPr lang="ru-RU" sz="2000">
                <a:highlight>
                  <a:srgbClr val="FFFFFF"/>
                </a:highlight>
                <a:latin typeface="Arial"/>
                <a:cs typeface="Arial"/>
              </a:rPr>
              <a:t>K_t are 64 round constants (fractional parts of cube roots of first 64 primes).</a:t>
            </a:r>
          </a:p>
          <a:p>
            <a:pPr>
              <a:buNone/>
            </a:pPr>
            <a:r>
              <a:rPr lang="ru-RU" sz="2000">
                <a:highlight>
                  <a:srgbClr val="FFFFFF"/>
                </a:highlight>
                <a:latin typeface="Arial"/>
                <a:cs typeface="Arial"/>
              </a:rPr>
              <a:t>After 64 rounds, add working variables to current hash: H₀ += a, H₁ += b, ..., H₇ += h</a:t>
            </a:r>
          </a:p>
          <a:p>
            <a:pPr>
              <a:buNone/>
            </a:pPr>
            <a:endParaRPr lang="ru-RU" sz="2000" b="1" dirty="0">
              <a:highlight>
                <a:srgbClr val="FFFFFF"/>
              </a:highlight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003197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38574E-2334-EACC-874F-66187EDB9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84C1BF06-8A57-CF9D-660C-F7E433C85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2855AC6-D79F-E6AA-ECFB-D50D09E189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7D2A36-7BC7-4B5D-992D-1FBCAA153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F06E5C9-11FA-A6EF-CFD9-D20BFE81D3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DC9AD36-FA07-6FD6-A146-A4827CA351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065A9E-772A-0123-0E26-72B5F6D903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1.2 SHA-256 Algorithm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FB89B7-49E3-7D74-30F7-CFCA17458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2078" y="2489915"/>
            <a:ext cx="9724031" cy="3683358"/>
          </a:xfrm>
        </p:spPr>
        <p:txBody>
          <a:bodyPr vert="horz" lIns="91440" tIns="45720" rIns="91440" bIns="45720" rtlCol="0" anchor="ctr">
            <a:noAutofit/>
          </a:bodyPr>
          <a:lstStyle/>
          <a:p>
            <a:pPr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Step 4: Output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Concatenate H₀ || H₁ || ... || H₇ to produce 256-bit hash.</a:t>
            </a:r>
          </a:p>
          <a:p>
            <a:pPr>
              <a:buNone/>
            </a:pP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9959480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 descr="Изображение выглядит как текст, диаграмма, План, схематичный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F122EBF8-B595-ADFF-DE74-27453AA2474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" y="1344"/>
            <a:ext cx="12191998" cy="6851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47867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Мультимедиа в Интернете 3" title="SHA-256 Explained Simply: How Hashing Works! 🔐💡">
            <a:hlinkClick r:id="" action="ppaction://noaction"/>
            <a:extLst>
              <a:ext uri="{FF2B5EF4-FFF2-40B4-BE49-F238E27FC236}">
                <a16:creationId xmlns:a16="http://schemas.microsoft.com/office/drawing/2014/main" id="{13CEB504-E490-F725-8176-43143428A547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656" y="1120"/>
            <a:ext cx="12187101" cy="6851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5410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F6ECB4-F5EF-156D-9844-88DF3D0F0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Example 1.1: SHA-256 Computation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DB32302-72C6-5D7D-58EE-8A6A5A5151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Message: 'abc'</a:t>
            </a:r>
            <a:endParaRPr lang="ru-RU" sz="2000"/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Binary: 01100001 01100010 01100011</a:t>
            </a: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After padding: message + 1 + 423 zeros + 64-bit length = 512 bits</a:t>
            </a: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Process through 64 rounds with message schedule and compression</a:t>
            </a: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SHA-256('abc') = ba7816bf8f01cfea414140de5dae2223b00361a396177a9cb410ff61f20015ad</a:t>
            </a:r>
          </a:p>
          <a:p>
            <a:pPr marL="0" indent="0">
              <a:buNone/>
            </a:pP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16891297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C72E672-E298-5A1A-3296-74DE766391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Arial"/>
                <a:cs typeface="Arial"/>
              </a:rPr>
              <a:t>1.3 Security Properties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596FB9-F805-3056-CDE0-BCF98A5DC4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>
                <a:highlight>
                  <a:srgbClr val="FFFFFF"/>
                </a:highlight>
                <a:latin typeface="Arial"/>
                <a:cs typeface="Arial"/>
              </a:rPr>
              <a:t>Collision Resistance: </a:t>
            </a:r>
            <a:r>
              <a:rPr lang="en-US" sz="2000">
                <a:highlight>
                  <a:srgbClr val="FFFFFF"/>
                </a:highlight>
                <a:latin typeface="Arial"/>
                <a:cs typeface="Arial"/>
              </a:rPr>
              <a:t>SHA-256 provides 128-bit security (2¹²⁸ operations), SHA-512 provides 256-bit security (2²⁵⁶ operations).</a:t>
            </a:r>
            <a:endParaRPr lang="ru-RU" sz="2000">
              <a:highlight>
                <a:srgbClr val="FFFFFF"/>
              </a:highlight>
              <a:latin typeface="Arial"/>
              <a:cs typeface="Arial"/>
            </a:endParaRPr>
          </a:p>
          <a:p>
            <a:r>
              <a:rPr lang="ru-RU" sz="2000" b="1">
                <a:highlight>
                  <a:srgbClr val="FFFFFF"/>
                </a:highlight>
                <a:latin typeface="Arial"/>
                <a:cs typeface="Arial"/>
              </a:rPr>
              <a:t>Preimage Resistance: </a:t>
            </a:r>
            <a:r>
              <a:rPr lang="ru-RU" sz="2000">
                <a:highlight>
                  <a:srgbClr val="FFFFFF"/>
                </a:highlight>
                <a:latin typeface="Arial"/>
                <a:cs typeface="Arial"/>
              </a:rPr>
              <a:t>SHA-256 requires 2²⁵⁶ operations, SHA-512 requires 2⁵¹² operations—both computationally infeasible.</a:t>
            </a:r>
          </a:p>
          <a:p>
            <a:r>
              <a:rPr lang="ru-RU" sz="2000" b="1">
                <a:highlight>
                  <a:srgbClr val="FFFFFF"/>
                </a:highlight>
                <a:latin typeface="Arial"/>
                <a:cs typeface="Arial"/>
              </a:rPr>
              <a:t>Current Status: </a:t>
            </a:r>
            <a:r>
              <a:rPr lang="ru-RU" sz="2000">
                <a:highlight>
                  <a:srgbClr val="FFFFFF"/>
                </a:highlight>
                <a:latin typeface="Arial"/>
                <a:cs typeface="Arial"/>
              </a:rPr>
              <a:t>No practical attacks on full SHA-256 or SHA-512 after 20+ years of analysis. Best known collision attacks are still close to birthday bound. SHA-2 is considered secure for all applications.</a:t>
            </a:r>
          </a:p>
          <a:p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2502208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A70517-7BC9-5DA8-FD00-F3DFA8B2F9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8428163-7D8B-1DCF-C0A8-49839BDEB5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73E9089-26DB-51B1-D6B9-0BAB00E97C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469466-EA23-2FAE-6F23-6E99319CF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7CC1722-1EE9-C2E5-E59C-72529268DF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37E975D6-B56F-EF61-D6E9-0D61B5959D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E040439-883F-292A-C91A-0EB9B5F37C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B2F606-E107-A969-68A5-F86E91965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2. Merkle-Damgård Construction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440DB64-E7C1-ED88-6ABD-164D03829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2.1 Construction Overview</a:t>
            </a:r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2.2 Security Theorem</a:t>
            </a:r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2.3 Padding Schemes</a:t>
            </a:r>
          </a:p>
        </p:txBody>
      </p:sp>
    </p:spTree>
    <p:extLst>
      <p:ext uri="{BB962C8B-B14F-4D97-AF65-F5344CB8AC3E}">
        <p14:creationId xmlns:p14="http://schemas.microsoft.com/office/powerpoint/2010/main" val="14022786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FD21678-BE6A-1EE6-AA33-B16A271D9B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2. Merkle-Damgård Construction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87D32BD-E95E-0689-034F-DED505E417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latin typeface="Times New Roman"/>
                <a:cs typeface="Times New Roman"/>
              </a:rPr>
              <a:t>The Merkle-Damgård (MD) construction is the foundation for MD5, SHA-1, and SHA-2 families. Understanding it explains both their strengths and vulnerabilities.</a:t>
            </a:r>
          </a:p>
        </p:txBody>
      </p:sp>
    </p:spTree>
    <p:extLst>
      <p:ext uri="{BB962C8B-B14F-4D97-AF65-F5344CB8AC3E}">
        <p14:creationId xmlns:p14="http://schemas.microsoft.com/office/powerpoint/2010/main" val="6043065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5602F4-8A05-28D0-13D8-A8FCE0F0E1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2.1 Construction Overview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C1D4F73-351E-E936-0DC1-4B28351555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Definition 2.1 (Merkle-Damgård Construction):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To hash arbitrary-length message M: (1) Pad M to multiple of block size, (2) Split into blocks M₁, M₂, ..., Mₙ, (3) Initialize state H₀ with fixed IV, (4) Iteratively compute Hᵢ = f(Hᵢ₋₁, Mᵢ) using compression function f, (5) Output final state Hₙ as hash.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955305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 descr="Изображение выглядит как диаграмма, линия, Технический чертеж, Пла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ED0A2447-0D0A-8F71-8661-B4BA588B8C6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52789" y="1974110"/>
            <a:ext cx="8886422" cy="29060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10387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DB7CE97-AF08-4C3B-766C-66DF6F1B1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2.2 Security Theorem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2BCAF7-6F39-10CD-A798-64CF241170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Theorem 2.1 (Merkle-Damgård Security):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If the compression function f is collision-resistant, then the hash function constructed via Merkle-Damgård is collision-resistant.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207447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5CA1A72-A39D-F4BB-A371-3061F54050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2.2 Security Theorem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3D1DCBE-82D9-A005-BCD2-EDF56B99D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Proof (by contradiction): 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Suppose we find collision H(M) = H(M') for messages M ≠ M'. Let M = M₁||M₂||...||Mₙ and M' = M'₁||M'₂||...||M'ₘ after padding.</a:t>
            </a: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If n = m and all blocks match (Mᵢ = M'ᵢ for all i), then M = M', contradiction. So either n ≠ m or some block differs.</a:t>
            </a: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Working backwards from final hash: If Hₙ = H'ₘ and (Hₙ₋₁, Mₙ) ≠ (H'ₘ₋₁, M'ₘ), we have collision in f. Otherwise, continue backwards until finding first difference—this gives collision in f, contradicting assumption. ∎</a:t>
            </a: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This theorem is why Merkle-Damgård is widely used - it reduces hash function security to </a:t>
            </a:r>
            <a:r>
              <a:rPr lang="ru-RU" sz="2000" dirty="0">
                <a:highlight>
                  <a:srgbClr val="FFFFFF"/>
                </a:highlight>
                <a:latin typeface="Times New Roman"/>
                <a:cs typeface="Times New Roman"/>
              </a:rPr>
              <a:t>compression function security.</a:t>
            </a:r>
          </a:p>
          <a:p>
            <a:pPr marL="0" indent="0">
              <a:buNone/>
            </a:pPr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572863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096B50-C865-57AB-79F8-92A374CD2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2.3 Padding Schemes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9F8EFEA-FB46-8816-B1E6-3496D97070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Proper padding is critical for security. MD padding (used in MD5, SHA-1, SHA-2):</a:t>
            </a:r>
            <a:endParaRPr lang="ru-RU" sz="2000">
              <a:latin typeface="Times New Roman"/>
              <a:cs typeface="Times New Roman"/>
            </a:endParaRP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Append bit '1'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Append k zero bits where length + 1 + k ≡ 448 mod 512 (for 512-bit blocks)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Append 64-bit representation of original message length</a:t>
            </a: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This ensures: (1) Every message has unique padding, (2) Length is encoded, preventing length manipulation, (3) No message is prefix of another after padding.</a:t>
            </a: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42648258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D892A0B-94BC-C51C-78DA-B61763432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150F6FD-212A-2AA3-1E0C-D0459B29E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20CF824-3216-B78B-25C3-347985CD3F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243DA8B-15CA-83E3-0801-88CD9EE37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02C59126-71B2-DC4E-6300-F2349854B3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851F296-3639-16D6-9887-07DE4AD67C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3BC4C5E-D7A7-07DF-BD73-A2C8ABF016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57BDE3D-6E65-C763-6B08-556C1091B2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3. Length Extension Attacks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F15E326-67DC-C3F0-4661-4EB3EE6846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3.1 The Attack</a:t>
            </a:r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3.2 Vulnerable Constructions</a:t>
            </a:r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3.3 Mitigations</a:t>
            </a:r>
          </a:p>
        </p:txBody>
      </p:sp>
    </p:spTree>
    <p:extLst>
      <p:ext uri="{BB962C8B-B14F-4D97-AF65-F5344CB8AC3E}">
        <p14:creationId xmlns:p14="http://schemas.microsoft.com/office/powerpoint/2010/main" val="61149860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838AF2C-5798-66A0-F415-B7B6E75865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3. Length Extension Attacks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B5438B7-E67A-09D8-5C85-85FDCAEB52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Length extension is a fundamental weakness of Merkle-Damgård construction that affects MD5, SHA-1, and SHA-2 (but not SHA-3).</a:t>
            </a:r>
            <a:endParaRPr lang="ru-RU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219523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28AD913-2F70-622E-C7D8-ECFC27FD28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3.1 The Attack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6F306C4-9FC4-FFEB-F7B4-F9A8A5B965D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Given H(M) without knowing M, an adversary can compute H(M || padding || X) for any chosen X, where padding is the MD padding for M.</a:t>
            </a:r>
            <a:endParaRPr lang="ru-RU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Why This Works: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The hash H(M) is the final internal state after processing M. To compute H(M || padding || X), the adversary: (1) Uses H(M) as the initial state, (2) Processes X as additional blocks, (3) Obtains H(M || padding || X) without knowing M.</a:t>
            </a:r>
          </a:p>
          <a:p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81185169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77AE67-47DF-2A48-677F-C0E2CF9F0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Example 3.1: Length Extension Attack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498DA04-D99F-847D-F441-CDC32D4609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Secret: K = 'secretkey'</a:t>
            </a:r>
            <a:endParaRPr lang="ru-RU"/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Message: M = 'message'</a:t>
            </a: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MAC: H(K || M) = SHA-256('secretkeymessage')</a:t>
            </a: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     = 3d7e6c10e8f2f7d6c0a8d5b3e9f1a2c4...</a:t>
            </a:r>
            <a:endParaRPr lang="ru-RU"/>
          </a:p>
          <a:p>
            <a:pPr marL="0" indent="0">
              <a:buNone/>
            </a:pP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Adversary knows H(K || M) but not K. They can compute:</a:t>
            </a:r>
            <a:endParaRPr lang="ru-RU"/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H(K || M || padding || 'malicious')</a:t>
            </a: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by using H(K || M) as starting state and processing 'malicious'</a:t>
            </a:r>
          </a:p>
          <a:p>
            <a:pPr marL="0" indent="0">
              <a:buNone/>
            </a:pP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This creates valid MAC for extended message without knowing secret key K!</a:t>
            </a:r>
            <a:endParaRPr lang="ru-RU"/>
          </a:p>
          <a:p>
            <a:pPr marL="0" indent="0">
              <a:buNone/>
            </a:pP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219000974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00D5CD-33B7-871D-06A6-582DA753C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3.2 Vulnerable Constructions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B253D9D-E5B7-D1B2-EB7F-30CF58110C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Naive MAC: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H(K || M) is vulnerable. Adversary extends M arbitrarily.</a:t>
            </a: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H(M || K):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Also vulnerable—adversary knows intermediate state after M.</a:t>
            </a: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7813545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41E686D-9E5A-0AD5-6490-1A0285B576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3.3 Mitigations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8BE1D1-90E1-1C16-F103-7E74DCECC2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HMAC: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HMAC = H((K ⊕ opad) || H((K ⊕ ipad) || M)) is immune. The outer hash prevents extension.</a:t>
            </a: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Truncation: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Output only partial hash (SHA-512/256). Adversary cannot use truncated output as internal state.</a:t>
            </a: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SHA-3: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Sponge construction (next section) is immune by design.</a:t>
            </a:r>
          </a:p>
          <a:p>
            <a:r>
              <a:rPr lang="ru-RU" sz="2000" b="1" i="1">
                <a:highlight>
                  <a:srgbClr val="FFFFFF"/>
                </a:highlight>
                <a:latin typeface="Times New Roman"/>
                <a:cs typeface="Times New Roman"/>
              </a:rPr>
              <a:t>Critical Lesson: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Never use H(K || M) or H(M || K) for MACs with Merkle-Damgård hashes. Always use HMAC or authenticated encryption.</a:t>
            </a: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955189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Мультимедиа в Интернете 3" title="SHA2 Fatal Flaw? (Hash Length Extension Attack) - Computerphile">
            <a:hlinkClick r:id="" action="ppaction://noaction"/>
            <a:extLst>
              <a:ext uri="{FF2B5EF4-FFF2-40B4-BE49-F238E27FC236}">
                <a16:creationId xmlns:a16="http://schemas.microsoft.com/office/drawing/2014/main" id="{3F51918B-EF31-485A-0116-90D3AFADEE03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655" y="1120"/>
            <a:ext cx="12176369" cy="68519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839929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0BDB4CC-6A05-756B-B442-B2EDADAA9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DFAFFDD4-C415-97AE-4623-19DD58217F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618ACF3E-5FA4-779B-EA2F-A26C551434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67933B6-3190-7488-E127-315DC5DB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01ECB46-5785-27D6-6F90-6BEE2AFCFA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B07A567-9B2A-7A1B-BBC7-D833D186A2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8F102E9A-5F51-17D0-7E2A-3C10DAFD41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0C928B7-904F-5736-BBDA-6AAB38BFC5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4. SHA-3 and the Sponge Construction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F885C63-C7B9-9DC8-F83E-CE6954B039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4.1 The SHA-3 Competition</a:t>
            </a:r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4.2 Sponge Construction</a:t>
            </a:r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4.3 Keccak/SHA-3 Specification</a:t>
            </a:r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4.4 Security Advantages</a:t>
            </a:r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4.5 Performance Considerations</a:t>
            </a:r>
          </a:p>
        </p:txBody>
      </p:sp>
    </p:spTree>
    <p:extLst>
      <p:ext uri="{BB962C8B-B14F-4D97-AF65-F5344CB8AC3E}">
        <p14:creationId xmlns:p14="http://schemas.microsoft.com/office/powerpoint/2010/main" val="54675670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4019ACC-26CC-C865-4E7E-B59E8DFF25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4. SHA-3 and the Sponge Construction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70661B5-FBEA-9B49-1C9F-B0E8EB70E9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SHA-3, standardized by NIST in 2015, represents a fundamentally different design philosophy from SHA-2. It was selected through an open competition following concerns about SHA-2's Merkle-Damgård structure.</a:t>
            </a: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294984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95B69AB-D3A6-3656-4819-E059BA5448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4.1 The SHA-3 Competition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5CA35D4-A48B-2C61-A921-E1D89B9B47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After theoretical attacks on MD5 and SHA-1, NIST initiated a public competition (2007-2012) to develop SHA-3:</a:t>
            </a:r>
            <a:endParaRPr lang="ru-RU" sz="2000">
              <a:latin typeface="Times New Roman"/>
              <a:cs typeface="Times New Roman"/>
            </a:endParaRP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2007: Competition announced, 64 submissions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2008: 51 accepted candidates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2009: 14 advanced to round 2</a:t>
            </a:r>
          </a:p>
          <a:p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2010: 5 finalists (BLAKE, </a:t>
            </a:r>
            <a:r>
              <a:rPr lang="en-US" sz="2000" dirty="0" err="1">
                <a:highlight>
                  <a:srgbClr val="FFFFFF"/>
                </a:highlight>
                <a:latin typeface="Times New Roman"/>
                <a:cs typeface="Times New Roman"/>
              </a:rPr>
              <a:t>Grøstl</a:t>
            </a:r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, JH, Keccak, Skein)</a:t>
            </a: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2012: Keccak selected as SHA-3</a:t>
            </a:r>
          </a:p>
          <a:p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Selection criteria: Security, performance, algorithm clarity, and diversity from SHA-2.</a:t>
            </a: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02226305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81B75E7-F506-620D-6AA9-36ABB0FD45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4.2 Sponge Construction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2E48E62-A2BC-0C49-9AA2-E176F59553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Definition 4.1 (Sponge Construction):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A sponge function operates on state of b bits, split into rate r bits and capacity c bits (where b = r + c). It has two phases: (1) Absorbing: XOR message blocks of r bits into state, apply permutation f. (2) Squeezing: Extract r bits at a time, applying f between extractions, until desired output length reached.</a:t>
            </a:r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8184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90D0DF-47D2-BEAA-FBFB-F54590CFF3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4.2 Sponge Construction</a:t>
            </a:r>
            <a:endParaRPr lang="ru-RU" sz="40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C18F5C-EAF5-EE76-06B4-BB2F08A974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Visual representation:</a:t>
            </a:r>
            <a:endParaRPr lang="ru-RU"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State = [r bits rate | c bits capacity]</a:t>
            </a: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Absorbing: M₁ → XOR → [f] → M₂ → XOR → [f] → ... </a:t>
            </a: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Squeezing: [f] → output r bits → [f] → output r bits → ...</a:t>
            </a:r>
          </a:p>
          <a:p>
            <a:pPr marL="0" indent="0">
              <a:buNone/>
            </a:pP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Key insight: Capacity c never affected by input or visible in output—it provides security margin.</a:t>
            </a:r>
            <a:endParaRPr lang="ru-RU" sz="2000">
              <a:latin typeface="Times New Roman"/>
              <a:cs typeface="Times New Roman"/>
            </a:endParaRPr>
          </a:p>
          <a:p>
            <a:pPr marL="0" indent="0">
              <a:buNone/>
            </a:pP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130709316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FB675C4-A090-3D6B-57C8-A7321A2BC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4.3 Keccak/SHA-3 Specification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81D8FB8-44CC-3B08-7B35-3C5160A544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SHA-3 uses Keccak-f[1600] permutation on 1600-bit (200-byte) state. Common variants:</a:t>
            </a:r>
            <a:endParaRPr lang="ru-RU">
              <a:latin typeface="Times New Roman"/>
              <a:cs typeface="Times New Roman"/>
            </a:endParaRPr>
          </a:p>
          <a:p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SHA3-256: r = 1088 bits, c = 512 bits, output = 256 bits</a:t>
            </a:r>
          </a:p>
          <a:p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SHA3-512: r = 576 bits, c = 1024 bits, output = 512 bits</a:t>
            </a:r>
          </a:p>
          <a:p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Security = min(output_length/2, capacity/2) bits</a:t>
            </a:r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Keccak-f[1600] Permutation: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State viewed as 5×5 array of 64-bit lanes. Each round applies five operations (θ, ρ, π, χ, ι) mixing the state. 24 rounds total.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These operations provide strong diffusion: every bit affects every other bit within a few rounds.</a:t>
            </a:r>
          </a:p>
          <a:p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238608851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C7EF5D-FE4C-4842-65C8-99896D54DE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Example 4.1: SHA3-256 Computation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06396F1-E02E-C41F-04A0-C96D42C33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Message: 'abc'</a:t>
            </a:r>
            <a:endParaRPr lang="ru-RU"/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Absorb: Pad to 1088 bits, XOR into first r bits, apply f</a:t>
            </a: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Squeeze: Extract first 256 bits of state</a:t>
            </a:r>
          </a:p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Courier New"/>
                <a:cs typeface="Courier New"/>
              </a:rPr>
              <a:t>SHA3-256('abc') = 3a985da74fe225b2045c172d6bd390bd855f086e3e9d525b46bfe24511431532</a:t>
            </a:r>
          </a:p>
          <a:p>
            <a:pPr marL="0" indent="0">
              <a:buNone/>
            </a:pPr>
            <a:endParaRPr lang="ru-RU" sz="2000"/>
          </a:p>
        </p:txBody>
      </p:sp>
    </p:spTree>
    <p:extLst>
      <p:ext uri="{BB962C8B-B14F-4D97-AF65-F5344CB8AC3E}">
        <p14:creationId xmlns:p14="http://schemas.microsoft.com/office/powerpoint/2010/main" val="1896824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 descr="Hash Algorithm Comparison: MD5, SHA-1, SHA-2 &amp; SHA-3">
            <a:extLst>
              <a:ext uri="{FF2B5EF4-FFF2-40B4-BE49-F238E27FC236}">
                <a16:creationId xmlns:a16="http://schemas.microsoft.com/office/drawing/2014/main" id="{7F291C13-A6D3-9E6D-C7F1-0A1C456BFF2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58" y="3210"/>
            <a:ext cx="12184485" cy="67512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57575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Мультимедиа в Интернете 3" title="The Next Big SHA? SHA3 Sponge Function Explained - Computerphile">
            <a:hlinkClick r:id="" action="ppaction://noaction"/>
            <a:extLst>
              <a:ext uri="{FF2B5EF4-FFF2-40B4-BE49-F238E27FC236}">
                <a16:creationId xmlns:a16="http://schemas.microsoft.com/office/drawing/2014/main" id="{E25ADEC3-2ACD-ECC6-B605-DE26737CCBDE}"/>
              </a:ext>
            </a:extLst>
          </p:cNvPr>
          <p:cNvPicPr>
            <a:picLocks noGrp="1" noRot="1" noChangeAspect="1"/>
          </p:cNvPicPr>
          <p:nvPr>
            <p:ph idx="1"/>
            <a:videoFile r:link="rId1"/>
          </p:nvPr>
        </p:nvPicPr>
        <p:blipFill>
          <a:blip r:embed="rId3"/>
          <a:stretch>
            <a:fillRect/>
          </a:stretch>
        </p:blipFill>
        <p:spPr>
          <a:xfrm>
            <a:off x="1655" y="1119"/>
            <a:ext cx="12176370" cy="68627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625073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1C38D7E-C3F0-3A85-FE29-FDBAEE5E2C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4.4 Security Advantages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25EC95-A73C-6787-2BEC-0C374B4F03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No Length Extension: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Capacity c is never revealed, making length extension impossible. Can use H(K || M) safely.</a:t>
            </a: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Flexibility: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Can extract arbitrary output length (useful for key derivation, extendable output functions).</a:t>
            </a: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Security Proof: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Sponge construction has formal security proofs relating security to permutation properties.</a:t>
            </a: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Diversification: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Completely different design from SHA-2, reducing risk of similar vulnerabilities.</a:t>
            </a: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8894174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9F65584-E687-1E0B-9B08-0F514FD2C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4.5 Performance Considerations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2467ACF-E237-6573-D581-47184C0D26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SHA-3 is generally slower than SHA-2 in software on current processors (lacks hardware acceleration), but competitive in hardware implementations. Future processors may include SHA-3 acceleration.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Typical speeds: SHA-256 with AES-NI: ~5 GB/s, SHA3-256 software: ~1.5 GB/s</a:t>
            </a:r>
            <a:endParaRPr lang="ru-RU" sz="2000">
              <a:latin typeface="Times New Roman"/>
              <a:cs typeface="Times New Roman"/>
            </a:endParaRP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58004254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1BD8B5-0BCB-8B5C-CABC-EE3F0B494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5F311B5-FB68-62DD-8331-F76868A07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D971873B-0A2D-71B5-C856-2C075CA916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28DF17-70D3-F7B1-5B1E-F0CE38DA43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04E95C8-2C0B-B654-6403-40AE7A2338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13791DE-C4BB-7CDC-5971-B0D1A583F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38F21DB-A398-42B9-B63E-1174B36546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D81629-7EE2-16DA-4307-2E3B29B008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5. BLAKE2 and BLAKE3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754AB89-A1FF-25C9-1E22-21574DB5D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5.1 BLAKE2</a:t>
            </a:r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5.2 BLAKE3</a:t>
            </a:r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5.3 Use Cases</a:t>
            </a:r>
          </a:p>
        </p:txBody>
      </p:sp>
    </p:spTree>
    <p:extLst>
      <p:ext uri="{BB962C8B-B14F-4D97-AF65-F5344CB8AC3E}">
        <p14:creationId xmlns:p14="http://schemas.microsoft.com/office/powerpoint/2010/main" val="270730113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685A27-F196-B11A-55C0-0ADC8406A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5. BLAKE2 and BLAKE3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513BDD7-1F02-BD25-3D24-CDF499CC29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BLAKE2 and BLAKE3 represent the performance-optimized branch of modern hash function design.</a:t>
            </a:r>
            <a:endParaRPr lang="ru-RU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12408581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5615928-CDF0-373A-8392-9569671A1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5.1 BLAKE2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7040770-F90F-FB71-A901-E55FEBAFEA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BLAKE2, published in 2012, evolved from BLAKE (SHA-3 finalist). Optimized for speed on modern processors.</a:t>
            </a:r>
            <a:endParaRPr lang="ru-RU"/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Variants: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BLAKE2b: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Optimized for 64-bit platforms, output 1-512 bits</a:t>
            </a: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BLAKE2s: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Optimized for 32-bit platforms, output 1-256 bits</a:t>
            </a:r>
            <a:endParaRPr lang="ru-RU" sz="2000">
              <a:latin typeface="Times New Roman"/>
              <a:cs typeface="Times New Roman"/>
            </a:endParaRPr>
          </a:p>
          <a:p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254835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42C0704-87CB-7644-63AA-DF20D8B7C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5.1 BLAKE2</a:t>
            </a:r>
            <a:endParaRPr lang="ru-RU" sz="4000">
              <a:solidFill>
                <a:srgbClr val="FFFFFF"/>
              </a:solidFill>
              <a:latin typeface="Times New Roman"/>
              <a:cs typeface="Times New Roman"/>
            </a:endParaRP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3D82BFA-30E5-769F-C56A-0D8CB09497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Design Features:</a:t>
            </a:r>
            <a:endParaRPr lang="ru-RU">
              <a:latin typeface="Times New Roman"/>
              <a:cs typeface="Times New Roman"/>
            </a:endParaRP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HAIFA construction (improved Merkle-Damgård)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ChaCha-inspired ARX operations (Add, Rotate, XOR)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Built-in support for keyed hashing (MAC mode)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Configurable: salt, personalization, tree hashing</a:t>
            </a:r>
          </a:p>
          <a:p>
            <a:pPr marL="0" indent="0">
              <a:buNone/>
            </a:pPr>
            <a:endParaRPr lang="ru-RU" sz="2000" b="1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Performance: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BLAKE2b faster than MD5, SHA-1, SHA-256 on modern CPUs. Typical: ~1-3 GB/s without hardware acceleration.</a:t>
            </a:r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Security: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No known attacks. Conservative design with large security margin. Widely trusted.</a:t>
            </a:r>
          </a:p>
        </p:txBody>
      </p:sp>
    </p:spTree>
    <p:extLst>
      <p:ext uri="{BB962C8B-B14F-4D97-AF65-F5344CB8AC3E}">
        <p14:creationId xmlns:p14="http://schemas.microsoft.com/office/powerpoint/2010/main" val="25693700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9C9BE6-5AD6-7E08-AAD8-EC05D79196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5.2 BLAKE3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BC5C725-A1D6-BF80-3804-BB87F17ED7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BLAKE3, released in 2020, is an extreme performance optimization of the BLAKE family.</a:t>
            </a:r>
            <a:endParaRPr lang="ru-RU"/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Key Innovations:</a:t>
            </a:r>
            <a:endParaRPr lang="ru-RU" sz="200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Merkle tree structure: Parallel processing of message chunks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Single algorithm: No separate variants for different platforms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SIMD-friendly: Optimized for AVX-2, AVX-512, NEON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Extendable output: Can produce arbitrary-length output</a:t>
            </a:r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Performance: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Extremely fast: 3-10 GB/s on modern CPUs, 50+ GB/s with AVX-512. Outperforms all other cryptographic hashes.</a:t>
            </a: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17256345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1199E1B1-A8C0-4FE8-A5A8-1CB41D69F8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6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A8DE83-DE75-4B41-9DB4-A7EC0B0DEC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8128856" cy="1575461"/>
          </a:xfrm>
          <a:prstGeom prst="rect">
            <a:avLst/>
          </a:prstGeom>
          <a:gradFill>
            <a:gsLst>
              <a:gs pos="0">
                <a:schemeClr val="accent1">
                  <a:alpha val="41000"/>
                </a:schemeClr>
              </a:gs>
              <a:gs pos="74000">
                <a:schemeClr val="accent1">
                  <a:lumMod val="60000"/>
                  <a:lumOff val="40000"/>
                  <a:alpha val="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7009A0A-BEF5-4EAC-AF15-E4F9F002E2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3" y="-1"/>
            <a:ext cx="12192002" cy="1574311"/>
          </a:xfrm>
          <a:prstGeom prst="rect">
            <a:avLst/>
          </a:prstGeom>
          <a:gradFill>
            <a:gsLst>
              <a:gs pos="0">
                <a:srgbClr val="000000">
                  <a:alpha val="63000"/>
                </a:srgbClr>
              </a:gs>
              <a:gs pos="78000">
                <a:schemeClr val="accent1">
                  <a:alpha val="15000"/>
                </a:scheme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1A230A-AF49-BE3E-28AF-EB729616F5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9713" y="248038"/>
            <a:ext cx="11313749" cy="1159200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700" b="1" kern="1200">
                <a:solidFill>
                  <a:srgbClr val="FFFFFF"/>
                </a:solidFill>
                <a:latin typeface="Times New Roman"/>
                <a:cs typeface="Times New Roman"/>
              </a:rPr>
              <a:t>Example 5.1: Performance Comparison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9EC65B37-D030-72F9-3439-084D309D2DB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89541754"/>
              </p:ext>
            </p:extLst>
          </p:nvPr>
        </p:nvGraphicFramePr>
        <p:xfrm>
          <a:off x="432225" y="2125290"/>
          <a:ext cx="11327551" cy="4134170"/>
        </p:xfrm>
        <a:graphic>
          <a:graphicData uri="http://schemas.openxmlformats.org/drawingml/2006/table">
            <a:tbl>
              <a:tblPr bandRow="1">
                <a:noFill/>
                <a:tableStyleId>{5C22544A-7EE6-4342-B048-85BDC9FD1C3A}</a:tableStyleId>
              </a:tblPr>
              <a:tblGrid>
                <a:gridCol w="2663720">
                  <a:extLst>
                    <a:ext uri="{9D8B030D-6E8A-4147-A177-3AD203B41FA5}">
                      <a16:colId xmlns:a16="http://schemas.microsoft.com/office/drawing/2014/main" val="2650406064"/>
                    </a:ext>
                  </a:extLst>
                </a:gridCol>
                <a:gridCol w="2875580">
                  <a:extLst>
                    <a:ext uri="{9D8B030D-6E8A-4147-A177-3AD203B41FA5}">
                      <a16:colId xmlns:a16="http://schemas.microsoft.com/office/drawing/2014/main" val="2876691523"/>
                    </a:ext>
                  </a:extLst>
                </a:gridCol>
                <a:gridCol w="2875580">
                  <a:extLst>
                    <a:ext uri="{9D8B030D-6E8A-4147-A177-3AD203B41FA5}">
                      <a16:colId xmlns:a16="http://schemas.microsoft.com/office/drawing/2014/main" val="1713080945"/>
                    </a:ext>
                  </a:extLst>
                </a:gridCol>
                <a:gridCol w="2912671">
                  <a:extLst>
                    <a:ext uri="{9D8B030D-6E8A-4147-A177-3AD203B41FA5}">
                      <a16:colId xmlns:a16="http://schemas.microsoft.com/office/drawing/2014/main" val="3670675019"/>
                    </a:ext>
                  </a:extLst>
                </a:gridCol>
              </a:tblGrid>
              <a:tr h="53344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/>
                          <a:cs typeface="Times New Roman"/>
                        </a:rPr>
                        <a:t>Hash Function</a:t>
                      </a:r>
                      <a:endParaRPr lang="af-ZA" sz="15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250050" marR="130026" marT="130026" marB="13002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/>
                          <a:cs typeface="Times New Roman"/>
                        </a:rPr>
                        <a:t>Software Speed (CPU)</a:t>
                      </a:r>
                      <a:endParaRPr lang="af-ZA" sz="15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250050" marR="130026" marT="130026" marB="13002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/>
                          <a:cs typeface="Times New Roman"/>
                        </a:rPr>
                        <a:t>Hardware Accel (Specialized)</a:t>
                      </a:r>
                      <a:endParaRPr lang="af-ZA" sz="15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250050" marR="130026" marT="130026" marB="13002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/>
                          <a:cs typeface="Times New Roman"/>
                        </a:rPr>
                        <a:t>Key Takeaway</a:t>
                      </a:r>
                      <a:endParaRPr lang="af-ZA" sz="15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250050" marR="130026" marT="130026" marB="13002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9954659"/>
                  </a:ext>
                </a:extLst>
              </a:tr>
              <a:tr h="7668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/>
                          <a:cs typeface="Times New Roman"/>
                        </a:rPr>
                        <a:t>SHA-256</a:t>
                      </a:r>
                      <a:endParaRPr lang="af-ZA" sz="15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250050" marR="130026" marT="130026" marB="13002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/>
                          <a:cs typeface="Times New Roman"/>
                        </a:rPr>
                        <a:t>~0.5 GB/s</a:t>
                      </a:r>
                    </a:p>
                  </a:txBody>
                  <a:tcPr marL="250050" marR="130026" marT="130026" marB="13002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/>
                          <a:cs typeface="Times New Roman"/>
                        </a:rPr>
                        <a:t>~5-10 GB/s (Intel SHA-NI)</a:t>
                      </a:r>
                    </a:p>
                  </a:txBody>
                  <a:tcPr marL="250050" marR="130026" marT="130026" marB="13002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/>
                          <a:cs typeface="Times New Roman"/>
                        </a:rPr>
                        <a:t>Standard, but slow on older CPUs.</a:t>
                      </a:r>
                    </a:p>
                  </a:txBody>
                  <a:tcPr marL="250050" marR="130026" marT="130026" marB="13002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40417135"/>
                  </a:ext>
                </a:extLst>
              </a:tr>
              <a:tr h="7668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/>
                          <a:cs typeface="Times New Roman"/>
                        </a:rPr>
                        <a:t>SHA-512</a:t>
                      </a:r>
                      <a:endParaRPr lang="af-ZA" sz="15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250050" marR="130026" marT="130026" marB="13002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/>
                          <a:cs typeface="Times New Roman"/>
                        </a:rPr>
                        <a:t>~0.8 GB/s</a:t>
                      </a:r>
                    </a:p>
                  </a:txBody>
                  <a:tcPr marL="250050" marR="130026" marT="130026" marB="13002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/>
                          <a:cs typeface="Times New Roman"/>
                        </a:rPr>
                        <a:t>Limited</a:t>
                      </a:r>
                    </a:p>
                  </a:txBody>
                  <a:tcPr marL="250050" marR="130026" marT="130026" marB="13002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/>
                          <a:cs typeface="Times New Roman"/>
                        </a:rPr>
                        <a:t>Faster than SHA-256 on 64-bit systems.</a:t>
                      </a:r>
                    </a:p>
                  </a:txBody>
                  <a:tcPr marL="250050" marR="130026" marT="130026" marB="13002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22951784"/>
                  </a:ext>
                </a:extLst>
              </a:tr>
              <a:tr h="7668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/>
                          <a:cs typeface="Times New Roman"/>
                        </a:rPr>
                        <a:t>SHA3-256</a:t>
                      </a:r>
                      <a:endParaRPr lang="af-ZA" sz="15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250050" marR="130026" marT="130026" marB="13002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/>
                          <a:cs typeface="Times New Roman"/>
                        </a:rPr>
                        <a:t>~1.5 GB/s</a:t>
                      </a:r>
                    </a:p>
                  </a:txBody>
                  <a:tcPr marL="250050" marR="130026" marT="130026" marB="13002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/>
                          <a:cs typeface="Times New Roman"/>
                        </a:rPr>
                        <a:t>Limited</a:t>
                      </a:r>
                    </a:p>
                  </a:txBody>
                  <a:tcPr marL="250050" marR="130026" marT="130026" marB="13002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/>
                          <a:cs typeface="Times New Roman"/>
                        </a:rPr>
                        <a:t>Modern, secure, but hardware support is rare.</a:t>
                      </a:r>
                    </a:p>
                  </a:txBody>
                  <a:tcPr marL="250050" marR="130026" marT="130026" marB="13002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7443825"/>
                  </a:ext>
                </a:extLst>
              </a:tr>
              <a:tr h="766822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/>
                          <a:cs typeface="Times New Roman"/>
                        </a:rPr>
                        <a:t>BLAKE2b</a:t>
                      </a:r>
                      <a:endParaRPr lang="af-ZA" sz="15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250050" marR="130026" marT="130026" marB="13002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/>
                          <a:cs typeface="Times New Roman"/>
                        </a:rPr>
                        <a:t>~1.3 GB/s</a:t>
                      </a:r>
                    </a:p>
                  </a:txBody>
                  <a:tcPr marL="250050" marR="130026" marT="130026" marB="13002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/>
                          <a:cs typeface="Times New Roman"/>
                        </a:rPr>
                        <a:t>None</a:t>
                      </a:r>
                    </a:p>
                  </a:txBody>
                  <a:tcPr marL="250050" marR="130026" marT="130026" marB="13002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/>
                          <a:cs typeface="Times New Roman"/>
                        </a:rPr>
                        <a:t>Extremely fast in pure software/C.</a:t>
                      </a:r>
                    </a:p>
                  </a:txBody>
                  <a:tcPr marL="250050" marR="130026" marT="130026" marB="13002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97166801"/>
                  </a:ext>
                </a:extLst>
              </a:tr>
              <a:tr h="53344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/>
                          <a:cs typeface="Times New Roman"/>
                        </a:rPr>
                        <a:t>BLAKE3</a:t>
                      </a:r>
                      <a:endParaRPr lang="af-ZA" sz="15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250050" marR="130026" marT="130026" marB="13002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/>
                          <a:cs typeface="Times New Roman"/>
                        </a:rPr>
                        <a:t>~3-10 GB/s</a:t>
                      </a:r>
                      <a:endParaRPr lang="af-ZA" sz="15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250050" marR="130026" marT="130026" marB="13002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 b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/>
                          <a:cs typeface="Times New Roman"/>
                        </a:rPr>
                        <a:t>~50 GB/s (AVX-512)</a:t>
                      </a:r>
                      <a:endParaRPr lang="af-ZA" sz="150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Times New Roman"/>
                        <a:cs typeface="Times New Roman"/>
                      </a:endParaRPr>
                    </a:p>
                  </a:txBody>
                  <a:tcPr marL="250050" marR="130026" marT="130026" marB="13002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50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Times New Roman"/>
                          <a:cs typeface="Times New Roman"/>
                        </a:rPr>
                        <a:t>The current "speed king."</a:t>
                      </a:r>
                    </a:p>
                  </a:txBody>
                  <a:tcPr marL="250050" marR="130026" marT="130026" marB="130026" anchor="ctr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9050" cap="flat" cmpd="sng" algn="ctr">
                      <a:solidFill>
                        <a:srgbClr val="FFFFFF"/>
                      </a:solidFill>
                      <a:prstDash val="solid"/>
                    </a:lnT>
                    <a:lnB w="19050" cap="flat" cmpd="sng" algn="ctr">
                      <a:solidFill>
                        <a:srgbClr val="FFFFFF"/>
                      </a:solidFill>
                      <a:prstDash val="solid"/>
                    </a:lnB>
                    <a:solidFill>
                      <a:srgbClr val="B4BCBE">
                        <a:alpha val="34902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288363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397044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A943F9A-8800-3C62-AAB4-9452DF0E1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5.3 Use Cases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410D870-8FCF-CF35-C36F-40AA2C59B8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BLAKE2: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General-purpose alternative to SHA-256. File checksums, password hashing (though Argon2 preferred), blockchain (some cryptocurrencies use BLAKE2).</a:t>
            </a: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BLAKE3: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High-performance applications: data deduplication, file integrity at scale, cloud storage, large file processing.</a:t>
            </a: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942279437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CEA29EF-3A2C-C7DD-E3BF-13BE4A230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11E4D6D-2ABE-7E04-F6A4-02E998F6A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DAED680-01F2-41E8-4B28-6CB1B5E97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638515" y="639280"/>
            <a:ext cx="6858000" cy="5579440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1D35855-8BE7-BCCD-F8EC-D4AE0C62C8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393206" y="395206"/>
            <a:ext cx="6346209" cy="557608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F8644DE-2DF1-CED9-7BD1-A752779CD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1528907" y="2818967"/>
            <a:ext cx="2501979" cy="5576080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D742C81-FE13-6D05-92D1-B4C43E676C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425002" y="852793"/>
            <a:ext cx="6858001" cy="5152412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11000"/>
                </a:scheme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F8ECF766-84AD-4311-039E-40F4C25380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818753" y="1128497"/>
            <a:ext cx="4318303" cy="4318303"/>
          </a:xfrm>
          <a:prstGeom prst="ellipse">
            <a:avLst/>
          </a:prstGeom>
          <a:gradFill>
            <a:gsLst>
              <a:gs pos="39000">
                <a:schemeClr val="accent1">
                  <a:alpha val="0"/>
                </a:schemeClr>
              </a:gs>
              <a:gs pos="100000">
                <a:schemeClr val="accent1">
                  <a:lumMod val="60000"/>
                  <a:lumOff val="40000"/>
                  <a:alpha val="15000"/>
                </a:scheme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E652AF-F339-DB91-7C8E-3D35BE14BE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6396" y="586855"/>
            <a:ext cx="4230100" cy="3387497"/>
          </a:xfrm>
        </p:spPr>
        <p:txBody>
          <a:bodyPr anchor="b">
            <a:normAutofit/>
          </a:bodyPr>
          <a:lstStyle/>
          <a:p>
            <a:pPr algn="r"/>
            <a:r>
              <a:rPr lang="ru-RU" sz="4000" b="1">
                <a:solidFill>
                  <a:schemeClr val="bg1"/>
                </a:solidFill>
                <a:latin typeface="Times New Roman"/>
                <a:cs typeface="Times New Roman"/>
              </a:rPr>
              <a:t>6. Comparison and Selection Guide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76681D7-202F-3FA7-BE4C-5EFB9A88E0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3158" y="649480"/>
            <a:ext cx="48624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6.1 Comprehensive Comparison</a:t>
            </a:r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6.2 Selection Guidelines</a:t>
            </a:r>
          </a:p>
          <a:p>
            <a:pPr marL="0" indent="0">
              <a:buNone/>
            </a:pPr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6.3 Migration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51485236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D2ABAF-CE77-9B68-B79B-BA286272E1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6.1 Comprehensive Comparison</a:t>
            </a:r>
          </a:p>
        </p:txBody>
      </p:sp>
      <p:graphicFrame>
        <p:nvGraphicFramePr>
          <p:cNvPr id="5" name="Объект 4">
            <a:extLst>
              <a:ext uri="{FF2B5EF4-FFF2-40B4-BE49-F238E27FC236}">
                <a16:creationId xmlns:a16="http://schemas.microsoft.com/office/drawing/2014/main" id="{A0535B0D-6024-4288-EC5D-BBF7FA1C84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19355554"/>
              </p:ext>
            </p:extLst>
          </p:nvPr>
        </p:nvGraphicFramePr>
        <p:xfrm>
          <a:off x="644056" y="2517020"/>
          <a:ext cx="10927832" cy="3383928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1600128">
                  <a:extLst>
                    <a:ext uri="{9D8B030D-6E8A-4147-A177-3AD203B41FA5}">
                      <a16:colId xmlns:a16="http://schemas.microsoft.com/office/drawing/2014/main" val="560874080"/>
                    </a:ext>
                  </a:extLst>
                </a:gridCol>
                <a:gridCol w="1600128">
                  <a:extLst>
                    <a:ext uri="{9D8B030D-6E8A-4147-A177-3AD203B41FA5}">
                      <a16:colId xmlns:a16="http://schemas.microsoft.com/office/drawing/2014/main" val="3868135468"/>
                    </a:ext>
                  </a:extLst>
                </a:gridCol>
                <a:gridCol w="1761301">
                  <a:extLst>
                    <a:ext uri="{9D8B030D-6E8A-4147-A177-3AD203B41FA5}">
                      <a16:colId xmlns:a16="http://schemas.microsoft.com/office/drawing/2014/main" val="3638182750"/>
                    </a:ext>
                  </a:extLst>
                </a:gridCol>
                <a:gridCol w="1600128">
                  <a:extLst>
                    <a:ext uri="{9D8B030D-6E8A-4147-A177-3AD203B41FA5}">
                      <a16:colId xmlns:a16="http://schemas.microsoft.com/office/drawing/2014/main" val="4032193881"/>
                    </a:ext>
                  </a:extLst>
                </a:gridCol>
                <a:gridCol w="1784491">
                  <a:extLst>
                    <a:ext uri="{9D8B030D-6E8A-4147-A177-3AD203B41FA5}">
                      <a16:colId xmlns:a16="http://schemas.microsoft.com/office/drawing/2014/main" val="2635761716"/>
                    </a:ext>
                  </a:extLst>
                </a:gridCol>
                <a:gridCol w="2581656">
                  <a:extLst>
                    <a:ext uri="{9D8B030D-6E8A-4147-A177-3AD203B41FA5}">
                      <a16:colId xmlns:a16="http://schemas.microsoft.com/office/drawing/2014/main" val="714383428"/>
                    </a:ext>
                  </a:extLst>
                </a:gridCol>
              </a:tblGrid>
              <a:tr h="42299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Hash</a:t>
                      </a:r>
                      <a:endParaRPr lang="af-ZA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Output</a:t>
                      </a:r>
                      <a:endParaRPr lang="af-ZA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Construction</a:t>
                      </a:r>
                      <a:endParaRPr lang="af-ZA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Speed</a:t>
                      </a:r>
                      <a:endParaRPr lang="af-ZA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Status</a:t>
                      </a:r>
                      <a:endParaRPr lang="af-ZA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Best For</a:t>
                      </a:r>
                      <a:endParaRPr lang="af-ZA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5185243"/>
                  </a:ext>
                </a:extLst>
              </a:tr>
              <a:tr h="42299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MD5</a:t>
                      </a:r>
                      <a:endParaRPr lang="af-ZA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128-bit</a:t>
                      </a: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Merkle-Damgård</a:t>
                      </a: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Fast</a:t>
                      </a: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BROKEN</a:t>
                      </a:r>
                      <a:endParaRPr lang="af-ZA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Nothing (Legacy only)</a:t>
                      </a: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79046223"/>
                  </a:ext>
                </a:extLst>
              </a:tr>
              <a:tr h="42299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SHA-1</a:t>
                      </a:r>
                      <a:endParaRPr lang="af-ZA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160-bit</a:t>
                      </a: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Merkle-Damgård</a:t>
                      </a: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Fast</a:t>
                      </a: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️ DEPRECATED</a:t>
                      </a:r>
                      <a:endParaRPr lang="af-ZA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Nothing (Legacy only)</a:t>
                      </a: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11677212"/>
                  </a:ext>
                </a:extLst>
              </a:tr>
              <a:tr h="42299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SHA-256</a:t>
                      </a:r>
                      <a:endParaRPr lang="af-ZA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256-bit</a:t>
                      </a: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Merkle-Damgård</a:t>
                      </a: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Good</a:t>
                      </a: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SECURE</a:t>
                      </a:r>
                      <a:endParaRPr lang="af-ZA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General purpose (Bitcoin)</a:t>
                      </a: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44793075"/>
                  </a:ext>
                </a:extLst>
              </a:tr>
              <a:tr h="42299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SHA-512</a:t>
                      </a:r>
                      <a:endParaRPr lang="af-ZA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512-bit</a:t>
                      </a: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Merkle-Damgård</a:t>
                      </a: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Good</a:t>
                      </a: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SECURE</a:t>
                      </a:r>
                      <a:endParaRPr lang="af-ZA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High security (64-bit CPUs)</a:t>
                      </a: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3449520"/>
                  </a:ext>
                </a:extLst>
              </a:tr>
              <a:tr h="42299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SHA3-256</a:t>
                      </a:r>
                      <a:endParaRPr lang="af-ZA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256-bit</a:t>
                      </a: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Sponge</a:t>
                      </a:r>
                      <a:endParaRPr lang="af-ZA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Moderate</a:t>
                      </a: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SECURE</a:t>
                      </a:r>
                      <a:endParaRPr lang="af-ZA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Diversification / Hardware</a:t>
                      </a: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26781215"/>
                  </a:ext>
                </a:extLst>
              </a:tr>
              <a:tr h="42299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BLAKE2</a:t>
                      </a:r>
                      <a:endParaRPr lang="af-ZA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1–512</a:t>
                      </a: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HAIFA</a:t>
                      </a: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Very Fast</a:t>
                      </a: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SECURE</a:t>
                      </a:r>
                      <a:endParaRPr lang="af-ZA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Software Performance</a:t>
                      </a: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4261293"/>
                  </a:ext>
                </a:extLst>
              </a:tr>
              <a:tr h="422991"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BLAKE3</a:t>
                      </a:r>
                      <a:endParaRPr lang="af-ZA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Variable</a:t>
                      </a: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Merkle Tree</a:t>
                      </a:r>
                      <a:endParaRPr lang="af-ZA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Extreme</a:t>
                      </a:r>
                      <a:endParaRPr lang="af-ZA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ru-RU" sz="1600" b="1" dirty="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 </a:t>
                      </a:r>
                      <a:r>
                        <a:rPr lang="af-ZA" sz="1600" b="1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SECURE</a:t>
                      </a:r>
                      <a:endParaRPr lang="af-ZA" sz="1600">
                        <a:solidFill>
                          <a:srgbClr val="1F1F1F"/>
                        </a:solidFill>
                        <a:effectLst/>
                        <a:latin typeface="Google Sans Text"/>
                      </a:endParaRP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>
                        <a:buNone/>
                      </a:pPr>
                      <a:r>
                        <a:rPr lang="af-ZA" sz="1600">
                          <a:solidFill>
                            <a:srgbClr val="1F1F1F"/>
                          </a:solidFill>
                          <a:effectLst/>
                          <a:latin typeface="Google Sans Text"/>
                        </a:rPr>
                        <a:t>Maximum Performance</a:t>
                      </a:r>
                    </a:p>
                  </a:txBody>
                  <a:tcPr marL="104356" marR="104356" marT="69571" marB="6957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407207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268393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1B7246-A7DE-6AD3-B1D0-AEB2D59F6E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6.2 Selection Guidelines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976F2A6-850D-3126-B244-B3081234B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Standards Compliance: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SHA-256 or SHA-512. Required for FIPS, government, many compliance frameworks.</a:t>
            </a: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Maximum Security: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SHA-512 or SHA3-512. 256-bit collision resistance.</a:t>
            </a: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Performance Critical: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BLAKE3 (extreme), BLAKE2 (very fast), or SHA-256 with AES-NI.</a:t>
            </a: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Embedded Systems: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BLAKE2s (32-bit optimized) or lightweight SHA-256 implementations.</a:t>
            </a: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Blockchain/Cryptocurrency: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Bitcoin: SHA-256, Ethereum: Keccak-256 (pre-standard SHA-3), some altcoins: BLAKE2.</a:t>
            </a:r>
          </a:p>
          <a:p>
            <a:r>
              <a:rPr lang="ru-RU" sz="2000" b="1">
                <a:highlight>
                  <a:srgbClr val="FFFFFF"/>
                </a:highlight>
                <a:latin typeface="Times New Roman"/>
                <a:cs typeface="Times New Roman"/>
              </a:rPr>
              <a:t>MACs without HMAC: 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SHA-3 or BLAKE2 (both support keyed mode safely).</a:t>
            </a: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62135018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6D9760F-420D-0048-61A3-02554F9DFD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6.3 Migration Recommendations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4E852FD-AF74-DA43-6EDC-D3746CBF6F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If using MD5/SHA-1: Migrate to SHA-256 immediately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SHA-256 deployments: No urgent need to migrate, but SHA-512 or SHA-3 offer future-proofing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New systems: SHA-256 default, BLAKE2/BLAKE3 for performance, SHA-3 for diversification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Support multiple algorithms for crypto-agility</a:t>
            </a: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7907457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2786349-0092-5F46-7AE9-3D46322711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7. Conclusion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94C218-C201-BDBA-7FD8-1914F10057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This lecture covered modern hash function design and deployment. Key takeaways:</a:t>
            </a:r>
            <a:endParaRPr lang="ru-RU"/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SHA-2 (SHA-256, SHA-512) remains secure and widely deployed after 20+ years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Merkle-Damgård construction is vulnerable to length extension—use HMAC for MACs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SHA-3 provides different design approach (sponge) with length extension immunity</a:t>
            </a:r>
          </a:p>
          <a:p>
            <a:r>
              <a:rPr lang="en-US" sz="2000" dirty="0">
                <a:highlight>
                  <a:srgbClr val="FFFFFF"/>
                </a:highlight>
                <a:latin typeface="Times New Roman"/>
                <a:cs typeface="Times New Roman"/>
              </a:rPr>
              <a:t>BLAKE2/BLAKE3 offer superior performance while maintaining security</a:t>
            </a:r>
            <a:endParaRPr lang="ru-RU" sz="2000" dirty="0">
              <a:highlight>
                <a:srgbClr val="FFFFFF"/>
              </a:highlight>
              <a:latin typeface="Times New Roman"/>
              <a:cs typeface="Times New Roman"/>
            </a:endParaRP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Choose hash function based on requirements: compliance, security, performance</a:t>
            </a: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2302912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A40E7EA-B02C-DE5B-DCAE-9F899CDE7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7.1 Looking Forward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3FB4C4-1FD3-D0BD-8C7A-7B7430786E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 b="1">
                <a:highlight>
                  <a:srgbClr val="FFFFFF"/>
                </a:highlight>
                <a:latin typeface="Times New Roman"/>
                <a:cs typeface="Times New Roman"/>
              </a:rPr>
              <a:t>Next Lecture (Week 7): </a:t>
            </a:r>
            <a:r>
              <a:rPr lang="en-US" sz="2000">
                <a:highlight>
                  <a:srgbClr val="FFFFFF"/>
                </a:highlight>
                <a:latin typeface="Times New Roman"/>
                <a:cs typeface="Times New Roman"/>
              </a:rPr>
              <a:t>Hash Function Applications. We will study password hashing (bcrypt, Argon2, scrypt), Merkle trees for data structures, hash-based signatures, and commitment schemes.</a:t>
            </a:r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37704837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1B0AB0-8B88-A362-285E-30089D6AD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7.2 Preparation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7A5F231-9D50-4B9B-8820-1890B2EB28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Read </a:t>
            </a:r>
            <a:r>
              <a:rPr lang="ru-RU" sz="2000">
                <a:highlight>
                  <a:srgbClr val="FFE5E5"/>
                </a:highlight>
                <a:latin typeface="Times New Roman"/>
                <a:cs typeface="Times New Roman"/>
              </a:rPr>
              <a:t>Aumasson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, Chapter 7: Password Hashing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Review: Key derivation functions, memory-hard functions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Lab: Implement SHA-256 message schedule, experiment with BLAKE2</a:t>
            </a: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77918753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71A891-36EB-3606-D483-27993E4C06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ru-RU" sz="4000" b="1">
                <a:solidFill>
                  <a:srgbClr val="FFFFFF"/>
                </a:solidFill>
                <a:latin typeface="Times New Roman"/>
                <a:cs typeface="Times New Roman"/>
              </a:rPr>
              <a:t>References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BD43D1B-B65A-3984-BFA8-1000B91B91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z="2000">
                <a:highlight>
                  <a:srgbClr val="FFE5E5"/>
                </a:highlight>
                <a:latin typeface="Times New Roman"/>
                <a:cs typeface="Times New Roman"/>
              </a:rPr>
              <a:t>Aumasson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, J.-P., et al. (2013). BLAKE2: simpler, smaller, fast as MD5. In </a:t>
            </a:r>
            <a:r>
              <a:rPr lang="ru-RU" sz="2000" i="1">
                <a:highlight>
                  <a:srgbClr val="FFFFFF"/>
                </a:highlight>
                <a:latin typeface="Times New Roman"/>
                <a:cs typeface="Times New Roman"/>
              </a:rPr>
              <a:t>ACNS 2013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Bertoni, G., et al. (2011). Cryptographic sponge functions. </a:t>
            </a:r>
            <a:r>
              <a:rPr lang="ru-RU" sz="2000" i="1">
                <a:highlight>
                  <a:srgbClr val="FFFFFF"/>
                </a:highlight>
                <a:latin typeface="Times New Roman"/>
                <a:cs typeface="Times New Roman"/>
              </a:rPr>
              <a:t>STMicroelectronics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Damgård, I. (1989). A design principle for hash functions. In </a:t>
            </a:r>
            <a:r>
              <a:rPr lang="ru-RU" sz="2000" i="1">
                <a:highlight>
                  <a:srgbClr val="FFFFFF"/>
                </a:highlight>
                <a:latin typeface="Times New Roman"/>
                <a:cs typeface="Times New Roman"/>
              </a:rPr>
              <a:t>Advances in Cryptology—CRYPTO '89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.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National Institute of Standards and Technology. (2015). </a:t>
            </a:r>
            <a:r>
              <a:rPr lang="ru-RU" sz="2000" i="1">
                <a:highlight>
                  <a:srgbClr val="FFFFFF"/>
                </a:highlight>
                <a:latin typeface="Times New Roman"/>
                <a:cs typeface="Times New Roman"/>
              </a:rPr>
              <a:t>SHA-3 Standard: Permutation-Based Hash and Extendable-Output Functions</a:t>
            </a:r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 (FIPS PUB 202).</a:t>
            </a:r>
          </a:p>
          <a:p>
            <a:r>
              <a:rPr lang="ru-RU" sz="2000">
                <a:highlight>
                  <a:srgbClr val="FFFFFF"/>
                </a:highlight>
                <a:latin typeface="Times New Roman"/>
                <a:cs typeface="Times New Roman"/>
              </a:rPr>
              <a:t>O'Connor, J., Aumasson, J.-P., et al. (2020). BLAKE3: one function, fast everywhere.</a:t>
            </a:r>
          </a:p>
          <a:p>
            <a:endParaRPr lang="ru-RU" sz="200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737509455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8D18DF04E7B24DB531D034DE08C523" ma:contentTypeVersion="3" ma:contentTypeDescription="Create a new document." ma:contentTypeScope="" ma:versionID="b8f428bb502a5d78b36408c0d350d9b2">
  <xsd:schema xmlns:xsd="http://www.w3.org/2001/XMLSchema" xmlns:xs="http://www.w3.org/2001/XMLSchema" xmlns:p="http://schemas.microsoft.com/office/2006/metadata/properties" xmlns:ns2="97039dda-64f8-41f1-b3d6-f92ff14c1096" targetNamespace="http://schemas.microsoft.com/office/2006/metadata/properties" ma:root="true" ma:fieldsID="c71adba50243d8c77707b0c12b57a4a4" ns2:_="">
    <xsd:import namespace="97039dda-64f8-41f1-b3d6-f92ff14c109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039dda-64f8-41f1-b3d6-f92ff14c109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3556E30B-293C-4141-A495-4AC053E8CC72}"/>
</file>

<file path=customXml/itemProps2.xml><?xml version="1.0" encoding="utf-8"?>
<ds:datastoreItem xmlns:ds="http://schemas.openxmlformats.org/officeDocument/2006/customXml" ds:itemID="{6BA3579A-E765-432A-B7BE-1743355C2196}"/>
</file>

<file path=customXml/itemProps3.xml><?xml version="1.0" encoding="utf-8"?>
<ds:datastoreItem xmlns:ds="http://schemas.openxmlformats.org/officeDocument/2006/customXml" ds:itemID="{7C2BC3FF-85CB-4290-9DE2-822BEDB2FD1D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Широкоэкранный</PresentationFormat>
  <Paragraphs>0</Paragraphs>
  <Slides>54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54</vt:i4>
      </vt:variant>
    </vt:vector>
  </HeadingPairs>
  <TitlesOfParts>
    <vt:vector size="55" baseType="lpstr">
      <vt:lpstr>Тема Office</vt:lpstr>
      <vt:lpstr>Lecture 6. Modern Hash Functions</vt:lpstr>
      <vt:lpstr>Agenda</vt:lpstr>
      <vt:lpstr>1. The SHA-2 Family</vt:lpstr>
      <vt:lpstr>The SHA-2 Family</vt:lpstr>
      <vt:lpstr>1.1 SHA-2 Variants</vt:lpstr>
      <vt:lpstr>1.2 SHA-256 Algorithm</vt:lpstr>
      <vt:lpstr>1.2 SHA-256 Algorithm</vt:lpstr>
      <vt:lpstr>1.2 SHA-256 Algorithm</vt:lpstr>
      <vt:lpstr>1.2 SHA-256 Algorithm</vt:lpstr>
      <vt:lpstr>1.2 SHA-256 Algorithm</vt:lpstr>
      <vt:lpstr>Презентация PowerPoint</vt:lpstr>
      <vt:lpstr>Презентация PowerPoint</vt:lpstr>
      <vt:lpstr>Example 1.1: SHA-256 Computation</vt:lpstr>
      <vt:lpstr>1.3 Security Properties</vt:lpstr>
      <vt:lpstr>2. Merkle-Damgård Construction</vt:lpstr>
      <vt:lpstr>2. Merkle-Damgård Construction</vt:lpstr>
      <vt:lpstr>2.1 Construction Overview</vt:lpstr>
      <vt:lpstr>Презентация PowerPoint</vt:lpstr>
      <vt:lpstr>2.2 Security Theorem</vt:lpstr>
      <vt:lpstr>2.2 Security Theorem</vt:lpstr>
      <vt:lpstr>2.3 Padding Schemes</vt:lpstr>
      <vt:lpstr>3. Length Extension Attacks</vt:lpstr>
      <vt:lpstr>3. Length Extension Attacks</vt:lpstr>
      <vt:lpstr>3.1 The Attack</vt:lpstr>
      <vt:lpstr>Example 3.1: Length Extension Attack</vt:lpstr>
      <vt:lpstr>3.2 Vulnerable Constructions</vt:lpstr>
      <vt:lpstr>3.3 Mitigations</vt:lpstr>
      <vt:lpstr>Презентация PowerPoint</vt:lpstr>
      <vt:lpstr>4. SHA-3 and the Sponge Construction</vt:lpstr>
      <vt:lpstr>4. SHA-3 and the Sponge Construction</vt:lpstr>
      <vt:lpstr>4.1 The SHA-3 Competition</vt:lpstr>
      <vt:lpstr>4.2 Sponge Construction</vt:lpstr>
      <vt:lpstr>4.2 Sponge Construction</vt:lpstr>
      <vt:lpstr>4.3 Keccak/SHA-3 Specification</vt:lpstr>
      <vt:lpstr>Example 4.1: SHA3-256 Computation</vt:lpstr>
      <vt:lpstr>Презентация PowerPoint</vt:lpstr>
      <vt:lpstr>Презентация PowerPoint</vt:lpstr>
      <vt:lpstr>4.4 Security Advantages</vt:lpstr>
      <vt:lpstr>4.5 Performance Considerations</vt:lpstr>
      <vt:lpstr>5. BLAKE2 and BLAKE3</vt:lpstr>
      <vt:lpstr>5. BLAKE2 and BLAKE3</vt:lpstr>
      <vt:lpstr>5.1 BLAKE2</vt:lpstr>
      <vt:lpstr>5.1 BLAKE2</vt:lpstr>
      <vt:lpstr>5.2 BLAKE3</vt:lpstr>
      <vt:lpstr>Example 5.1: Performance Comparison</vt:lpstr>
      <vt:lpstr>5.3 Use Cases</vt:lpstr>
      <vt:lpstr>6. Comparison and Selection Guide</vt:lpstr>
      <vt:lpstr>6.1 Comprehensive Comparison</vt:lpstr>
      <vt:lpstr>6.2 Selection Guidelines</vt:lpstr>
      <vt:lpstr>6.3 Migration Recommendations</vt:lpstr>
      <vt:lpstr>7. Conclusion</vt:lpstr>
      <vt:lpstr>7.1 Looking Forward</vt:lpstr>
      <vt:lpstr>7.2 Preparation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277</cp:revision>
  <dcterms:created xsi:type="dcterms:W3CDTF">2026-02-22T16:49:36Z</dcterms:created>
  <dcterms:modified xsi:type="dcterms:W3CDTF">2026-02-22T18:55:16Z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0x0101009A8D18DF04E7B24DB531D034DE08C523</vt:lpwstr>
  </property>
</Properties>
</file>