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2.xml" ContentType="application/vnd.openxmlformats-officedocument.presentationml.slide+xml"/>
  <Override PartName="/ppt/changesInfos/changesInfo1.xml" ContentType="application/vnd.ms-powerpoint.changesinfo+xml"/>
  <Override PartName="/ppt/revisionInfo.xml" ContentType="application/vnd.ms-powerpoint.revisioninfo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60" r:id="rId3"/>
    <p:sldId id="262" r:id="rId4"/>
    <p:sldId id="264" r:id="rId5"/>
    <p:sldId id="265" r:id="rId6"/>
    <p:sldId id="266" r:id="rId7"/>
    <p:sldId id="267" r:id="rId8"/>
    <p:sldId id="268" r:id="rId9"/>
    <p:sldId id="269" r:id="rId10"/>
    <p:sldId id="310" r:id="rId11"/>
    <p:sldId id="270" r:id="rId12"/>
    <p:sldId id="271" r:id="rId13"/>
    <p:sldId id="272" r:id="rId14"/>
    <p:sldId id="273" r:id="rId15"/>
    <p:sldId id="274" r:id="rId16"/>
    <p:sldId id="275" r:id="rId17"/>
    <p:sldId id="276" r:id="rId18"/>
    <p:sldId id="277" r:id="rId19"/>
    <p:sldId id="278" r:id="rId20"/>
    <p:sldId id="311" r:id="rId21"/>
    <p:sldId id="312" r:id="rId22"/>
    <p:sldId id="313" r:id="rId23"/>
    <p:sldId id="281" r:id="rId24"/>
    <p:sldId id="282" r:id="rId25"/>
    <p:sldId id="283" r:id="rId26"/>
    <p:sldId id="284" r:id="rId27"/>
    <p:sldId id="285" r:id="rId28"/>
    <p:sldId id="286" r:id="rId29"/>
    <p:sldId id="280" r:id="rId30"/>
    <p:sldId id="279" r:id="rId31"/>
    <p:sldId id="287" r:id="rId32"/>
    <p:sldId id="288" r:id="rId33"/>
    <p:sldId id="289" r:id="rId34"/>
    <p:sldId id="290" r:id="rId35"/>
    <p:sldId id="291" r:id="rId36"/>
    <p:sldId id="314" r:id="rId37"/>
    <p:sldId id="293" r:id="rId38"/>
    <p:sldId id="294" r:id="rId39"/>
    <p:sldId id="295" r:id="rId40"/>
    <p:sldId id="296" r:id="rId41"/>
    <p:sldId id="297" r:id="rId42"/>
    <p:sldId id="298" r:id="rId43"/>
    <p:sldId id="299" r:id="rId44"/>
    <p:sldId id="300" r:id="rId45"/>
    <p:sldId id="315" r:id="rId46"/>
    <p:sldId id="301" r:id="rId47"/>
    <p:sldId id="302" r:id="rId48"/>
    <p:sldId id="303" r:id="rId49"/>
    <p:sldId id="304" r:id="rId50"/>
    <p:sldId id="305" r:id="rId51"/>
    <p:sldId id="306" r:id="rId52"/>
    <p:sldId id="316" r:id="rId53"/>
    <p:sldId id="307" r:id="rId54"/>
    <p:sldId id="308" r:id="rId55"/>
    <p:sldId id="309" r:id="rId56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BF90042-1DA0-CEC9-F0AC-EF39CE750C2E}" v="675" dt="2026-03-29T16:44:51.156"/>
    <p1510:client id="{FDAF2058-C827-9A64-33C1-B53ABA66BF6D}" v="59" dt="2026-03-30T07:42:33.68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Средний стиль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2" autoAdjust="0"/>
    <p:restoredTop sz="94660"/>
  </p:normalViewPr>
  <p:slideViewPr>
    <p:cSldViewPr snapToGrid="0">
      <p:cViewPr varScale="1">
        <p:scale>
          <a:sx n="89" d="100"/>
          <a:sy n="89" d="100"/>
        </p:scale>
        <p:origin x="84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customXml" Target="../customXml/item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microsoft.com/office/2016/11/relationships/changesInfo" Target="changesInfos/changesInfo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customXml" Target="../customXml/item2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presProps" Target="pres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ableStyles" Target="tableStyles.xml"/><Relationship Id="rId65" Type="http://schemas.openxmlformats.org/officeDocument/2006/relationships/customXml" Target="../customXml/item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emirlan Zhaxalykov" userId="S::t.zhaxalykov@kbtu.kz::037320a9-8ef1-4acb-bb74-1ab60141db9d" providerId="AD" clId="Web-{FDAF2058-C827-9A64-33C1-B53ABA66BF6D}"/>
    <pc:docChg chg="addSld modSld sldOrd">
      <pc:chgData name="Temirlan Zhaxalykov" userId="S::t.zhaxalykov@kbtu.kz::037320a9-8ef1-4acb-bb74-1ab60141db9d" providerId="AD" clId="Web-{FDAF2058-C827-9A64-33C1-B53ABA66BF6D}" dt="2026-03-30T07:42:33.680" v="59" actId="14100"/>
      <pc:docMkLst>
        <pc:docMk/>
      </pc:docMkLst>
      <pc:sldChg chg="addSp delSp modSp new">
        <pc:chgData name="Temirlan Zhaxalykov" userId="S::t.zhaxalykov@kbtu.kz::037320a9-8ef1-4acb-bb74-1ab60141db9d" providerId="AD" clId="Web-{FDAF2058-C827-9A64-33C1-B53ABA66BF6D}" dt="2026-03-30T07:33:56.197" v="6" actId="14100"/>
        <pc:sldMkLst>
          <pc:docMk/>
          <pc:sldMk cId="745431424" sldId="310"/>
        </pc:sldMkLst>
        <pc:spChg chg="del">
          <ac:chgData name="Temirlan Zhaxalykov" userId="S::t.zhaxalykov@kbtu.kz::037320a9-8ef1-4acb-bb74-1ab60141db9d" providerId="AD" clId="Web-{FDAF2058-C827-9A64-33C1-B53ABA66BF6D}" dt="2026-03-30T07:33:36.587" v="1"/>
          <ac:spMkLst>
            <pc:docMk/>
            <pc:sldMk cId="745431424" sldId="310"/>
            <ac:spMk id="2" creationId="{DC9A4024-8312-5DE0-115E-9F3AA6CC972C}"/>
          </ac:spMkLst>
        </pc:spChg>
        <pc:spChg chg="del">
          <ac:chgData name="Temirlan Zhaxalykov" userId="S::t.zhaxalykov@kbtu.kz::037320a9-8ef1-4acb-bb74-1ab60141db9d" providerId="AD" clId="Web-{FDAF2058-C827-9A64-33C1-B53ABA66BF6D}" dt="2026-03-30T07:33:46.462" v="2"/>
          <ac:spMkLst>
            <pc:docMk/>
            <pc:sldMk cId="745431424" sldId="310"/>
            <ac:spMk id="3" creationId="{F9E85EF9-4851-09A1-F208-2801F06B8399}"/>
          </ac:spMkLst>
        </pc:spChg>
        <pc:picChg chg="add mod ord">
          <ac:chgData name="Temirlan Zhaxalykov" userId="S::t.zhaxalykov@kbtu.kz::037320a9-8ef1-4acb-bb74-1ab60141db9d" providerId="AD" clId="Web-{FDAF2058-C827-9A64-33C1-B53ABA66BF6D}" dt="2026-03-30T07:33:56.197" v="6" actId="14100"/>
          <ac:picMkLst>
            <pc:docMk/>
            <pc:sldMk cId="745431424" sldId="310"/>
            <ac:picMk id="4" creationId="{4039609D-99AC-68BE-6CB6-AE04C62FFA1D}"/>
          </ac:picMkLst>
        </pc:picChg>
      </pc:sldChg>
      <pc:sldChg chg="addSp delSp modSp new">
        <pc:chgData name="Temirlan Zhaxalykov" userId="S::t.zhaxalykov@kbtu.kz::037320a9-8ef1-4acb-bb74-1ab60141db9d" providerId="AD" clId="Web-{FDAF2058-C827-9A64-33C1-B53ABA66BF6D}" dt="2026-03-30T07:36:22.353" v="13" actId="14100"/>
        <pc:sldMkLst>
          <pc:docMk/>
          <pc:sldMk cId="625660384" sldId="311"/>
        </pc:sldMkLst>
        <pc:spChg chg="del">
          <ac:chgData name="Temirlan Zhaxalykov" userId="S::t.zhaxalykov@kbtu.kz::037320a9-8ef1-4acb-bb74-1ab60141db9d" providerId="AD" clId="Web-{FDAF2058-C827-9A64-33C1-B53ABA66BF6D}" dt="2026-03-30T07:36:04.478" v="8"/>
          <ac:spMkLst>
            <pc:docMk/>
            <pc:sldMk cId="625660384" sldId="311"/>
            <ac:spMk id="2" creationId="{286E5EDA-8D38-3F14-28EE-9354D99A6A78}"/>
          </ac:spMkLst>
        </pc:spChg>
        <pc:spChg chg="del">
          <ac:chgData name="Temirlan Zhaxalykov" userId="S::t.zhaxalykov@kbtu.kz::037320a9-8ef1-4acb-bb74-1ab60141db9d" providerId="AD" clId="Web-{FDAF2058-C827-9A64-33C1-B53ABA66BF6D}" dt="2026-03-30T07:36:12.446" v="9"/>
          <ac:spMkLst>
            <pc:docMk/>
            <pc:sldMk cId="625660384" sldId="311"/>
            <ac:spMk id="3" creationId="{FF51EEFF-59F3-AD48-F936-232E26867695}"/>
          </ac:spMkLst>
        </pc:spChg>
        <pc:picChg chg="add mod ord">
          <ac:chgData name="Temirlan Zhaxalykov" userId="S::t.zhaxalykov@kbtu.kz::037320a9-8ef1-4acb-bb74-1ab60141db9d" providerId="AD" clId="Web-{FDAF2058-C827-9A64-33C1-B53ABA66BF6D}" dt="2026-03-30T07:36:22.353" v="13" actId="14100"/>
          <ac:picMkLst>
            <pc:docMk/>
            <pc:sldMk cId="625660384" sldId="311"/>
            <ac:picMk id="4" creationId="{D204381D-0B4D-F311-2D4A-0D7A16C6D110}"/>
          </ac:picMkLst>
        </pc:picChg>
      </pc:sldChg>
      <pc:sldChg chg="modSp add ord replId">
        <pc:chgData name="Temirlan Zhaxalykov" userId="S::t.zhaxalykov@kbtu.kz::037320a9-8ef1-4acb-bb74-1ab60141db9d" providerId="AD" clId="Web-{FDAF2058-C827-9A64-33C1-B53ABA66BF6D}" dt="2026-03-30T07:38:32.462" v="30" actId="14100"/>
        <pc:sldMkLst>
          <pc:docMk/>
          <pc:sldMk cId="3194365044" sldId="312"/>
        </pc:sldMkLst>
        <pc:spChg chg="mod">
          <ac:chgData name="Temirlan Zhaxalykov" userId="S::t.zhaxalykov@kbtu.kz::037320a9-8ef1-4acb-bb74-1ab60141db9d" providerId="AD" clId="Web-{FDAF2058-C827-9A64-33C1-B53ABA66BF6D}" dt="2026-03-30T07:38:23.352" v="28" actId="20577"/>
          <ac:spMkLst>
            <pc:docMk/>
            <pc:sldMk cId="3194365044" sldId="312"/>
            <ac:spMk id="2" creationId="{2F2BC0DC-1931-2C62-FB2F-F104BC85C54B}"/>
          </ac:spMkLst>
        </pc:spChg>
        <pc:spChg chg="mod">
          <ac:chgData name="Temirlan Zhaxalykov" userId="S::t.zhaxalykov@kbtu.kz::037320a9-8ef1-4acb-bb74-1ab60141db9d" providerId="AD" clId="Web-{FDAF2058-C827-9A64-33C1-B53ABA66BF6D}" dt="2026-03-30T07:38:32.462" v="30" actId="14100"/>
          <ac:spMkLst>
            <pc:docMk/>
            <pc:sldMk cId="3194365044" sldId="312"/>
            <ac:spMk id="3" creationId="{62FD7A15-E5AB-59E0-041D-373908E49391}"/>
          </ac:spMkLst>
        </pc:spChg>
      </pc:sldChg>
      <pc:sldChg chg="addSp modSp new mod setBg">
        <pc:chgData name="Temirlan Zhaxalykov" userId="S::t.zhaxalykov@kbtu.kz::037320a9-8ef1-4acb-bb74-1ab60141db9d" providerId="AD" clId="Web-{FDAF2058-C827-9A64-33C1-B53ABA66BF6D}" dt="2026-03-30T07:39:02.774" v="38" actId="20577"/>
        <pc:sldMkLst>
          <pc:docMk/>
          <pc:sldMk cId="3300376324" sldId="313"/>
        </pc:sldMkLst>
        <pc:spChg chg="mod">
          <ac:chgData name="Temirlan Zhaxalykov" userId="S::t.zhaxalykov@kbtu.kz::037320a9-8ef1-4acb-bb74-1ab60141db9d" providerId="AD" clId="Web-{FDAF2058-C827-9A64-33C1-B53ABA66BF6D}" dt="2026-03-30T07:39:02.774" v="38" actId="20577"/>
          <ac:spMkLst>
            <pc:docMk/>
            <pc:sldMk cId="3300376324" sldId="313"/>
            <ac:spMk id="2" creationId="{AA0C0F2A-40C7-96A2-8F7C-61982BD92D50}"/>
          </ac:spMkLst>
        </pc:spChg>
        <pc:spChg chg="mod">
          <ac:chgData name="Temirlan Zhaxalykov" userId="S::t.zhaxalykov@kbtu.kz::037320a9-8ef1-4acb-bb74-1ab60141db9d" providerId="AD" clId="Web-{FDAF2058-C827-9A64-33C1-B53ABA66BF6D}" dt="2026-03-30T07:39:00.368" v="37"/>
          <ac:spMkLst>
            <pc:docMk/>
            <pc:sldMk cId="3300376324" sldId="313"/>
            <ac:spMk id="3" creationId="{E546B733-C762-5290-2FB6-4CE9DC949A4F}"/>
          </ac:spMkLst>
        </pc:spChg>
        <pc:spChg chg="add">
          <ac:chgData name="Temirlan Zhaxalykov" userId="S::t.zhaxalykov@kbtu.kz::037320a9-8ef1-4acb-bb74-1ab60141db9d" providerId="AD" clId="Web-{FDAF2058-C827-9A64-33C1-B53ABA66BF6D}" dt="2026-03-30T07:38:55.352" v="35"/>
          <ac:spMkLst>
            <pc:docMk/>
            <pc:sldMk cId="3300376324" sldId="313"/>
            <ac:spMk id="8" creationId="{1B15ED52-F352-441B-82BF-E0EA34836D08}"/>
          </ac:spMkLst>
        </pc:spChg>
        <pc:spChg chg="add">
          <ac:chgData name="Temirlan Zhaxalykov" userId="S::t.zhaxalykov@kbtu.kz::037320a9-8ef1-4acb-bb74-1ab60141db9d" providerId="AD" clId="Web-{FDAF2058-C827-9A64-33C1-B53ABA66BF6D}" dt="2026-03-30T07:38:55.352" v="35"/>
          <ac:spMkLst>
            <pc:docMk/>
            <pc:sldMk cId="3300376324" sldId="313"/>
            <ac:spMk id="10" creationId="{3B2E3793-BFE6-45A2-9B7B-E18844431C99}"/>
          </ac:spMkLst>
        </pc:spChg>
        <pc:spChg chg="add">
          <ac:chgData name="Temirlan Zhaxalykov" userId="S::t.zhaxalykov@kbtu.kz::037320a9-8ef1-4acb-bb74-1ab60141db9d" providerId="AD" clId="Web-{FDAF2058-C827-9A64-33C1-B53ABA66BF6D}" dt="2026-03-30T07:38:55.352" v="35"/>
          <ac:spMkLst>
            <pc:docMk/>
            <pc:sldMk cId="3300376324" sldId="313"/>
            <ac:spMk id="12" creationId="{BC4C4868-CB8F-4AF9-9CDB-8108F2C19B67}"/>
          </ac:spMkLst>
        </pc:spChg>
        <pc:spChg chg="add">
          <ac:chgData name="Temirlan Zhaxalykov" userId="S::t.zhaxalykov@kbtu.kz::037320a9-8ef1-4acb-bb74-1ab60141db9d" providerId="AD" clId="Web-{FDAF2058-C827-9A64-33C1-B53ABA66BF6D}" dt="2026-03-30T07:38:55.352" v="35"/>
          <ac:spMkLst>
            <pc:docMk/>
            <pc:sldMk cId="3300376324" sldId="313"/>
            <ac:spMk id="14" creationId="{375E0459-6403-40CD-989D-56A4407CA12E}"/>
          </ac:spMkLst>
        </pc:spChg>
        <pc:spChg chg="add">
          <ac:chgData name="Temirlan Zhaxalykov" userId="S::t.zhaxalykov@kbtu.kz::037320a9-8ef1-4acb-bb74-1ab60141db9d" providerId="AD" clId="Web-{FDAF2058-C827-9A64-33C1-B53ABA66BF6D}" dt="2026-03-30T07:38:55.352" v="35"/>
          <ac:spMkLst>
            <pc:docMk/>
            <pc:sldMk cId="3300376324" sldId="313"/>
            <ac:spMk id="16" creationId="{53E5B1A8-3AC9-4BD1-9BBC-78CA94F2D1BA}"/>
          </ac:spMkLst>
        </pc:spChg>
      </pc:sldChg>
      <pc:sldChg chg="addSp delSp modSp new">
        <pc:chgData name="Temirlan Zhaxalykov" userId="S::t.zhaxalykov@kbtu.kz::037320a9-8ef1-4acb-bb74-1ab60141db9d" providerId="AD" clId="Web-{FDAF2058-C827-9A64-33C1-B53ABA66BF6D}" dt="2026-03-30T07:40:14.258" v="45" actId="14100"/>
        <pc:sldMkLst>
          <pc:docMk/>
          <pc:sldMk cId="1436302705" sldId="314"/>
        </pc:sldMkLst>
        <pc:spChg chg="del">
          <ac:chgData name="Temirlan Zhaxalykov" userId="S::t.zhaxalykov@kbtu.kz::037320a9-8ef1-4acb-bb74-1ab60141db9d" providerId="AD" clId="Web-{FDAF2058-C827-9A64-33C1-B53ABA66BF6D}" dt="2026-03-30T07:39:59.774" v="40"/>
          <ac:spMkLst>
            <pc:docMk/>
            <pc:sldMk cId="1436302705" sldId="314"/>
            <ac:spMk id="2" creationId="{30EA4EAF-024B-4B9C-CDBA-EFF18C2DD670}"/>
          </ac:spMkLst>
        </pc:spChg>
        <pc:spChg chg="del">
          <ac:chgData name="Temirlan Zhaxalykov" userId="S::t.zhaxalykov@kbtu.kz::037320a9-8ef1-4acb-bb74-1ab60141db9d" providerId="AD" clId="Web-{FDAF2058-C827-9A64-33C1-B53ABA66BF6D}" dt="2026-03-30T07:40:06.180" v="41"/>
          <ac:spMkLst>
            <pc:docMk/>
            <pc:sldMk cId="1436302705" sldId="314"/>
            <ac:spMk id="3" creationId="{6634AB88-DB99-177E-6C40-2AE53EC39E5E}"/>
          </ac:spMkLst>
        </pc:spChg>
        <pc:picChg chg="add mod ord">
          <ac:chgData name="Temirlan Zhaxalykov" userId="S::t.zhaxalykov@kbtu.kz::037320a9-8ef1-4acb-bb74-1ab60141db9d" providerId="AD" clId="Web-{FDAF2058-C827-9A64-33C1-B53ABA66BF6D}" dt="2026-03-30T07:40:14.258" v="45" actId="14100"/>
          <ac:picMkLst>
            <pc:docMk/>
            <pc:sldMk cId="1436302705" sldId="314"/>
            <ac:picMk id="4" creationId="{496A4085-57D0-5005-2889-1D60E7942959}"/>
          </ac:picMkLst>
        </pc:picChg>
      </pc:sldChg>
      <pc:sldChg chg="addSp delSp modSp new">
        <pc:chgData name="Temirlan Zhaxalykov" userId="S::t.zhaxalykov@kbtu.kz::037320a9-8ef1-4acb-bb74-1ab60141db9d" providerId="AD" clId="Web-{FDAF2058-C827-9A64-33C1-B53ABA66BF6D}" dt="2026-03-30T07:41:37.852" v="52" actId="14100"/>
        <pc:sldMkLst>
          <pc:docMk/>
          <pc:sldMk cId="2422553654" sldId="315"/>
        </pc:sldMkLst>
        <pc:spChg chg="del">
          <ac:chgData name="Temirlan Zhaxalykov" userId="S::t.zhaxalykov@kbtu.kz::037320a9-8ef1-4acb-bb74-1ab60141db9d" providerId="AD" clId="Web-{FDAF2058-C827-9A64-33C1-B53ABA66BF6D}" dt="2026-03-30T07:41:22.180" v="47"/>
          <ac:spMkLst>
            <pc:docMk/>
            <pc:sldMk cId="2422553654" sldId="315"/>
            <ac:spMk id="2" creationId="{CD8680EA-1AB6-77DC-9148-9FEFB8793257}"/>
          </ac:spMkLst>
        </pc:spChg>
        <pc:spChg chg="del">
          <ac:chgData name="Temirlan Zhaxalykov" userId="S::t.zhaxalykov@kbtu.kz::037320a9-8ef1-4acb-bb74-1ab60141db9d" providerId="AD" clId="Web-{FDAF2058-C827-9A64-33C1-B53ABA66BF6D}" dt="2026-03-30T07:41:27.430" v="48"/>
          <ac:spMkLst>
            <pc:docMk/>
            <pc:sldMk cId="2422553654" sldId="315"/>
            <ac:spMk id="3" creationId="{E0F702CE-D3F6-C80E-9687-9D4DF53F6B69}"/>
          </ac:spMkLst>
        </pc:spChg>
        <pc:picChg chg="add mod ord">
          <ac:chgData name="Temirlan Zhaxalykov" userId="S::t.zhaxalykov@kbtu.kz::037320a9-8ef1-4acb-bb74-1ab60141db9d" providerId="AD" clId="Web-{FDAF2058-C827-9A64-33C1-B53ABA66BF6D}" dt="2026-03-30T07:41:37.852" v="52" actId="14100"/>
          <ac:picMkLst>
            <pc:docMk/>
            <pc:sldMk cId="2422553654" sldId="315"/>
            <ac:picMk id="4" creationId="{E540EFAB-B0D7-0783-2B6A-403397BDB9F3}"/>
          </ac:picMkLst>
        </pc:picChg>
      </pc:sldChg>
      <pc:sldChg chg="addSp delSp modSp new">
        <pc:chgData name="Temirlan Zhaxalykov" userId="S::t.zhaxalykov@kbtu.kz::037320a9-8ef1-4acb-bb74-1ab60141db9d" providerId="AD" clId="Web-{FDAF2058-C827-9A64-33C1-B53ABA66BF6D}" dt="2026-03-30T07:42:33.680" v="59" actId="14100"/>
        <pc:sldMkLst>
          <pc:docMk/>
          <pc:sldMk cId="2613804798" sldId="316"/>
        </pc:sldMkLst>
        <pc:spChg chg="del">
          <ac:chgData name="Temirlan Zhaxalykov" userId="S::t.zhaxalykov@kbtu.kz::037320a9-8ef1-4acb-bb74-1ab60141db9d" providerId="AD" clId="Web-{FDAF2058-C827-9A64-33C1-B53ABA66BF6D}" dt="2026-03-30T07:42:10.836" v="54"/>
          <ac:spMkLst>
            <pc:docMk/>
            <pc:sldMk cId="2613804798" sldId="316"/>
            <ac:spMk id="2" creationId="{F3E65F2D-83D9-D74E-E5DC-E992A02D9E09}"/>
          </ac:spMkLst>
        </pc:spChg>
        <pc:spChg chg="del">
          <ac:chgData name="Temirlan Zhaxalykov" userId="S::t.zhaxalykov@kbtu.kz::037320a9-8ef1-4acb-bb74-1ab60141db9d" providerId="AD" clId="Web-{FDAF2058-C827-9A64-33C1-B53ABA66BF6D}" dt="2026-03-30T07:42:18.539" v="55"/>
          <ac:spMkLst>
            <pc:docMk/>
            <pc:sldMk cId="2613804798" sldId="316"/>
            <ac:spMk id="3" creationId="{9CE78A8C-2ED8-E0DE-66D4-40D91CECD2BE}"/>
          </ac:spMkLst>
        </pc:spChg>
        <pc:picChg chg="add mod ord">
          <ac:chgData name="Temirlan Zhaxalykov" userId="S::t.zhaxalykov@kbtu.kz::037320a9-8ef1-4acb-bb74-1ab60141db9d" providerId="AD" clId="Web-{FDAF2058-C827-9A64-33C1-B53ABA66BF6D}" dt="2026-03-30T07:42:33.680" v="59" actId="14100"/>
          <ac:picMkLst>
            <pc:docMk/>
            <pc:sldMk cId="2613804798" sldId="316"/>
            <ac:picMk id="4" creationId="{E5AEDE6B-7A04-BA72-B48D-C158AA989E19}"/>
          </ac:picMkLst>
        </pc:picChg>
      </pc:sldChg>
    </pc:docChg>
  </pc:docChgLst>
  <pc:docChgLst>
    <pc:chgData name="Temirlan Zhaxalykov" userId="S::t.zhaxalykov@kbtu.kz::037320a9-8ef1-4acb-bb74-1ab60141db9d" providerId="AD" clId="Web-{FBF90042-1DA0-CEC9-F0AC-EF39CE750C2E}"/>
    <pc:docChg chg="addSld delSld modSld sldOrd">
      <pc:chgData name="Temirlan Zhaxalykov" userId="S::t.zhaxalykov@kbtu.kz::037320a9-8ef1-4acb-bb74-1ab60141db9d" providerId="AD" clId="Web-{FBF90042-1DA0-CEC9-F0AC-EF39CE750C2E}" dt="2026-03-29T16:44:51.156" v="724" actId="20577"/>
      <pc:docMkLst>
        <pc:docMk/>
      </pc:docMkLst>
      <pc:sldChg chg="del">
        <pc:chgData name="Temirlan Zhaxalykov" userId="S::t.zhaxalykov@kbtu.kz::037320a9-8ef1-4acb-bb74-1ab60141db9d" providerId="AD" clId="Web-{FBF90042-1DA0-CEC9-F0AC-EF39CE750C2E}" dt="2026-03-29T16:38:00.411" v="655"/>
        <pc:sldMkLst>
          <pc:docMk/>
          <pc:sldMk cId="1351651579" sldId="256"/>
        </pc:sldMkLst>
      </pc:sldChg>
      <pc:sldChg chg="addSp modSp add">
        <pc:chgData name="Temirlan Zhaxalykov" userId="S::t.zhaxalykov@kbtu.kz::037320a9-8ef1-4acb-bb74-1ab60141db9d" providerId="AD" clId="Web-{FBF90042-1DA0-CEC9-F0AC-EF39CE750C2E}" dt="2026-03-29T14:48:52.537" v="15" actId="20577"/>
        <pc:sldMkLst>
          <pc:docMk/>
          <pc:sldMk cId="3120755832" sldId="257"/>
        </pc:sldMkLst>
        <pc:spChg chg="mod">
          <ac:chgData name="Temirlan Zhaxalykov" userId="S::t.zhaxalykov@kbtu.kz::037320a9-8ef1-4acb-bb74-1ab60141db9d" providerId="AD" clId="Web-{FBF90042-1DA0-CEC9-F0AC-EF39CE750C2E}" dt="2026-03-29T14:48:52.537" v="15" actId="20577"/>
          <ac:spMkLst>
            <pc:docMk/>
            <pc:sldMk cId="3120755832" sldId="257"/>
            <ac:spMk id="2" creationId="{00000000-0000-0000-0000-000000000000}"/>
          </ac:spMkLst>
        </pc:spChg>
        <pc:spChg chg="add">
          <ac:chgData name="Temirlan Zhaxalykov" userId="S::t.zhaxalykov@kbtu.kz::037320a9-8ef1-4acb-bb74-1ab60141db9d" providerId="AD" clId="Web-{FBF90042-1DA0-CEC9-F0AC-EF39CE750C2E}" dt="2026-03-29T14:48:31.802" v="1"/>
          <ac:spMkLst>
            <pc:docMk/>
            <pc:sldMk cId="3120755832" sldId="257"/>
            <ac:spMk id="8" creationId="{6F5A5072-7B47-4D32-B52A-4EBBF590B8A5}"/>
          </ac:spMkLst>
        </pc:spChg>
        <pc:spChg chg="add">
          <ac:chgData name="Temirlan Zhaxalykov" userId="S::t.zhaxalykov@kbtu.kz::037320a9-8ef1-4acb-bb74-1ab60141db9d" providerId="AD" clId="Web-{FBF90042-1DA0-CEC9-F0AC-EF39CE750C2E}" dt="2026-03-29T14:48:31.802" v="1"/>
          <ac:spMkLst>
            <pc:docMk/>
            <pc:sldMk cId="3120755832" sldId="257"/>
            <ac:spMk id="10" creationId="{9715DAF0-AE1B-46C9-8A6B-DB2AA05AB91D}"/>
          </ac:spMkLst>
        </pc:spChg>
        <pc:spChg chg="add">
          <ac:chgData name="Temirlan Zhaxalykov" userId="S::t.zhaxalykov@kbtu.kz::037320a9-8ef1-4acb-bb74-1ab60141db9d" providerId="AD" clId="Web-{FBF90042-1DA0-CEC9-F0AC-EF39CE750C2E}" dt="2026-03-29T14:48:31.802" v="1"/>
          <ac:spMkLst>
            <pc:docMk/>
            <pc:sldMk cId="3120755832" sldId="257"/>
            <ac:spMk id="12" creationId="{6016219D-510E-4184-9090-6D5578A87BD1}"/>
          </ac:spMkLst>
        </pc:spChg>
        <pc:spChg chg="add">
          <ac:chgData name="Temirlan Zhaxalykov" userId="S::t.zhaxalykov@kbtu.kz::037320a9-8ef1-4acb-bb74-1ab60141db9d" providerId="AD" clId="Web-{FBF90042-1DA0-CEC9-F0AC-EF39CE750C2E}" dt="2026-03-29T14:48:31.802" v="1"/>
          <ac:spMkLst>
            <pc:docMk/>
            <pc:sldMk cId="3120755832" sldId="257"/>
            <ac:spMk id="14" creationId="{AFF4A713-7B75-4B21-90D7-5AB19547C728}"/>
          </ac:spMkLst>
        </pc:spChg>
        <pc:spChg chg="add">
          <ac:chgData name="Temirlan Zhaxalykov" userId="S::t.zhaxalykov@kbtu.kz::037320a9-8ef1-4acb-bb74-1ab60141db9d" providerId="AD" clId="Web-{FBF90042-1DA0-CEC9-F0AC-EF39CE750C2E}" dt="2026-03-29T14:48:31.802" v="1"/>
          <ac:spMkLst>
            <pc:docMk/>
            <pc:sldMk cId="3120755832" sldId="257"/>
            <ac:spMk id="16" creationId="{DC631C0B-6DA6-4E57-8231-CE32B3434A7E}"/>
          </ac:spMkLst>
        </pc:spChg>
        <pc:spChg chg="add">
          <ac:chgData name="Temirlan Zhaxalykov" userId="S::t.zhaxalykov@kbtu.kz::037320a9-8ef1-4acb-bb74-1ab60141db9d" providerId="AD" clId="Web-{FBF90042-1DA0-CEC9-F0AC-EF39CE750C2E}" dt="2026-03-29T14:48:31.802" v="1"/>
          <ac:spMkLst>
            <pc:docMk/>
            <pc:sldMk cId="3120755832" sldId="257"/>
            <ac:spMk id="18" creationId="{C29501E6-A978-4A61-9689-9085AF97A53A}"/>
          </ac:spMkLst>
        </pc:spChg>
      </pc:sldChg>
      <pc:sldChg chg="new del">
        <pc:chgData name="Temirlan Zhaxalykov" userId="S::t.zhaxalykov@kbtu.kz::037320a9-8ef1-4acb-bb74-1ab60141db9d" providerId="AD" clId="Web-{FBF90042-1DA0-CEC9-F0AC-EF39CE750C2E}" dt="2026-03-29T14:50:30.447" v="32"/>
        <pc:sldMkLst>
          <pc:docMk/>
          <pc:sldMk cId="2662458806" sldId="258"/>
        </pc:sldMkLst>
      </pc:sldChg>
      <pc:sldChg chg="addSp delSp modSp add">
        <pc:chgData name="Temirlan Zhaxalykov" userId="S::t.zhaxalykov@kbtu.kz::037320a9-8ef1-4acb-bb74-1ab60141db9d" providerId="AD" clId="Web-{FBF90042-1DA0-CEC9-F0AC-EF39CE750C2E}" dt="2026-03-29T14:50:10.384" v="30" actId="20577"/>
        <pc:sldMkLst>
          <pc:docMk/>
          <pc:sldMk cId="3763757625" sldId="260"/>
        </pc:sldMkLst>
        <pc:spChg chg="mod">
          <ac:chgData name="Temirlan Zhaxalykov" userId="S::t.zhaxalykov@kbtu.kz::037320a9-8ef1-4acb-bb74-1ab60141db9d" providerId="AD" clId="Web-{FBF90042-1DA0-CEC9-F0AC-EF39CE750C2E}" dt="2026-03-29T14:49:13.725" v="19"/>
          <ac:spMkLst>
            <pc:docMk/>
            <pc:sldMk cId="3763757625" sldId="260"/>
            <ac:spMk id="2" creationId="{60CF879C-F49F-C221-47C2-B400A0A48F1A}"/>
          </ac:spMkLst>
        </pc:spChg>
        <pc:spChg chg="mod">
          <ac:chgData name="Temirlan Zhaxalykov" userId="S::t.zhaxalykov@kbtu.kz::037320a9-8ef1-4acb-bb74-1ab60141db9d" providerId="AD" clId="Web-{FBF90042-1DA0-CEC9-F0AC-EF39CE750C2E}" dt="2026-03-29T14:50:10.384" v="30" actId="20577"/>
          <ac:spMkLst>
            <pc:docMk/>
            <pc:sldMk cId="3763757625" sldId="260"/>
            <ac:spMk id="3" creationId="{BD685C0E-B3AE-4024-E3E2-A44731C15FBD}"/>
          </ac:spMkLst>
        </pc:spChg>
        <pc:spChg chg="add del">
          <ac:chgData name="Temirlan Zhaxalykov" userId="S::t.zhaxalykov@kbtu.kz::037320a9-8ef1-4acb-bb74-1ab60141db9d" providerId="AD" clId="Web-{FBF90042-1DA0-CEC9-F0AC-EF39CE750C2E}" dt="2026-03-29T14:49:13.725" v="19"/>
          <ac:spMkLst>
            <pc:docMk/>
            <pc:sldMk cId="3763757625" sldId="260"/>
            <ac:spMk id="8" creationId="{1B15ED52-F352-441B-82BF-E0EA34836D08}"/>
          </ac:spMkLst>
        </pc:spChg>
        <pc:spChg chg="add del">
          <ac:chgData name="Temirlan Zhaxalykov" userId="S::t.zhaxalykov@kbtu.kz::037320a9-8ef1-4acb-bb74-1ab60141db9d" providerId="AD" clId="Web-{FBF90042-1DA0-CEC9-F0AC-EF39CE750C2E}" dt="2026-03-29T14:49:13.725" v="19"/>
          <ac:spMkLst>
            <pc:docMk/>
            <pc:sldMk cId="3763757625" sldId="260"/>
            <ac:spMk id="10" creationId="{3B2E3793-BFE6-45A2-9B7B-E18844431C99}"/>
          </ac:spMkLst>
        </pc:spChg>
        <pc:spChg chg="add del">
          <ac:chgData name="Temirlan Zhaxalykov" userId="S::t.zhaxalykov@kbtu.kz::037320a9-8ef1-4acb-bb74-1ab60141db9d" providerId="AD" clId="Web-{FBF90042-1DA0-CEC9-F0AC-EF39CE750C2E}" dt="2026-03-29T14:49:13.725" v="19"/>
          <ac:spMkLst>
            <pc:docMk/>
            <pc:sldMk cId="3763757625" sldId="260"/>
            <ac:spMk id="12" creationId="{BC4C4868-CB8F-4AF9-9CDB-8108F2C19B67}"/>
          </ac:spMkLst>
        </pc:spChg>
        <pc:spChg chg="add del">
          <ac:chgData name="Temirlan Zhaxalykov" userId="S::t.zhaxalykov@kbtu.kz::037320a9-8ef1-4acb-bb74-1ab60141db9d" providerId="AD" clId="Web-{FBF90042-1DA0-CEC9-F0AC-EF39CE750C2E}" dt="2026-03-29T14:49:13.725" v="19"/>
          <ac:spMkLst>
            <pc:docMk/>
            <pc:sldMk cId="3763757625" sldId="260"/>
            <ac:spMk id="14" creationId="{375E0459-6403-40CD-989D-56A4407CA12E}"/>
          </ac:spMkLst>
        </pc:spChg>
        <pc:spChg chg="add del">
          <ac:chgData name="Temirlan Zhaxalykov" userId="S::t.zhaxalykov@kbtu.kz::037320a9-8ef1-4acb-bb74-1ab60141db9d" providerId="AD" clId="Web-{FBF90042-1DA0-CEC9-F0AC-EF39CE750C2E}" dt="2026-03-29T14:49:13.725" v="19"/>
          <ac:spMkLst>
            <pc:docMk/>
            <pc:sldMk cId="3763757625" sldId="260"/>
            <ac:spMk id="16" creationId="{53E5B1A8-3AC9-4BD1-9BBC-78CA94F2D1BA}"/>
          </ac:spMkLst>
        </pc:spChg>
        <pc:spChg chg="add">
          <ac:chgData name="Temirlan Zhaxalykov" userId="S::t.zhaxalykov@kbtu.kz::037320a9-8ef1-4acb-bb74-1ab60141db9d" providerId="AD" clId="Web-{FBF90042-1DA0-CEC9-F0AC-EF39CE750C2E}" dt="2026-03-29T14:49:13.741" v="20"/>
          <ac:spMkLst>
            <pc:docMk/>
            <pc:sldMk cId="3763757625" sldId="260"/>
            <ac:spMk id="18" creationId="{A09989E4-EFDC-4A90-A633-E0525FB4139E}"/>
          </ac:spMkLst>
        </pc:spChg>
        <pc:spChg chg="add">
          <ac:chgData name="Temirlan Zhaxalykov" userId="S::t.zhaxalykov@kbtu.kz::037320a9-8ef1-4acb-bb74-1ab60141db9d" providerId="AD" clId="Web-{FBF90042-1DA0-CEC9-F0AC-EF39CE750C2E}" dt="2026-03-29T14:49:13.741" v="20"/>
          <ac:spMkLst>
            <pc:docMk/>
            <pc:sldMk cId="3763757625" sldId="260"/>
            <ac:spMk id="19" creationId="{DEE2AD96-B495-4E06-9291-B71706F728CB}"/>
          </ac:spMkLst>
        </pc:spChg>
        <pc:spChg chg="add">
          <ac:chgData name="Temirlan Zhaxalykov" userId="S::t.zhaxalykov@kbtu.kz::037320a9-8ef1-4acb-bb74-1ab60141db9d" providerId="AD" clId="Web-{FBF90042-1DA0-CEC9-F0AC-EF39CE750C2E}" dt="2026-03-29T14:49:13.741" v="20"/>
          <ac:spMkLst>
            <pc:docMk/>
            <pc:sldMk cId="3763757625" sldId="260"/>
            <ac:spMk id="20" creationId="{53CF6D67-C5A8-4ADD-9E8E-1E38CA1D3166}"/>
          </ac:spMkLst>
        </pc:spChg>
        <pc:spChg chg="add">
          <ac:chgData name="Temirlan Zhaxalykov" userId="S::t.zhaxalykov@kbtu.kz::037320a9-8ef1-4acb-bb74-1ab60141db9d" providerId="AD" clId="Web-{FBF90042-1DA0-CEC9-F0AC-EF39CE750C2E}" dt="2026-03-29T14:49:13.741" v="20"/>
          <ac:spMkLst>
            <pc:docMk/>
            <pc:sldMk cId="3763757625" sldId="260"/>
            <ac:spMk id="21" creationId="{86909FA0-B515-4681-B7A8-FA281D133B94}"/>
          </ac:spMkLst>
        </pc:spChg>
        <pc:spChg chg="add">
          <ac:chgData name="Temirlan Zhaxalykov" userId="S::t.zhaxalykov@kbtu.kz::037320a9-8ef1-4acb-bb74-1ab60141db9d" providerId="AD" clId="Web-{FBF90042-1DA0-CEC9-F0AC-EF39CE750C2E}" dt="2026-03-29T14:49:13.741" v="20"/>
          <ac:spMkLst>
            <pc:docMk/>
            <pc:sldMk cId="3763757625" sldId="260"/>
            <ac:spMk id="22" creationId="{21C9FE86-FCC3-4A31-AA1C-C882262B7FE7}"/>
          </ac:spMkLst>
        </pc:spChg>
        <pc:spChg chg="add">
          <ac:chgData name="Temirlan Zhaxalykov" userId="S::t.zhaxalykov@kbtu.kz::037320a9-8ef1-4acb-bb74-1ab60141db9d" providerId="AD" clId="Web-{FBF90042-1DA0-CEC9-F0AC-EF39CE750C2E}" dt="2026-03-29T14:49:13.741" v="20"/>
          <ac:spMkLst>
            <pc:docMk/>
            <pc:sldMk cId="3763757625" sldId="260"/>
            <ac:spMk id="23" creationId="{7D96243B-ECED-4B71-8E06-AE9A285EAD20}"/>
          </ac:spMkLst>
        </pc:spChg>
      </pc:sldChg>
      <pc:sldChg chg="addSp modSp add">
        <pc:chgData name="Temirlan Zhaxalykov" userId="S::t.zhaxalykov@kbtu.kz::037320a9-8ef1-4acb-bb74-1ab60141db9d" providerId="AD" clId="Web-{FBF90042-1DA0-CEC9-F0AC-EF39CE750C2E}" dt="2026-03-29T14:51:41.183" v="49" actId="20577"/>
        <pc:sldMkLst>
          <pc:docMk/>
          <pc:sldMk cId="1999659262" sldId="262"/>
        </pc:sldMkLst>
        <pc:spChg chg="mod">
          <ac:chgData name="Temirlan Zhaxalykov" userId="S::t.zhaxalykov@kbtu.kz::037320a9-8ef1-4acb-bb74-1ab60141db9d" providerId="AD" clId="Web-{FBF90042-1DA0-CEC9-F0AC-EF39CE750C2E}" dt="2026-03-29T14:51:41.183" v="49" actId="20577"/>
          <ac:spMkLst>
            <pc:docMk/>
            <pc:sldMk cId="1999659262" sldId="262"/>
            <ac:spMk id="2" creationId="{560D4B20-2DFD-B0E7-9F86-9876D6709726}"/>
          </ac:spMkLst>
        </pc:spChg>
        <pc:spChg chg="mod">
          <ac:chgData name="Temirlan Zhaxalykov" userId="S::t.zhaxalykov@kbtu.kz::037320a9-8ef1-4acb-bb74-1ab60141db9d" providerId="AD" clId="Web-{FBF90042-1DA0-CEC9-F0AC-EF39CE750C2E}" dt="2026-03-29T14:51:20.245" v="42" actId="20577"/>
          <ac:spMkLst>
            <pc:docMk/>
            <pc:sldMk cId="1999659262" sldId="262"/>
            <ac:spMk id="3" creationId="{DE700BF9-6D5B-818F-934F-E3480D2B52ED}"/>
          </ac:spMkLst>
        </pc:spChg>
        <pc:spChg chg="add">
          <ac:chgData name="Temirlan Zhaxalykov" userId="S::t.zhaxalykov@kbtu.kz::037320a9-8ef1-4acb-bb74-1ab60141db9d" providerId="AD" clId="Web-{FBF90042-1DA0-CEC9-F0AC-EF39CE750C2E}" dt="2026-03-29T14:50:36.931" v="33"/>
          <ac:spMkLst>
            <pc:docMk/>
            <pc:sldMk cId="1999659262" sldId="262"/>
            <ac:spMk id="8" creationId="{DEE2AD96-B495-4E06-9291-B71706F728CB}"/>
          </ac:spMkLst>
        </pc:spChg>
        <pc:spChg chg="add">
          <ac:chgData name="Temirlan Zhaxalykov" userId="S::t.zhaxalykov@kbtu.kz::037320a9-8ef1-4acb-bb74-1ab60141db9d" providerId="AD" clId="Web-{FBF90042-1DA0-CEC9-F0AC-EF39CE750C2E}" dt="2026-03-29T14:50:36.931" v="33"/>
          <ac:spMkLst>
            <pc:docMk/>
            <pc:sldMk cId="1999659262" sldId="262"/>
            <ac:spMk id="10" creationId="{53CF6D67-C5A8-4ADD-9E8E-1E38CA1D3166}"/>
          </ac:spMkLst>
        </pc:spChg>
        <pc:spChg chg="add">
          <ac:chgData name="Temirlan Zhaxalykov" userId="S::t.zhaxalykov@kbtu.kz::037320a9-8ef1-4acb-bb74-1ab60141db9d" providerId="AD" clId="Web-{FBF90042-1DA0-CEC9-F0AC-EF39CE750C2E}" dt="2026-03-29T14:50:36.931" v="33"/>
          <ac:spMkLst>
            <pc:docMk/>
            <pc:sldMk cId="1999659262" sldId="262"/>
            <ac:spMk id="12" creationId="{86909FA0-B515-4681-B7A8-FA281D133B94}"/>
          </ac:spMkLst>
        </pc:spChg>
        <pc:spChg chg="add">
          <ac:chgData name="Temirlan Zhaxalykov" userId="S::t.zhaxalykov@kbtu.kz::037320a9-8ef1-4acb-bb74-1ab60141db9d" providerId="AD" clId="Web-{FBF90042-1DA0-CEC9-F0AC-EF39CE750C2E}" dt="2026-03-29T14:50:36.931" v="33"/>
          <ac:spMkLst>
            <pc:docMk/>
            <pc:sldMk cId="1999659262" sldId="262"/>
            <ac:spMk id="14" creationId="{21C9FE86-FCC3-4A31-AA1C-C882262B7FE7}"/>
          </ac:spMkLst>
        </pc:spChg>
        <pc:spChg chg="add">
          <ac:chgData name="Temirlan Zhaxalykov" userId="S::t.zhaxalykov@kbtu.kz::037320a9-8ef1-4acb-bb74-1ab60141db9d" providerId="AD" clId="Web-{FBF90042-1DA0-CEC9-F0AC-EF39CE750C2E}" dt="2026-03-29T14:50:36.931" v="33"/>
          <ac:spMkLst>
            <pc:docMk/>
            <pc:sldMk cId="1999659262" sldId="262"/>
            <ac:spMk id="16" creationId="{7D96243B-ECED-4B71-8E06-AE9A285EAD20}"/>
          </ac:spMkLst>
        </pc:spChg>
        <pc:spChg chg="add">
          <ac:chgData name="Temirlan Zhaxalykov" userId="S::t.zhaxalykov@kbtu.kz::037320a9-8ef1-4acb-bb74-1ab60141db9d" providerId="AD" clId="Web-{FBF90042-1DA0-CEC9-F0AC-EF39CE750C2E}" dt="2026-03-29T14:50:36.931" v="33"/>
          <ac:spMkLst>
            <pc:docMk/>
            <pc:sldMk cId="1999659262" sldId="262"/>
            <ac:spMk id="18" creationId="{A09989E4-EFDC-4A90-A633-E0525FB4139E}"/>
          </ac:spMkLst>
        </pc:spChg>
      </pc:sldChg>
      <pc:sldChg chg="new del">
        <pc:chgData name="Temirlan Zhaxalykov" userId="S::t.zhaxalykov@kbtu.kz::037320a9-8ef1-4acb-bb74-1ab60141db9d" providerId="AD" clId="Web-{FBF90042-1DA0-CEC9-F0AC-EF39CE750C2E}" dt="2026-03-29T14:51:56.855" v="52"/>
        <pc:sldMkLst>
          <pc:docMk/>
          <pc:sldMk cId="2707248949" sldId="263"/>
        </pc:sldMkLst>
      </pc:sldChg>
      <pc:sldChg chg="add del">
        <pc:chgData name="Temirlan Zhaxalykov" userId="S::t.zhaxalykov@kbtu.kz::037320a9-8ef1-4acb-bb74-1ab60141db9d" providerId="AD" clId="Web-{FBF90042-1DA0-CEC9-F0AC-EF39CE750C2E}" dt="2026-03-29T14:53:32.014" v="59"/>
        <pc:sldMkLst>
          <pc:docMk/>
          <pc:sldMk cId="3122845396" sldId="263"/>
        </pc:sldMkLst>
      </pc:sldChg>
      <pc:sldChg chg="addSp delSp modSp add ord">
        <pc:chgData name="Temirlan Zhaxalykov" userId="S::t.zhaxalykov@kbtu.kz::037320a9-8ef1-4acb-bb74-1ab60141db9d" providerId="AD" clId="Web-{FBF90042-1DA0-CEC9-F0AC-EF39CE750C2E}" dt="2026-03-29T14:53:57.343" v="65" actId="20577"/>
        <pc:sldMkLst>
          <pc:docMk/>
          <pc:sldMk cId="1602027012" sldId="264"/>
        </pc:sldMkLst>
        <pc:spChg chg="mod">
          <ac:chgData name="Temirlan Zhaxalykov" userId="S::t.zhaxalykov@kbtu.kz::037320a9-8ef1-4acb-bb74-1ab60141db9d" providerId="AD" clId="Web-{FBF90042-1DA0-CEC9-F0AC-EF39CE750C2E}" dt="2026-03-29T14:53:57.343" v="65" actId="20577"/>
          <ac:spMkLst>
            <pc:docMk/>
            <pc:sldMk cId="1602027012" sldId="264"/>
            <ac:spMk id="2" creationId="{F96923E1-3A3A-0022-B31C-130745963D4A}"/>
          </ac:spMkLst>
        </pc:spChg>
        <pc:spChg chg="mod">
          <ac:chgData name="Temirlan Zhaxalykov" userId="S::t.zhaxalykov@kbtu.kz::037320a9-8ef1-4acb-bb74-1ab60141db9d" providerId="AD" clId="Web-{FBF90042-1DA0-CEC9-F0AC-EF39CE750C2E}" dt="2026-03-29T14:53:54.671" v="64"/>
          <ac:spMkLst>
            <pc:docMk/>
            <pc:sldMk cId="1602027012" sldId="264"/>
            <ac:spMk id="3" creationId="{B724AF40-426F-AD83-B0E3-45D7A2E436C9}"/>
          </ac:spMkLst>
        </pc:spChg>
        <pc:spChg chg="add del">
          <ac:chgData name="Temirlan Zhaxalykov" userId="S::t.zhaxalykov@kbtu.kz::037320a9-8ef1-4acb-bb74-1ab60141db9d" providerId="AD" clId="Web-{FBF90042-1DA0-CEC9-F0AC-EF39CE750C2E}" dt="2026-03-29T14:53:50.843" v="62"/>
          <ac:spMkLst>
            <pc:docMk/>
            <pc:sldMk cId="1602027012" sldId="264"/>
            <ac:spMk id="8" creationId="{1B15ED52-F352-441B-82BF-E0EA34836D08}"/>
          </ac:spMkLst>
        </pc:spChg>
        <pc:spChg chg="add del">
          <ac:chgData name="Temirlan Zhaxalykov" userId="S::t.zhaxalykov@kbtu.kz::037320a9-8ef1-4acb-bb74-1ab60141db9d" providerId="AD" clId="Web-{FBF90042-1DA0-CEC9-F0AC-EF39CE750C2E}" dt="2026-03-29T14:53:50.843" v="62"/>
          <ac:spMkLst>
            <pc:docMk/>
            <pc:sldMk cId="1602027012" sldId="264"/>
            <ac:spMk id="10" creationId="{3B2E3793-BFE6-45A2-9B7B-E18844431C99}"/>
          </ac:spMkLst>
        </pc:spChg>
        <pc:spChg chg="add del">
          <ac:chgData name="Temirlan Zhaxalykov" userId="S::t.zhaxalykov@kbtu.kz::037320a9-8ef1-4acb-bb74-1ab60141db9d" providerId="AD" clId="Web-{FBF90042-1DA0-CEC9-F0AC-EF39CE750C2E}" dt="2026-03-29T14:53:50.843" v="62"/>
          <ac:spMkLst>
            <pc:docMk/>
            <pc:sldMk cId="1602027012" sldId="264"/>
            <ac:spMk id="12" creationId="{BC4C4868-CB8F-4AF9-9CDB-8108F2C19B67}"/>
          </ac:spMkLst>
        </pc:spChg>
        <pc:spChg chg="add del">
          <ac:chgData name="Temirlan Zhaxalykov" userId="S::t.zhaxalykov@kbtu.kz::037320a9-8ef1-4acb-bb74-1ab60141db9d" providerId="AD" clId="Web-{FBF90042-1DA0-CEC9-F0AC-EF39CE750C2E}" dt="2026-03-29T14:53:50.843" v="62"/>
          <ac:spMkLst>
            <pc:docMk/>
            <pc:sldMk cId="1602027012" sldId="264"/>
            <ac:spMk id="14" creationId="{375E0459-6403-40CD-989D-56A4407CA12E}"/>
          </ac:spMkLst>
        </pc:spChg>
        <pc:spChg chg="add del">
          <ac:chgData name="Temirlan Zhaxalykov" userId="S::t.zhaxalykov@kbtu.kz::037320a9-8ef1-4acb-bb74-1ab60141db9d" providerId="AD" clId="Web-{FBF90042-1DA0-CEC9-F0AC-EF39CE750C2E}" dt="2026-03-29T14:53:50.843" v="62"/>
          <ac:spMkLst>
            <pc:docMk/>
            <pc:sldMk cId="1602027012" sldId="264"/>
            <ac:spMk id="16" creationId="{53E5B1A8-3AC9-4BD1-9BBC-78CA94F2D1BA}"/>
          </ac:spMkLst>
        </pc:spChg>
        <pc:spChg chg="add">
          <ac:chgData name="Temirlan Zhaxalykov" userId="S::t.zhaxalykov@kbtu.kz::037320a9-8ef1-4acb-bb74-1ab60141db9d" providerId="AD" clId="Web-{FBF90042-1DA0-CEC9-F0AC-EF39CE750C2E}" dt="2026-03-29T14:53:50.843" v="62"/>
          <ac:spMkLst>
            <pc:docMk/>
            <pc:sldMk cId="1602027012" sldId="264"/>
            <ac:spMk id="21" creationId="{1B15ED52-F352-441B-82BF-E0EA34836D08}"/>
          </ac:spMkLst>
        </pc:spChg>
        <pc:spChg chg="add">
          <ac:chgData name="Temirlan Zhaxalykov" userId="S::t.zhaxalykov@kbtu.kz::037320a9-8ef1-4acb-bb74-1ab60141db9d" providerId="AD" clId="Web-{FBF90042-1DA0-CEC9-F0AC-EF39CE750C2E}" dt="2026-03-29T14:53:50.843" v="62"/>
          <ac:spMkLst>
            <pc:docMk/>
            <pc:sldMk cId="1602027012" sldId="264"/>
            <ac:spMk id="23" creationId="{3B2E3793-BFE6-45A2-9B7B-E18844431C99}"/>
          </ac:spMkLst>
        </pc:spChg>
        <pc:spChg chg="add">
          <ac:chgData name="Temirlan Zhaxalykov" userId="S::t.zhaxalykov@kbtu.kz::037320a9-8ef1-4acb-bb74-1ab60141db9d" providerId="AD" clId="Web-{FBF90042-1DA0-CEC9-F0AC-EF39CE750C2E}" dt="2026-03-29T14:53:50.843" v="62"/>
          <ac:spMkLst>
            <pc:docMk/>
            <pc:sldMk cId="1602027012" sldId="264"/>
            <ac:spMk id="25" creationId="{BC4C4868-CB8F-4AF9-9CDB-8108F2C19B67}"/>
          </ac:spMkLst>
        </pc:spChg>
        <pc:spChg chg="add">
          <ac:chgData name="Temirlan Zhaxalykov" userId="S::t.zhaxalykov@kbtu.kz::037320a9-8ef1-4acb-bb74-1ab60141db9d" providerId="AD" clId="Web-{FBF90042-1DA0-CEC9-F0AC-EF39CE750C2E}" dt="2026-03-29T14:53:50.843" v="62"/>
          <ac:spMkLst>
            <pc:docMk/>
            <pc:sldMk cId="1602027012" sldId="264"/>
            <ac:spMk id="27" creationId="{375E0459-6403-40CD-989D-56A4407CA12E}"/>
          </ac:spMkLst>
        </pc:spChg>
      </pc:sldChg>
      <pc:sldChg chg="addSp modSp add del">
        <pc:chgData name="Temirlan Zhaxalykov" userId="S::t.zhaxalykov@kbtu.kz::037320a9-8ef1-4acb-bb74-1ab60141db9d" providerId="AD" clId="Web-{FBF90042-1DA0-CEC9-F0AC-EF39CE750C2E}" dt="2026-03-29T14:52:22.606" v="54"/>
        <pc:sldMkLst>
          <pc:docMk/>
          <pc:sldMk cId="3122845396" sldId="264"/>
        </pc:sldMkLst>
        <pc:spChg chg="mod">
          <ac:chgData name="Temirlan Zhaxalykov" userId="S::t.zhaxalykov@kbtu.kz::037320a9-8ef1-4acb-bb74-1ab60141db9d" providerId="AD" clId="Web-{FBF90042-1DA0-CEC9-F0AC-EF39CE750C2E}" dt="2026-03-29T14:52:02.387" v="53"/>
          <ac:spMkLst>
            <pc:docMk/>
            <pc:sldMk cId="3122845396" sldId="264"/>
            <ac:spMk id="2" creationId="{FE933838-7F00-4C87-F23B-2CE634D4A92D}"/>
          </ac:spMkLst>
        </pc:spChg>
        <pc:spChg chg="mod">
          <ac:chgData name="Temirlan Zhaxalykov" userId="S::t.zhaxalykov@kbtu.kz::037320a9-8ef1-4acb-bb74-1ab60141db9d" providerId="AD" clId="Web-{FBF90042-1DA0-CEC9-F0AC-EF39CE750C2E}" dt="2026-03-29T14:52:02.387" v="53"/>
          <ac:spMkLst>
            <pc:docMk/>
            <pc:sldMk cId="3122845396" sldId="264"/>
            <ac:spMk id="3" creationId="{19DA47F3-1BC0-830F-6CDE-A60CD6D0BD45}"/>
          </ac:spMkLst>
        </pc:spChg>
        <pc:spChg chg="add">
          <ac:chgData name="Temirlan Zhaxalykov" userId="S::t.zhaxalykov@kbtu.kz::037320a9-8ef1-4acb-bb74-1ab60141db9d" providerId="AD" clId="Web-{FBF90042-1DA0-CEC9-F0AC-EF39CE750C2E}" dt="2026-03-29T14:52:02.387" v="53"/>
          <ac:spMkLst>
            <pc:docMk/>
            <pc:sldMk cId="3122845396" sldId="264"/>
            <ac:spMk id="8" creationId="{DEE2AD96-B495-4E06-9291-B71706F728CB}"/>
          </ac:spMkLst>
        </pc:spChg>
        <pc:spChg chg="add">
          <ac:chgData name="Temirlan Zhaxalykov" userId="S::t.zhaxalykov@kbtu.kz::037320a9-8ef1-4acb-bb74-1ab60141db9d" providerId="AD" clId="Web-{FBF90042-1DA0-CEC9-F0AC-EF39CE750C2E}" dt="2026-03-29T14:52:02.387" v="53"/>
          <ac:spMkLst>
            <pc:docMk/>
            <pc:sldMk cId="3122845396" sldId="264"/>
            <ac:spMk id="10" creationId="{53CF6D67-C5A8-4ADD-9E8E-1E38CA1D3166}"/>
          </ac:spMkLst>
        </pc:spChg>
        <pc:spChg chg="add">
          <ac:chgData name="Temirlan Zhaxalykov" userId="S::t.zhaxalykov@kbtu.kz::037320a9-8ef1-4acb-bb74-1ab60141db9d" providerId="AD" clId="Web-{FBF90042-1DA0-CEC9-F0AC-EF39CE750C2E}" dt="2026-03-29T14:52:02.387" v="53"/>
          <ac:spMkLst>
            <pc:docMk/>
            <pc:sldMk cId="3122845396" sldId="264"/>
            <ac:spMk id="12" creationId="{86909FA0-B515-4681-B7A8-FA281D133B94}"/>
          </ac:spMkLst>
        </pc:spChg>
        <pc:spChg chg="add">
          <ac:chgData name="Temirlan Zhaxalykov" userId="S::t.zhaxalykov@kbtu.kz::037320a9-8ef1-4acb-bb74-1ab60141db9d" providerId="AD" clId="Web-{FBF90042-1DA0-CEC9-F0AC-EF39CE750C2E}" dt="2026-03-29T14:52:02.387" v="53"/>
          <ac:spMkLst>
            <pc:docMk/>
            <pc:sldMk cId="3122845396" sldId="264"/>
            <ac:spMk id="14" creationId="{21C9FE86-FCC3-4A31-AA1C-C882262B7FE7}"/>
          </ac:spMkLst>
        </pc:spChg>
        <pc:spChg chg="add">
          <ac:chgData name="Temirlan Zhaxalykov" userId="S::t.zhaxalykov@kbtu.kz::037320a9-8ef1-4acb-bb74-1ab60141db9d" providerId="AD" clId="Web-{FBF90042-1DA0-CEC9-F0AC-EF39CE750C2E}" dt="2026-03-29T14:52:02.387" v="53"/>
          <ac:spMkLst>
            <pc:docMk/>
            <pc:sldMk cId="3122845396" sldId="264"/>
            <ac:spMk id="16" creationId="{7D96243B-ECED-4B71-8E06-AE9A285EAD20}"/>
          </ac:spMkLst>
        </pc:spChg>
        <pc:spChg chg="add">
          <ac:chgData name="Temirlan Zhaxalykov" userId="S::t.zhaxalykov@kbtu.kz::037320a9-8ef1-4acb-bb74-1ab60141db9d" providerId="AD" clId="Web-{FBF90042-1DA0-CEC9-F0AC-EF39CE750C2E}" dt="2026-03-29T14:52:02.387" v="53"/>
          <ac:spMkLst>
            <pc:docMk/>
            <pc:sldMk cId="3122845396" sldId="264"/>
            <ac:spMk id="18" creationId="{A09989E4-EFDC-4A90-A633-E0525FB4139E}"/>
          </ac:spMkLst>
        </pc:spChg>
      </pc:sldChg>
      <pc:sldChg chg="addSp modSp new mod setBg">
        <pc:chgData name="Temirlan Zhaxalykov" userId="S::t.zhaxalykov@kbtu.kz::037320a9-8ef1-4acb-bb74-1ab60141db9d" providerId="AD" clId="Web-{FBF90042-1DA0-CEC9-F0AC-EF39CE750C2E}" dt="2026-03-29T16:38:29.240" v="657" actId="20577"/>
        <pc:sldMkLst>
          <pc:docMk/>
          <pc:sldMk cId="1111513697" sldId="265"/>
        </pc:sldMkLst>
        <pc:spChg chg="mod">
          <ac:chgData name="Temirlan Zhaxalykov" userId="S::t.zhaxalykov@kbtu.kz::037320a9-8ef1-4acb-bb74-1ab60141db9d" providerId="AD" clId="Web-{FBF90042-1DA0-CEC9-F0AC-EF39CE750C2E}" dt="2026-03-29T14:54:25.439" v="74" actId="20577"/>
          <ac:spMkLst>
            <pc:docMk/>
            <pc:sldMk cId="1111513697" sldId="265"/>
            <ac:spMk id="2" creationId="{38952442-B8C4-56C0-2215-FE660D7EB10A}"/>
          </ac:spMkLst>
        </pc:spChg>
        <pc:spChg chg="mod">
          <ac:chgData name="Temirlan Zhaxalykov" userId="S::t.zhaxalykov@kbtu.kz::037320a9-8ef1-4acb-bb74-1ab60141db9d" providerId="AD" clId="Web-{FBF90042-1DA0-CEC9-F0AC-EF39CE750C2E}" dt="2026-03-29T16:38:29.240" v="657" actId="20577"/>
          <ac:spMkLst>
            <pc:docMk/>
            <pc:sldMk cId="1111513697" sldId="265"/>
            <ac:spMk id="3" creationId="{DD37B173-6465-1D89-E14D-DA4EB22AC2B4}"/>
          </ac:spMkLst>
        </pc:spChg>
        <pc:spChg chg="add">
          <ac:chgData name="Temirlan Zhaxalykov" userId="S::t.zhaxalykov@kbtu.kz::037320a9-8ef1-4acb-bb74-1ab60141db9d" providerId="AD" clId="Web-{FBF90042-1DA0-CEC9-F0AC-EF39CE750C2E}" dt="2026-03-29T14:54:18.687" v="70"/>
          <ac:spMkLst>
            <pc:docMk/>
            <pc:sldMk cId="1111513697" sldId="265"/>
            <ac:spMk id="8" creationId="{1B15ED52-F352-441B-82BF-E0EA34836D08}"/>
          </ac:spMkLst>
        </pc:spChg>
        <pc:spChg chg="add">
          <ac:chgData name="Temirlan Zhaxalykov" userId="S::t.zhaxalykov@kbtu.kz::037320a9-8ef1-4acb-bb74-1ab60141db9d" providerId="AD" clId="Web-{FBF90042-1DA0-CEC9-F0AC-EF39CE750C2E}" dt="2026-03-29T14:54:18.687" v="70"/>
          <ac:spMkLst>
            <pc:docMk/>
            <pc:sldMk cId="1111513697" sldId="265"/>
            <ac:spMk id="10" creationId="{3B2E3793-BFE6-45A2-9B7B-E18844431C99}"/>
          </ac:spMkLst>
        </pc:spChg>
        <pc:spChg chg="add">
          <ac:chgData name="Temirlan Zhaxalykov" userId="S::t.zhaxalykov@kbtu.kz::037320a9-8ef1-4acb-bb74-1ab60141db9d" providerId="AD" clId="Web-{FBF90042-1DA0-CEC9-F0AC-EF39CE750C2E}" dt="2026-03-29T14:54:18.687" v="70"/>
          <ac:spMkLst>
            <pc:docMk/>
            <pc:sldMk cId="1111513697" sldId="265"/>
            <ac:spMk id="12" creationId="{BC4C4868-CB8F-4AF9-9CDB-8108F2C19B67}"/>
          </ac:spMkLst>
        </pc:spChg>
        <pc:spChg chg="add">
          <ac:chgData name="Temirlan Zhaxalykov" userId="S::t.zhaxalykov@kbtu.kz::037320a9-8ef1-4acb-bb74-1ab60141db9d" providerId="AD" clId="Web-{FBF90042-1DA0-CEC9-F0AC-EF39CE750C2E}" dt="2026-03-29T14:54:18.687" v="70"/>
          <ac:spMkLst>
            <pc:docMk/>
            <pc:sldMk cId="1111513697" sldId="265"/>
            <ac:spMk id="14" creationId="{375E0459-6403-40CD-989D-56A4407CA12E}"/>
          </ac:spMkLst>
        </pc:spChg>
        <pc:spChg chg="add">
          <ac:chgData name="Temirlan Zhaxalykov" userId="S::t.zhaxalykov@kbtu.kz::037320a9-8ef1-4acb-bb74-1ab60141db9d" providerId="AD" clId="Web-{FBF90042-1DA0-CEC9-F0AC-EF39CE750C2E}" dt="2026-03-29T14:54:18.687" v="70"/>
          <ac:spMkLst>
            <pc:docMk/>
            <pc:sldMk cId="1111513697" sldId="265"/>
            <ac:spMk id="16" creationId="{53E5B1A8-3AC9-4BD1-9BBC-78CA94F2D1BA}"/>
          </ac:spMkLst>
        </pc:spChg>
      </pc:sldChg>
      <pc:sldChg chg="addSp delSp modSp new mod setBg">
        <pc:chgData name="Temirlan Zhaxalykov" userId="S::t.zhaxalykov@kbtu.kz::037320a9-8ef1-4acb-bb74-1ab60141db9d" providerId="AD" clId="Web-{FBF90042-1DA0-CEC9-F0AC-EF39CE750C2E}" dt="2026-03-29T14:56:24.062" v="92" actId="20577"/>
        <pc:sldMkLst>
          <pc:docMk/>
          <pc:sldMk cId="1831547555" sldId="266"/>
        </pc:sldMkLst>
        <pc:spChg chg="mod">
          <ac:chgData name="Temirlan Zhaxalykov" userId="S::t.zhaxalykov@kbtu.kz::037320a9-8ef1-4acb-bb74-1ab60141db9d" providerId="AD" clId="Web-{FBF90042-1DA0-CEC9-F0AC-EF39CE750C2E}" dt="2026-03-29T14:55:23.748" v="80"/>
          <ac:spMkLst>
            <pc:docMk/>
            <pc:sldMk cId="1831547555" sldId="266"/>
            <ac:spMk id="2" creationId="{AF843E0E-A57E-5093-E043-5D7D480198A8}"/>
          </ac:spMkLst>
        </pc:spChg>
        <pc:spChg chg="del">
          <ac:chgData name="Temirlan Zhaxalykov" userId="S::t.zhaxalykov@kbtu.kz::037320a9-8ef1-4acb-bb74-1ab60141db9d" providerId="AD" clId="Web-{FBF90042-1DA0-CEC9-F0AC-EF39CE750C2E}" dt="2026-03-29T14:55:14.591" v="77"/>
          <ac:spMkLst>
            <pc:docMk/>
            <pc:sldMk cId="1831547555" sldId="266"/>
            <ac:spMk id="3" creationId="{FA32287C-2285-C7FC-E349-E6E9BC95F811}"/>
          </ac:spMkLst>
        </pc:spChg>
        <pc:spChg chg="add mod">
          <ac:chgData name="Temirlan Zhaxalykov" userId="S::t.zhaxalykov@kbtu.kz::037320a9-8ef1-4acb-bb74-1ab60141db9d" providerId="AD" clId="Web-{FBF90042-1DA0-CEC9-F0AC-EF39CE750C2E}" dt="2026-03-29T14:56:24.062" v="92" actId="20577"/>
          <ac:spMkLst>
            <pc:docMk/>
            <pc:sldMk cId="1831547555" sldId="266"/>
            <ac:spMk id="6" creationId="{87D5C856-2936-B195-E04E-91A95E82E22F}"/>
          </ac:spMkLst>
        </pc:spChg>
        <pc:spChg chg="add">
          <ac:chgData name="Temirlan Zhaxalykov" userId="S::t.zhaxalykov@kbtu.kz::037320a9-8ef1-4acb-bb74-1ab60141db9d" providerId="AD" clId="Web-{FBF90042-1DA0-CEC9-F0AC-EF39CE750C2E}" dt="2026-03-29T14:55:18.201" v="78"/>
          <ac:spMkLst>
            <pc:docMk/>
            <pc:sldMk cId="1831547555" sldId="266"/>
            <ac:spMk id="10" creationId="{BACC6370-2D7E-4714-9D71-7542949D7D5D}"/>
          </ac:spMkLst>
        </pc:spChg>
        <pc:spChg chg="add">
          <ac:chgData name="Temirlan Zhaxalykov" userId="S::t.zhaxalykov@kbtu.kz::037320a9-8ef1-4acb-bb74-1ab60141db9d" providerId="AD" clId="Web-{FBF90042-1DA0-CEC9-F0AC-EF39CE750C2E}" dt="2026-03-29T14:55:18.201" v="78"/>
          <ac:spMkLst>
            <pc:docMk/>
            <pc:sldMk cId="1831547555" sldId="266"/>
            <ac:spMk id="12" creationId="{F68B3F68-107C-434F-AA38-110D5EA91B85}"/>
          </ac:spMkLst>
        </pc:spChg>
        <pc:spChg chg="add">
          <ac:chgData name="Temirlan Zhaxalykov" userId="S::t.zhaxalykov@kbtu.kz::037320a9-8ef1-4acb-bb74-1ab60141db9d" providerId="AD" clId="Web-{FBF90042-1DA0-CEC9-F0AC-EF39CE750C2E}" dt="2026-03-29T14:55:18.201" v="78"/>
          <ac:spMkLst>
            <pc:docMk/>
            <pc:sldMk cId="1831547555" sldId="266"/>
            <ac:spMk id="14" creationId="{AAD0DBB9-1A4B-4391-81D4-CB19F9AB918A}"/>
          </ac:spMkLst>
        </pc:spChg>
        <pc:spChg chg="add">
          <ac:chgData name="Temirlan Zhaxalykov" userId="S::t.zhaxalykov@kbtu.kz::037320a9-8ef1-4acb-bb74-1ab60141db9d" providerId="AD" clId="Web-{FBF90042-1DA0-CEC9-F0AC-EF39CE750C2E}" dt="2026-03-29T14:55:18.201" v="78"/>
          <ac:spMkLst>
            <pc:docMk/>
            <pc:sldMk cId="1831547555" sldId="266"/>
            <ac:spMk id="16" creationId="{063BBA22-50EA-4C4D-BE05-F1CE4E63AA56}"/>
          </ac:spMkLst>
        </pc:spChg>
        <pc:graphicFrameChg chg="add mod ord modGraphic">
          <ac:chgData name="Temirlan Zhaxalykov" userId="S::t.zhaxalykov@kbtu.kz::037320a9-8ef1-4acb-bb74-1ab60141db9d" providerId="AD" clId="Web-{FBF90042-1DA0-CEC9-F0AC-EF39CE750C2E}" dt="2026-03-29T14:56:13.968" v="90" actId="1076"/>
          <ac:graphicFrameMkLst>
            <pc:docMk/>
            <pc:sldMk cId="1831547555" sldId="266"/>
            <ac:graphicFrameMk id="5" creationId="{4D5EDAFD-073C-01F3-D81A-7F318EA6E0BF}"/>
          </ac:graphicFrameMkLst>
        </pc:graphicFrameChg>
      </pc:sldChg>
      <pc:sldChg chg="addSp modSp new mod setBg">
        <pc:chgData name="Temirlan Zhaxalykov" userId="S::t.zhaxalykov@kbtu.kz::037320a9-8ef1-4acb-bb74-1ab60141db9d" providerId="AD" clId="Web-{FBF90042-1DA0-CEC9-F0AC-EF39CE750C2E}" dt="2026-03-29T14:56:53.874" v="99"/>
        <pc:sldMkLst>
          <pc:docMk/>
          <pc:sldMk cId="2039736381" sldId="267"/>
        </pc:sldMkLst>
        <pc:spChg chg="mod">
          <ac:chgData name="Temirlan Zhaxalykov" userId="S::t.zhaxalykov@kbtu.kz::037320a9-8ef1-4acb-bb74-1ab60141db9d" providerId="AD" clId="Web-{FBF90042-1DA0-CEC9-F0AC-EF39CE750C2E}" dt="2026-03-29T14:56:53.843" v="98"/>
          <ac:spMkLst>
            <pc:docMk/>
            <pc:sldMk cId="2039736381" sldId="267"/>
            <ac:spMk id="2" creationId="{0F28BF11-F83E-9292-E503-66E03CCF453F}"/>
          </ac:spMkLst>
        </pc:spChg>
        <pc:spChg chg="mod">
          <ac:chgData name="Temirlan Zhaxalykov" userId="S::t.zhaxalykov@kbtu.kz::037320a9-8ef1-4acb-bb74-1ab60141db9d" providerId="AD" clId="Web-{FBF90042-1DA0-CEC9-F0AC-EF39CE750C2E}" dt="2026-03-29T14:56:53.874" v="99"/>
          <ac:spMkLst>
            <pc:docMk/>
            <pc:sldMk cId="2039736381" sldId="267"/>
            <ac:spMk id="3" creationId="{62AEB1BE-B20F-0ED9-ED91-96726FD834A4}"/>
          </ac:spMkLst>
        </pc:spChg>
        <pc:spChg chg="add">
          <ac:chgData name="Temirlan Zhaxalykov" userId="S::t.zhaxalykov@kbtu.kz::037320a9-8ef1-4acb-bb74-1ab60141db9d" providerId="AD" clId="Web-{FBF90042-1DA0-CEC9-F0AC-EF39CE750C2E}" dt="2026-03-29T14:56:47.437" v="96"/>
          <ac:spMkLst>
            <pc:docMk/>
            <pc:sldMk cId="2039736381" sldId="267"/>
            <ac:spMk id="8" creationId="{1B15ED52-F352-441B-82BF-E0EA34836D08}"/>
          </ac:spMkLst>
        </pc:spChg>
        <pc:spChg chg="add">
          <ac:chgData name="Temirlan Zhaxalykov" userId="S::t.zhaxalykov@kbtu.kz::037320a9-8ef1-4acb-bb74-1ab60141db9d" providerId="AD" clId="Web-{FBF90042-1DA0-CEC9-F0AC-EF39CE750C2E}" dt="2026-03-29T14:56:47.437" v="96"/>
          <ac:spMkLst>
            <pc:docMk/>
            <pc:sldMk cId="2039736381" sldId="267"/>
            <ac:spMk id="10" creationId="{3B2E3793-BFE6-45A2-9B7B-E18844431C99}"/>
          </ac:spMkLst>
        </pc:spChg>
        <pc:spChg chg="add">
          <ac:chgData name="Temirlan Zhaxalykov" userId="S::t.zhaxalykov@kbtu.kz::037320a9-8ef1-4acb-bb74-1ab60141db9d" providerId="AD" clId="Web-{FBF90042-1DA0-CEC9-F0AC-EF39CE750C2E}" dt="2026-03-29T14:56:47.437" v="96"/>
          <ac:spMkLst>
            <pc:docMk/>
            <pc:sldMk cId="2039736381" sldId="267"/>
            <ac:spMk id="12" creationId="{BC4C4868-CB8F-4AF9-9CDB-8108F2C19B67}"/>
          </ac:spMkLst>
        </pc:spChg>
        <pc:spChg chg="add">
          <ac:chgData name="Temirlan Zhaxalykov" userId="S::t.zhaxalykov@kbtu.kz::037320a9-8ef1-4acb-bb74-1ab60141db9d" providerId="AD" clId="Web-{FBF90042-1DA0-CEC9-F0AC-EF39CE750C2E}" dt="2026-03-29T14:56:47.437" v="96"/>
          <ac:spMkLst>
            <pc:docMk/>
            <pc:sldMk cId="2039736381" sldId="267"/>
            <ac:spMk id="14" creationId="{375E0459-6403-40CD-989D-56A4407CA12E}"/>
          </ac:spMkLst>
        </pc:spChg>
        <pc:spChg chg="add">
          <ac:chgData name="Temirlan Zhaxalykov" userId="S::t.zhaxalykov@kbtu.kz::037320a9-8ef1-4acb-bb74-1ab60141db9d" providerId="AD" clId="Web-{FBF90042-1DA0-CEC9-F0AC-EF39CE750C2E}" dt="2026-03-29T14:56:47.437" v="96"/>
          <ac:spMkLst>
            <pc:docMk/>
            <pc:sldMk cId="2039736381" sldId="267"/>
            <ac:spMk id="16" creationId="{53E5B1A8-3AC9-4BD1-9BBC-78CA94F2D1BA}"/>
          </ac:spMkLst>
        </pc:spChg>
      </pc:sldChg>
      <pc:sldChg chg="addSp modSp new mod setBg">
        <pc:chgData name="Temirlan Zhaxalykov" userId="S::t.zhaxalykov@kbtu.kz::037320a9-8ef1-4acb-bb74-1ab60141db9d" providerId="AD" clId="Web-{FBF90042-1DA0-CEC9-F0AC-EF39CE750C2E}" dt="2026-03-29T16:38:40.255" v="659" actId="20577"/>
        <pc:sldMkLst>
          <pc:docMk/>
          <pc:sldMk cId="2377667681" sldId="268"/>
        </pc:sldMkLst>
        <pc:spChg chg="mod">
          <ac:chgData name="Temirlan Zhaxalykov" userId="S::t.zhaxalykov@kbtu.kz::037320a9-8ef1-4acb-bb74-1ab60141db9d" providerId="AD" clId="Web-{FBF90042-1DA0-CEC9-F0AC-EF39CE750C2E}" dt="2026-03-29T14:57:28.843" v="106"/>
          <ac:spMkLst>
            <pc:docMk/>
            <pc:sldMk cId="2377667681" sldId="268"/>
            <ac:spMk id="2" creationId="{6FAFC8B1-F072-FB9D-7D04-52160FF5C0E3}"/>
          </ac:spMkLst>
        </pc:spChg>
        <pc:spChg chg="mod">
          <ac:chgData name="Temirlan Zhaxalykov" userId="S::t.zhaxalykov@kbtu.kz::037320a9-8ef1-4acb-bb74-1ab60141db9d" providerId="AD" clId="Web-{FBF90042-1DA0-CEC9-F0AC-EF39CE750C2E}" dt="2026-03-29T16:38:40.255" v="659" actId="20577"/>
          <ac:spMkLst>
            <pc:docMk/>
            <pc:sldMk cId="2377667681" sldId="268"/>
            <ac:spMk id="3" creationId="{BD6CD9C2-B53C-CEB4-C4E1-FC3F6BE88AE4}"/>
          </ac:spMkLst>
        </pc:spChg>
        <pc:spChg chg="add">
          <ac:chgData name="Temirlan Zhaxalykov" userId="S::t.zhaxalykov@kbtu.kz::037320a9-8ef1-4acb-bb74-1ab60141db9d" providerId="AD" clId="Web-{FBF90042-1DA0-CEC9-F0AC-EF39CE750C2E}" dt="2026-03-29T14:57:22.406" v="104"/>
          <ac:spMkLst>
            <pc:docMk/>
            <pc:sldMk cId="2377667681" sldId="268"/>
            <ac:spMk id="8" creationId="{1B15ED52-F352-441B-82BF-E0EA34836D08}"/>
          </ac:spMkLst>
        </pc:spChg>
        <pc:spChg chg="add">
          <ac:chgData name="Temirlan Zhaxalykov" userId="S::t.zhaxalykov@kbtu.kz::037320a9-8ef1-4acb-bb74-1ab60141db9d" providerId="AD" clId="Web-{FBF90042-1DA0-CEC9-F0AC-EF39CE750C2E}" dt="2026-03-29T14:57:22.406" v="104"/>
          <ac:spMkLst>
            <pc:docMk/>
            <pc:sldMk cId="2377667681" sldId="268"/>
            <ac:spMk id="10" creationId="{3B2E3793-BFE6-45A2-9B7B-E18844431C99}"/>
          </ac:spMkLst>
        </pc:spChg>
        <pc:spChg chg="add">
          <ac:chgData name="Temirlan Zhaxalykov" userId="S::t.zhaxalykov@kbtu.kz::037320a9-8ef1-4acb-bb74-1ab60141db9d" providerId="AD" clId="Web-{FBF90042-1DA0-CEC9-F0AC-EF39CE750C2E}" dt="2026-03-29T14:57:22.406" v="104"/>
          <ac:spMkLst>
            <pc:docMk/>
            <pc:sldMk cId="2377667681" sldId="268"/>
            <ac:spMk id="12" creationId="{BC4C4868-CB8F-4AF9-9CDB-8108F2C19B67}"/>
          </ac:spMkLst>
        </pc:spChg>
        <pc:spChg chg="add">
          <ac:chgData name="Temirlan Zhaxalykov" userId="S::t.zhaxalykov@kbtu.kz::037320a9-8ef1-4acb-bb74-1ab60141db9d" providerId="AD" clId="Web-{FBF90042-1DA0-CEC9-F0AC-EF39CE750C2E}" dt="2026-03-29T14:57:22.406" v="104"/>
          <ac:spMkLst>
            <pc:docMk/>
            <pc:sldMk cId="2377667681" sldId="268"/>
            <ac:spMk id="14" creationId="{375E0459-6403-40CD-989D-56A4407CA12E}"/>
          </ac:spMkLst>
        </pc:spChg>
        <pc:spChg chg="add">
          <ac:chgData name="Temirlan Zhaxalykov" userId="S::t.zhaxalykov@kbtu.kz::037320a9-8ef1-4acb-bb74-1ab60141db9d" providerId="AD" clId="Web-{FBF90042-1DA0-CEC9-F0AC-EF39CE750C2E}" dt="2026-03-29T14:57:22.406" v="104"/>
          <ac:spMkLst>
            <pc:docMk/>
            <pc:sldMk cId="2377667681" sldId="268"/>
            <ac:spMk id="16" creationId="{53E5B1A8-3AC9-4BD1-9BBC-78CA94F2D1BA}"/>
          </ac:spMkLst>
        </pc:spChg>
      </pc:sldChg>
      <pc:sldChg chg="addSp modSp new mod setBg">
        <pc:chgData name="Temirlan Zhaxalykov" userId="S::t.zhaxalykov@kbtu.kz::037320a9-8ef1-4acb-bb74-1ab60141db9d" providerId="AD" clId="Web-{FBF90042-1DA0-CEC9-F0AC-EF39CE750C2E}" dt="2026-03-29T16:38:46.115" v="660" actId="20577"/>
        <pc:sldMkLst>
          <pc:docMk/>
          <pc:sldMk cId="363191402" sldId="269"/>
        </pc:sldMkLst>
        <pc:spChg chg="mod">
          <ac:chgData name="Temirlan Zhaxalykov" userId="S::t.zhaxalykov@kbtu.kz::037320a9-8ef1-4acb-bb74-1ab60141db9d" providerId="AD" clId="Web-{FBF90042-1DA0-CEC9-F0AC-EF39CE750C2E}" dt="2026-03-29T14:57:57.484" v="115" actId="20577"/>
          <ac:spMkLst>
            <pc:docMk/>
            <pc:sldMk cId="363191402" sldId="269"/>
            <ac:spMk id="2" creationId="{8EE58157-A230-6BBA-DE28-FE6C4CA634B1}"/>
          </ac:spMkLst>
        </pc:spChg>
        <pc:spChg chg="mod">
          <ac:chgData name="Temirlan Zhaxalykov" userId="S::t.zhaxalykov@kbtu.kz::037320a9-8ef1-4acb-bb74-1ab60141db9d" providerId="AD" clId="Web-{FBF90042-1DA0-CEC9-F0AC-EF39CE750C2E}" dt="2026-03-29T16:38:46.115" v="660" actId="20577"/>
          <ac:spMkLst>
            <pc:docMk/>
            <pc:sldMk cId="363191402" sldId="269"/>
            <ac:spMk id="3" creationId="{5311AD1E-41B4-7C7E-6F4F-4117A083E6FC}"/>
          </ac:spMkLst>
        </pc:spChg>
        <pc:spChg chg="add">
          <ac:chgData name="Temirlan Zhaxalykov" userId="S::t.zhaxalykov@kbtu.kz::037320a9-8ef1-4acb-bb74-1ab60141db9d" providerId="AD" clId="Web-{FBF90042-1DA0-CEC9-F0AC-EF39CE750C2E}" dt="2026-03-29T14:57:49.797" v="111"/>
          <ac:spMkLst>
            <pc:docMk/>
            <pc:sldMk cId="363191402" sldId="269"/>
            <ac:spMk id="8" creationId="{1B15ED52-F352-441B-82BF-E0EA34836D08}"/>
          </ac:spMkLst>
        </pc:spChg>
        <pc:spChg chg="add">
          <ac:chgData name="Temirlan Zhaxalykov" userId="S::t.zhaxalykov@kbtu.kz::037320a9-8ef1-4acb-bb74-1ab60141db9d" providerId="AD" clId="Web-{FBF90042-1DA0-CEC9-F0AC-EF39CE750C2E}" dt="2026-03-29T14:57:49.797" v="111"/>
          <ac:spMkLst>
            <pc:docMk/>
            <pc:sldMk cId="363191402" sldId="269"/>
            <ac:spMk id="10" creationId="{3B2E3793-BFE6-45A2-9B7B-E18844431C99}"/>
          </ac:spMkLst>
        </pc:spChg>
        <pc:spChg chg="add">
          <ac:chgData name="Temirlan Zhaxalykov" userId="S::t.zhaxalykov@kbtu.kz::037320a9-8ef1-4acb-bb74-1ab60141db9d" providerId="AD" clId="Web-{FBF90042-1DA0-CEC9-F0AC-EF39CE750C2E}" dt="2026-03-29T14:57:49.797" v="111"/>
          <ac:spMkLst>
            <pc:docMk/>
            <pc:sldMk cId="363191402" sldId="269"/>
            <ac:spMk id="12" creationId="{BC4C4868-CB8F-4AF9-9CDB-8108F2C19B67}"/>
          </ac:spMkLst>
        </pc:spChg>
        <pc:spChg chg="add">
          <ac:chgData name="Temirlan Zhaxalykov" userId="S::t.zhaxalykov@kbtu.kz::037320a9-8ef1-4acb-bb74-1ab60141db9d" providerId="AD" clId="Web-{FBF90042-1DA0-CEC9-F0AC-EF39CE750C2E}" dt="2026-03-29T14:57:49.797" v="111"/>
          <ac:spMkLst>
            <pc:docMk/>
            <pc:sldMk cId="363191402" sldId="269"/>
            <ac:spMk id="14" creationId="{375E0459-6403-40CD-989D-56A4407CA12E}"/>
          </ac:spMkLst>
        </pc:spChg>
        <pc:spChg chg="add">
          <ac:chgData name="Temirlan Zhaxalykov" userId="S::t.zhaxalykov@kbtu.kz::037320a9-8ef1-4acb-bb74-1ab60141db9d" providerId="AD" clId="Web-{FBF90042-1DA0-CEC9-F0AC-EF39CE750C2E}" dt="2026-03-29T14:57:49.797" v="111"/>
          <ac:spMkLst>
            <pc:docMk/>
            <pc:sldMk cId="363191402" sldId="269"/>
            <ac:spMk id="16" creationId="{53E5B1A8-3AC9-4BD1-9BBC-78CA94F2D1BA}"/>
          </ac:spMkLst>
        </pc:spChg>
      </pc:sldChg>
      <pc:sldChg chg="modSp add replId">
        <pc:chgData name="Temirlan Zhaxalykov" userId="S::t.zhaxalykov@kbtu.kz::037320a9-8ef1-4acb-bb74-1ab60141db9d" providerId="AD" clId="Web-{FBF90042-1DA0-CEC9-F0AC-EF39CE750C2E}" dt="2026-03-29T14:59:29.989" v="138" actId="14100"/>
        <pc:sldMkLst>
          <pc:docMk/>
          <pc:sldMk cId="3168499070" sldId="270"/>
        </pc:sldMkLst>
        <pc:spChg chg="mod">
          <ac:chgData name="Temirlan Zhaxalykov" userId="S::t.zhaxalykov@kbtu.kz::037320a9-8ef1-4acb-bb74-1ab60141db9d" providerId="AD" clId="Web-{FBF90042-1DA0-CEC9-F0AC-EF39CE750C2E}" dt="2026-03-29T14:59:09.611" v="136" actId="20577"/>
          <ac:spMkLst>
            <pc:docMk/>
            <pc:sldMk cId="3168499070" sldId="270"/>
            <ac:spMk id="2" creationId="{E89281B2-4456-D5E1-C5B5-100564EFF24F}"/>
          </ac:spMkLst>
        </pc:spChg>
        <pc:spChg chg="mod">
          <ac:chgData name="Temirlan Zhaxalykov" userId="S::t.zhaxalykov@kbtu.kz::037320a9-8ef1-4acb-bb74-1ab60141db9d" providerId="AD" clId="Web-{FBF90042-1DA0-CEC9-F0AC-EF39CE750C2E}" dt="2026-03-29T14:59:29.989" v="138" actId="14100"/>
          <ac:spMkLst>
            <pc:docMk/>
            <pc:sldMk cId="3168499070" sldId="270"/>
            <ac:spMk id="3" creationId="{A61A112D-95D6-D5A4-BE49-B91AE47BBF2B}"/>
          </ac:spMkLst>
        </pc:spChg>
        <pc:spChg chg="mod">
          <ac:chgData name="Temirlan Zhaxalykov" userId="S::t.zhaxalykov@kbtu.kz::037320a9-8ef1-4acb-bb74-1ab60141db9d" providerId="AD" clId="Web-{FBF90042-1DA0-CEC9-F0AC-EF39CE750C2E}" dt="2026-03-29T14:59:02.641" v="129" actId="20577"/>
          <ac:spMkLst>
            <pc:docMk/>
            <pc:sldMk cId="3168499070" sldId="270"/>
            <ac:spMk id="8" creationId="{92C32E26-F01E-9905-F49F-1C7C97121640}"/>
          </ac:spMkLst>
        </pc:spChg>
        <pc:spChg chg="mod">
          <ac:chgData name="Temirlan Zhaxalykov" userId="S::t.zhaxalykov@kbtu.kz::037320a9-8ef1-4acb-bb74-1ab60141db9d" providerId="AD" clId="Web-{FBF90042-1DA0-CEC9-F0AC-EF39CE750C2E}" dt="2026-03-29T14:59:02.641" v="130" actId="20577"/>
          <ac:spMkLst>
            <pc:docMk/>
            <pc:sldMk cId="3168499070" sldId="270"/>
            <ac:spMk id="10" creationId="{B23C9F24-5861-DD74-8DE1-7353CEB6A7B8}"/>
          </ac:spMkLst>
        </pc:spChg>
        <pc:spChg chg="mod">
          <ac:chgData name="Temirlan Zhaxalykov" userId="S::t.zhaxalykov@kbtu.kz::037320a9-8ef1-4acb-bb74-1ab60141db9d" providerId="AD" clId="Web-{FBF90042-1DA0-CEC9-F0AC-EF39CE750C2E}" dt="2026-03-29T14:59:02.656" v="131" actId="20577"/>
          <ac:spMkLst>
            <pc:docMk/>
            <pc:sldMk cId="3168499070" sldId="270"/>
            <ac:spMk id="12" creationId="{5B78D23E-4B73-525E-0A92-476E83F57EB0}"/>
          </ac:spMkLst>
        </pc:spChg>
        <pc:spChg chg="mod">
          <ac:chgData name="Temirlan Zhaxalykov" userId="S::t.zhaxalykov@kbtu.kz::037320a9-8ef1-4acb-bb74-1ab60141db9d" providerId="AD" clId="Web-{FBF90042-1DA0-CEC9-F0AC-EF39CE750C2E}" dt="2026-03-29T14:59:02.688" v="132" actId="20577"/>
          <ac:spMkLst>
            <pc:docMk/>
            <pc:sldMk cId="3168499070" sldId="270"/>
            <ac:spMk id="16" creationId="{E09C3654-CD9F-3982-E532-47D147AA63B6}"/>
          </ac:spMkLst>
        </pc:spChg>
      </pc:sldChg>
      <pc:sldChg chg="addSp modSp new mod setBg">
        <pc:chgData name="Temirlan Zhaxalykov" userId="S::t.zhaxalykov@kbtu.kz::037320a9-8ef1-4acb-bb74-1ab60141db9d" providerId="AD" clId="Web-{FBF90042-1DA0-CEC9-F0AC-EF39CE750C2E}" dt="2026-03-29T15:00:05.428" v="147" actId="20577"/>
        <pc:sldMkLst>
          <pc:docMk/>
          <pc:sldMk cId="1987370250" sldId="271"/>
        </pc:sldMkLst>
        <pc:spChg chg="mod">
          <ac:chgData name="Temirlan Zhaxalykov" userId="S::t.zhaxalykov@kbtu.kz::037320a9-8ef1-4acb-bb74-1ab60141db9d" providerId="AD" clId="Web-{FBF90042-1DA0-CEC9-F0AC-EF39CE750C2E}" dt="2026-03-29T15:00:05.428" v="147" actId="20577"/>
          <ac:spMkLst>
            <pc:docMk/>
            <pc:sldMk cId="1987370250" sldId="271"/>
            <ac:spMk id="2" creationId="{C069F6FF-5E15-110C-A8BA-BF71728F9879}"/>
          </ac:spMkLst>
        </pc:spChg>
        <pc:spChg chg="mod">
          <ac:chgData name="Temirlan Zhaxalykov" userId="S::t.zhaxalykov@kbtu.kz::037320a9-8ef1-4acb-bb74-1ab60141db9d" providerId="AD" clId="Web-{FBF90042-1DA0-CEC9-F0AC-EF39CE750C2E}" dt="2026-03-29T15:00:01.881" v="146"/>
          <ac:spMkLst>
            <pc:docMk/>
            <pc:sldMk cId="1987370250" sldId="271"/>
            <ac:spMk id="3" creationId="{A780E4D2-58D9-53D4-94F9-2EE27CA5040A}"/>
          </ac:spMkLst>
        </pc:spChg>
        <pc:spChg chg="add">
          <ac:chgData name="Temirlan Zhaxalykov" userId="S::t.zhaxalykov@kbtu.kz::037320a9-8ef1-4acb-bb74-1ab60141db9d" providerId="AD" clId="Web-{FBF90042-1DA0-CEC9-F0AC-EF39CE750C2E}" dt="2026-03-29T14:59:55.600" v="143"/>
          <ac:spMkLst>
            <pc:docMk/>
            <pc:sldMk cId="1987370250" sldId="271"/>
            <ac:spMk id="8" creationId="{1B15ED52-F352-441B-82BF-E0EA34836D08}"/>
          </ac:spMkLst>
        </pc:spChg>
        <pc:spChg chg="add">
          <ac:chgData name="Temirlan Zhaxalykov" userId="S::t.zhaxalykov@kbtu.kz::037320a9-8ef1-4acb-bb74-1ab60141db9d" providerId="AD" clId="Web-{FBF90042-1DA0-CEC9-F0AC-EF39CE750C2E}" dt="2026-03-29T14:59:55.600" v="143"/>
          <ac:spMkLst>
            <pc:docMk/>
            <pc:sldMk cId="1987370250" sldId="271"/>
            <ac:spMk id="10" creationId="{3B2E3793-BFE6-45A2-9B7B-E18844431C99}"/>
          </ac:spMkLst>
        </pc:spChg>
        <pc:spChg chg="add">
          <ac:chgData name="Temirlan Zhaxalykov" userId="S::t.zhaxalykov@kbtu.kz::037320a9-8ef1-4acb-bb74-1ab60141db9d" providerId="AD" clId="Web-{FBF90042-1DA0-CEC9-F0AC-EF39CE750C2E}" dt="2026-03-29T14:59:55.600" v="143"/>
          <ac:spMkLst>
            <pc:docMk/>
            <pc:sldMk cId="1987370250" sldId="271"/>
            <ac:spMk id="12" creationId="{BC4C4868-CB8F-4AF9-9CDB-8108F2C19B67}"/>
          </ac:spMkLst>
        </pc:spChg>
        <pc:spChg chg="add">
          <ac:chgData name="Temirlan Zhaxalykov" userId="S::t.zhaxalykov@kbtu.kz::037320a9-8ef1-4acb-bb74-1ab60141db9d" providerId="AD" clId="Web-{FBF90042-1DA0-CEC9-F0AC-EF39CE750C2E}" dt="2026-03-29T14:59:55.600" v="143"/>
          <ac:spMkLst>
            <pc:docMk/>
            <pc:sldMk cId="1987370250" sldId="271"/>
            <ac:spMk id="14" creationId="{375E0459-6403-40CD-989D-56A4407CA12E}"/>
          </ac:spMkLst>
        </pc:spChg>
        <pc:spChg chg="add">
          <ac:chgData name="Temirlan Zhaxalykov" userId="S::t.zhaxalykov@kbtu.kz::037320a9-8ef1-4acb-bb74-1ab60141db9d" providerId="AD" clId="Web-{FBF90042-1DA0-CEC9-F0AC-EF39CE750C2E}" dt="2026-03-29T14:59:55.600" v="143"/>
          <ac:spMkLst>
            <pc:docMk/>
            <pc:sldMk cId="1987370250" sldId="271"/>
            <ac:spMk id="16" creationId="{53E5B1A8-3AC9-4BD1-9BBC-78CA94F2D1BA}"/>
          </ac:spMkLst>
        </pc:spChg>
      </pc:sldChg>
      <pc:sldChg chg="addSp modSp new mod setBg">
        <pc:chgData name="Temirlan Zhaxalykov" userId="S::t.zhaxalykov@kbtu.kz::037320a9-8ef1-4acb-bb74-1ab60141db9d" providerId="AD" clId="Web-{FBF90042-1DA0-CEC9-F0AC-EF39CE750C2E}" dt="2026-03-29T16:39:28.990" v="662" actId="20577"/>
        <pc:sldMkLst>
          <pc:docMk/>
          <pc:sldMk cId="450718362" sldId="272"/>
        </pc:sldMkLst>
        <pc:spChg chg="mod">
          <ac:chgData name="Temirlan Zhaxalykov" userId="S::t.zhaxalykov@kbtu.kz::037320a9-8ef1-4acb-bb74-1ab60141db9d" providerId="AD" clId="Web-{FBF90042-1DA0-CEC9-F0AC-EF39CE750C2E}" dt="2026-03-29T15:00:35.898" v="154" actId="20577"/>
          <ac:spMkLst>
            <pc:docMk/>
            <pc:sldMk cId="450718362" sldId="272"/>
            <ac:spMk id="2" creationId="{979C2835-3789-EB44-A27C-5084FF818B41}"/>
          </ac:spMkLst>
        </pc:spChg>
        <pc:spChg chg="mod">
          <ac:chgData name="Temirlan Zhaxalykov" userId="S::t.zhaxalykov@kbtu.kz::037320a9-8ef1-4acb-bb74-1ab60141db9d" providerId="AD" clId="Web-{FBF90042-1DA0-CEC9-F0AC-EF39CE750C2E}" dt="2026-03-29T16:39:28.990" v="662" actId="20577"/>
          <ac:spMkLst>
            <pc:docMk/>
            <pc:sldMk cId="450718362" sldId="272"/>
            <ac:spMk id="3" creationId="{4AAFAA41-1345-5DD0-EFE6-6B5D4FAB5B41}"/>
          </ac:spMkLst>
        </pc:spChg>
        <pc:spChg chg="add">
          <ac:chgData name="Temirlan Zhaxalykov" userId="S::t.zhaxalykov@kbtu.kz::037320a9-8ef1-4acb-bb74-1ab60141db9d" providerId="AD" clId="Web-{FBF90042-1DA0-CEC9-F0AC-EF39CE750C2E}" dt="2026-03-29T15:00:27.960" v="151"/>
          <ac:spMkLst>
            <pc:docMk/>
            <pc:sldMk cId="450718362" sldId="272"/>
            <ac:spMk id="8" creationId="{1B15ED52-F352-441B-82BF-E0EA34836D08}"/>
          </ac:spMkLst>
        </pc:spChg>
        <pc:spChg chg="add">
          <ac:chgData name="Temirlan Zhaxalykov" userId="S::t.zhaxalykov@kbtu.kz::037320a9-8ef1-4acb-bb74-1ab60141db9d" providerId="AD" clId="Web-{FBF90042-1DA0-CEC9-F0AC-EF39CE750C2E}" dt="2026-03-29T15:00:27.960" v="151"/>
          <ac:spMkLst>
            <pc:docMk/>
            <pc:sldMk cId="450718362" sldId="272"/>
            <ac:spMk id="10" creationId="{3B2E3793-BFE6-45A2-9B7B-E18844431C99}"/>
          </ac:spMkLst>
        </pc:spChg>
        <pc:spChg chg="add">
          <ac:chgData name="Temirlan Zhaxalykov" userId="S::t.zhaxalykov@kbtu.kz::037320a9-8ef1-4acb-bb74-1ab60141db9d" providerId="AD" clId="Web-{FBF90042-1DA0-CEC9-F0AC-EF39CE750C2E}" dt="2026-03-29T15:00:27.960" v="151"/>
          <ac:spMkLst>
            <pc:docMk/>
            <pc:sldMk cId="450718362" sldId="272"/>
            <ac:spMk id="12" creationId="{BC4C4868-CB8F-4AF9-9CDB-8108F2C19B67}"/>
          </ac:spMkLst>
        </pc:spChg>
        <pc:spChg chg="add">
          <ac:chgData name="Temirlan Zhaxalykov" userId="S::t.zhaxalykov@kbtu.kz::037320a9-8ef1-4acb-bb74-1ab60141db9d" providerId="AD" clId="Web-{FBF90042-1DA0-CEC9-F0AC-EF39CE750C2E}" dt="2026-03-29T15:00:27.960" v="151"/>
          <ac:spMkLst>
            <pc:docMk/>
            <pc:sldMk cId="450718362" sldId="272"/>
            <ac:spMk id="14" creationId="{375E0459-6403-40CD-989D-56A4407CA12E}"/>
          </ac:spMkLst>
        </pc:spChg>
        <pc:spChg chg="add">
          <ac:chgData name="Temirlan Zhaxalykov" userId="S::t.zhaxalykov@kbtu.kz::037320a9-8ef1-4acb-bb74-1ab60141db9d" providerId="AD" clId="Web-{FBF90042-1DA0-CEC9-F0AC-EF39CE750C2E}" dt="2026-03-29T15:00:27.960" v="151"/>
          <ac:spMkLst>
            <pc:docMk/>
            <pc:sldMk cId="450718362" sldId="272"/>
            <ac:spMk id="16" creationId="{53E5B1A8-3AC9-4BD1-9BBC-78CA94F2D1BA}"/>
          </ac:spMkLst>
        </pc:spChg>
      </pc:sldChg>
      <pc:sldChg chg="addSp modSp new mod setBg">
        <pc:chgData name="Temirlan Zhaxalykov" userId="S::t.zhaxalykov@kbtu.kz::037320a9-8ef1-4acb-bb74-1ab60141db9d" providerId="AD" clId="Web-{FBF90042-1DA0-CEC9-F0AC-EF39CE750C2E}" dt="2026-03-29T15:01:03.289" v="161" actId="20577"/>
        <pc:sldMkLst>
          <pc:docMk/>
          <pc:sldMk cId="1916751697" sldId="273"/>
        </pc:sldMkLst>
        <pc:spChg chg="mod">
          <ac:chgData name="Temirlan Zhaxalykov" userId="S::t.zhaxalykov@kbtu.kz::037320a9-8ef1-4acb-bb74-1ab60141db9d" providerId="AD" clId="Web-{FBF90042-1DA0-CEC9-F0AC-EF39CE750C2E}" dt="2026-03-29T15:01:03.289" v="161" actId="20577"/>
          <ac:spMkLst>
            <pc:docMk/>
            <pc:sldMk cId="1916751697" sldId="273"/>
            <ac:spMk id="2" creationId="{8AF086C6-CD98-EB35-A9EE-3518C1A8D378}"/>
          </ac:spMkLst>
        </pc:spChg>
        <pc:spChg chg="mod">
          <ac:chgData name="Temirlan Zhaxalykov" userId="S::t.zhaxalykov@kbtu.kz::037320a9-8ef1-4acb-bb74-1ab60141db9d" providerId="AD" clId="Web-{FBF90042-1DA0-CEC9-F0AC-EF39CE750C2E}" dt="2026-03-29T15:01:00.289" v="160"/>
          <ac:spMkLst>
            <pc:docMk/>
            <pc:sldMk cId="1916751697" sldId="273"/>
            <ac:spMk id="3" creationId="{E9E1C007-1A63-D1EE-5BB1-FD871EC88D79}"/>
          </ac:spMkLst>
        </pc:spChg>
        <pc:spChg chg="add">
          <ac:chgData name="Temirlan Zhaxalykov" userId="S::t.zhaxalykov@kbtu.kz::037320a9-8ef1-4acb-bb74-1ab60141db9d" providerId="AD" clId="Web-{FBF90042-1DA0-CEC9-F0AC-EF39CE750C2E}" dt="2026-03-29T15:00:55.930" v="158"/>
          <ac:spMkLst>
            <pc:docMk/>
            <pc:sldMk cId="1916751697" sldId="273"/>
            <ac:spMk id="8" creationId="{1B15ED52-F352-441B-82BF-E0EA34836D08}"/>
          </ac:spMkLst>
        </pc:spChg>
        <pc:spChg chg="add">
          <ac:chgData name="Temirlan Zhaxalykov" userId="S::t.zhaxalykov@kbtu.kz::037320a9-8ef1-4acb-bb74-1ab60141db9d" providerId="AD" clId="Web-{FBF90042-1DA0-CEC9-F0AC-EF39CE750C2E}" dt="2026-03-29T15:00:55.930" v="158"/>
          <ac:spMkLst>
            <pc:docMk/>
            <pc:sldMk cId="1916751697" sldId="273"/>
            <ac:spMk id="10" creationId="{3B2E3793-BFE6-45A2-9B7B-E18844431C99}"/>
          </ac:spMkLst>
        </pc:spChg>
        <pc:spChg chg="add">
          <ac:chgData name="Temirlan Zhaxalykov" userId="S::t.zhaxalykov@kbtu.kz::037320a9-8ef1-4acb-bb74-1ab60141db9d" providerId="AD" clId="Web-{FBF90042-1DA0-CEC9-F0AC-EF39CE750C2E}" dt="2026-03-29T15:00:55.930" v="158"/>
          <ac:spMkLst>
            <pc:docMk/>
            <pc:sldMk cId="1916751697" sldId="273"/>
            <ac:spMk id="12" creationId="{BC4C4868-CB8F-4AF9-9CDB-8108F2C19B67}"/>
          </ac:spMkLst>
        </pc:spChg>
        <pc:spChg chg="add">
          <ac:chgData name="Temirlan Zhaxalykov" userId="S::t.zhaxalykov@kbtu.kz::037320a9-8ef1-4acb-bb74-1ab60141db9d" providerId="AD" clId="Web-{FBF90042-1DA0-CEC9-F0AC-EF39CE750C2E}" dt="2026-03-29T15:00:55.930" v="158"/>
          <ac:spMkLst>
            <pc:docMk/>
            <pc:sldMk cId="1916751697" sldId="273"/>
            <ac:spMk id="14" creationId="{375E0459-6403-40CD-989D-56A4407CA12E}"/>
          </ac:spMkLst>
        </pc:spChg>
        <pc:spChg chg="add">
          <ac:chgData name="Temirlan Zhaxalykov" userId="S::t.zhaxalykov@kbtu.kz::037320a9-8ef1-4acb-bb74-1ab60141db9d" providerId="AD" clId="Web-{FBF90042-1DA0-CEC9-F0AC-EF39CE750C2E}" dt="2026-03-29T15:00:55.930" v="158"/>
          <ac:spMkLst>
            <pc:docMk/>
            <pc:sldMk cId="1916751697" sldId="273"/>
            <ac:spMk id="16" creationId="{53E5B1A8-3AC9-4BD1-9BBC-78CA94F2D1BA}"/>
          </ac:spMkLst>
        </pc:spChg>
      </pc:sldChg>
      <pc:sldChg chg="addSp modSp new mod setBg">
        <pc:chgData name="Temirlan Zhaxalykov" userId="S::t.zhaxalykov@kbtu.kz::037320a9-8ef1-4acb-bb74-1ab60141db9d" providerId="AD" clId="Web-{FBF90042-1DA0-CEC9-F0AC-EF39CE750C2E}" dt="2026-03-29T16:39:48.365" v="664" actId="20577"/>
        <pc:sldMkLst>
          <pc:docMk/>
          <pc:sldMk cId="1293713846" sldId="274"/>
        </pc:sldMkLst>
        <pc:spChg chg="mod">
          <ac:chgData name="Temirlan Zhaxalykov" userId="S::t.zhaxalykov@kbtu.kz::037320a9-8ef1-4acb-bb74-1ab60141db9d" providerId="AD" clId="Web-{FBF90042-1DA0-CEC9-F0AC-EF39CE750C2E}" dt="2026-03-29T15:01:33.289" v="168" actId="20577"/>
          <ac:spMkLst>
            <pc:docMk/>
            <pc:sldMk cId="1293713846" sldId="274"/>
            <ac:spMk id="2" creationId="{A8249E14-E67B-1554-5B8E-5DC2305520E4}"/>
          </ac:spMkLst>
        </pc:spChg>
        <pc:spChg chg="mod">
          <ac:chgData name="Temirlan Zhaxalykov" userId="S::t.zhaxalykov@kbtu.kz::037320a9-8ef1-4acb-bb74-1ab60141db9d" providerId="AD" clId="Web-{FBF90042-1DA0-CEC9-F0AC-EF39CE750C2E}" dt="2026-03-29T16:39:48.365" v="664" actId="20577"/>
          <ac:spMkLst>
            <pc:docMk/>
            <pc:sldMk cId="1293713846" sldId="274"/>
            <ac:spMk id="3" creationId="{03852527-5A52-9A50-3BD6-9BCE78E79FC7}"/>
          </ac:spMkLst>
        </pc:spChg>
        <pc:spChg chg="add">
          <ac:chgData name="Temirlan Zhaxalykov" userId="S::t.zhaxalykov@kbtu.kz::037320a9-8ef1-4acb-bb74-1ab60141db9d" providerId="AD" clId="Web-{FBF90042-1DA0-CEC9-F0AC-EF39CE750C2E}" dt="2026-03-29T15:01:27.727" v="165"/>
          <ac:spMkLst>
            <pc:docMk/>
            <pc:sldMk cId="1293713846" sldId="274"/>
            <ac:spMk id="8" creationId="{1B15ED52-F352-441B-82BF-E0EA34836D08}"/>
          </ac:spMkLst>
        </pc:spChg>
        <pc:spChg chg="add">
          <ac:chgData name="Temirlan Zhaxalykov" userId="S::t.zhaxalykov@kbtu.kz::037320a9-8ef1-4acb-bb74-1ab60141db9d" providerId="AD" clId="Web-{FBF90042-1DA0-CEC9-F0AC-EF39CE750C2E}" dt="2026-03-29T15:01:27.727" v="165"/>
          <ac:spMkLst>
            <pc:docMk/>
            <pc:sldMk cId="1293713846" sldId="274"/>
            <ac:spMk id="10" creationId="{3B2E3793-BFE6-45A2-9B7B-E18844431C99}"/>
          </ac:spMkLst>
        </pc:spChg>
        <pc:spChg chg="add">
          <ac:chgData name="Temirlan Zhaxalykov" userId="S::t.zhaxalykov@kbtu.kz::037320a9-8ef1-4acb-bb74-1ab60141db9d" providerId="AD" clId="Web-{FBF90042-1DA0-CEC9-F0AC-EF39CE750C2E}" dt="2026-03-29T15:01:27.727" v="165"/>
          <ac:spMkLst>
            <pc:docMk/>
            <pc:sldMk cId="1293713846" sldId="274"/>
            <ac:spMk id="12" creationId="{BC4C4868-CB8F-4AF9-9CDB-8108F2C19B67}"/>
          </ac:spMkLst>
        </pc:spChg>
        <pc:spChg chg="add">
          <ac:chgData name="Temirlan Zhaxalykov" userId="S::t.zhaxalykov@kbtu.kz::037320a9-8ef1-4acb-bb74-1ab60141db9d" providerId="AD" clId="Web-{FBF90042-1DA0-CEC9-F0AC-EF39CE750C2E}" dt="2026-03-29T15:01:27.727" v="165"/>
          <ac:spMkLst>
            <pc:docMk/>
            <pc:sldMk cId="1293713846" sldId="274"/>
            <ac:spMk id="14" creationId="{375E0459-6403-40CD-989D-56A4407CA12E}"/>
          </ac:spMkLst>
        </pc:spChg>
        <pc:spChg chg="add">
          <ac:chgData name="Temirlan Zhaxalykov" userId="S::t.zhaxalykov@kbtu.kz::037320a9-8ef1-4acb-bb74-1ab60141db9d" providerId="AD" clId="Web-{FBF90042-1DA0-CEC9-F0AC-EF39CE750C2E}" dt="2026-03-29T15:01:27.727" v="165"/>
          <ac:spMkLst>
            <pc:docMk/>
            <pc:sldMk cId="1293713846" sldId="274"/>
            <ac:spMk id="16" creationId="{53E5B1A8-3AC9-4BD1-9BBC-78CA94F2D1BA}"/>
          </ac:spMkLst>
        </pc:spChg>
      </pc:sldChg>
      <pc:sldChg chg="new del">
        <pc:chgData name="Temirlan Zhaxalykov" userId="S::t.zhaxalykov@kbtu.kz::037320a9-8ef1-4acb-bb74-1ab60141db9d" providerId="AD" clId="Web-{FBF90042-1DA0-CEC9-F0AC-EF39CE750C2E}" dt="2026-03-29T15:01:38.211" v="170"/>
        <pc:sldMkLst>
          <pc:docMk/>
          <pc:sldMk cId="255937670" sldId="275"/>
        </pc:sldMkLst>
      </pc:sldChg>
      <pc:sldChg chg="modSp add replId">
        <pc:chgData name="Temirlan Zhaxalykov" userId="S::t.zhaxalykov@kbtu.kz::037320a9-8ef1-4acb-bb74-1ab60141db9d" providerId="AD" clId="Web-{FBF90042-1DA0-CEC9-F0AC-EF39CE750C2E}" dt="2026-03-29T16:39:51.912" v="665" actId="20577"/>
        <pc:sldMkLst>
          <pc:docMk/>
          <pc:sldMk cId="1730366018" sldId="275"/>
        </pc:sldMkLst>
        <pc:spChg chg="mod">
          <ac:chgData name="Temirlan Zhaxalykov" userId="S::t.zhaxalykov@kbtu.kz::037320a9-8ef1-4acb-bb74-1ab60141db9d" providerId="AD" clId="Web-{FBF90042-1DA0-CEC9-F0AC-EF39CE750C2E}" dt="2026-03-29T16:39:51.912" v="665" actId="20577"/>
          <ac:spMkLst>
            <pc:docMk/>
            <pc:sldMk cId="1730366018" sldId="275"/>
            <ac:spMk id="3" creationId="{90DCB2A0-EBA2-974F-657C-BF610AE8CF77}"/>
          </ac:spMkLst>
        </pc:spChg>
      </pc:sldChg>
      <pc:sldChg chg="addSp modSp new mod setBg">
        <pc:chgData name="Temirlan Zhaxalykov" userId="S::t.zhaxalykov@kbtu.kz::037320a9-8ef1-4acb-bb74-1ab60141db9d" providerId="AD" clId="Web-{FBF90042-1DA0-CEC9-F0AC-EF39CE750C2E}" dt="2026-03-29T16:39:57.725" v="667" actId="20577"/>
        <pc:sldMkLst>
          <pc:docMk/>
          <pc:sldMk cId="598982296" sldId="276"/>
        </pc:sldMkLst>
        <pc:spChg chg="mod">
          <ac:chgData name="Temirlan Zhaxalykov" userId="S::t.zhaxalykov@kbtu.kz::037320a9-8ef1-4acb-bb74-1ab60141db9d" providerId="AD" clId="Web-{FBF90042-1DA0-CEC9-F0AC-EF39CE750C2E}" dt="2026-03-29T15:02:24.039" v="179" actId="20577"/>
          <ac:spMkLst>
            <pc:docMk/>
            <pc:sldMk cId="598982296" sldId="276"/>
            <ac:spMk id="2" creationId="{53065020-FEB9-F054-7A62-2441BAFF0312}"/>
          </ac:spMkLst>
        </pc:spChg>
        <pc:spChg chg="mod">
          <ac:chgData name="Temirlan Zhaxalykov" userId="S::t.zhaxalykov@kbtu.kz::037320a9-8ef1-4acb-bb74-1ab60141db9d" providerId="AD" clId="Web-{FBF90042-1DA0-CEC9-F0AC-EF39CE750C2E}" dt="2026-03-29T16:39:57.725" v="667" actId="20577"/>
          <ac:spMkLst>
            <pc:docMk/>
            <pc:sldMk cId="598982296" sldId="276"/>
            <ac:spMk id="3" creationId="{92633867-9828-9AB9-2EDD-C0E8954DC7CA}"/>
          </ac:spMkLst>
        </pc:spChg>
        <pc:spChg chg="add">
          <ac:chgData name="Temirlan Zhaxalykov" userId="S::t.zhaxalykov@kbtu.kz::037320a9-8ef1-4acb-bb74-1ab60141db9d" providerId="AD" clId="Web-{FBF90042-1DA0-CEC9-F0AC-EF39CE750C2E}" dt="2026-03-29T15:02:16.445" v="177"/>
          <ac:spMkLst>
            <pc:docMk/>
            <pc:sldMk cId="598982296" sldId="276"/>
            <ac:spMk id="8" creationId="{1B15ED52-F352-441B-82BF-E0EA34836D08}"/>
          </ac:spMkLst>
        </pc:spChg>
        <pc:spChg chg="add">
          <ac:chgData name="Temirlan Zhaxalykov" userId="S::t.zhaxalykov@kbtu.kz::037320a9-8ef1-4acb-bb74-1ab60141db9d" providerId="AD" clId="Web-{FBF90042-1DA0-CEC9-F0AC-EF39CE750C2E}" dt="2026-03-29T15:02:16.445" v="177"/>
          <ac:spMkLst>
            <pc:docMk/>
            <pc:sldMk cId="598982296" sldId="276"/>
            <ac:spMk id="10" creationId="{3B2E3793-BFE6-45A2-9B7B-E18844431C99}"/>
          </ac:spMkLst>
        </pc:spChg>
        <pc:spChg chg="add">
          <ac:chgData name="Temirlan Zhaxalykov" userId="S::t.zhaxalykov@kbtu.kz::037320a9-8ef1-4acb-bb74-1ab60141db9d" providerId="AD" clId="Web-{FBF90042-1DA0-CEC9-F0AC-EF39CE750C2E}" dt="2026-03-29T15:02:16.445" v="177"/>
          <ac:spMkLst>
            <pc:docMk/>
            <pc:sldMk cId="598982296" sldId="276"/>
            <ac:spMk id="12" creationId="{BC4C4868-CB8F-4AF9-9CDB-8108F2C19B67}"/>
          </ac:spMkLst>
        </pc:spChg>
        <pc:spChg chg="add">
          <ac:chgData name="Temirlan Zhaxalykov" userId="S::t.zhaxalykov@kbtu.kz::037320a9-8ef1-4acb-bb74-1ab60141db9d" providerId="AD" clId="Web-{FBF90042-1DA0-CEC9-F0AC-EF39CE750C2E}" dt="2026-03-29T15:02:16.445" v="177"/>
          <ac:spMkLst>
            <pc:docMk/>
            <pc:sldMk cId="598982296" sldId="276"/>
            <ac:spMk id="14" creationId="{375E0459-6403-40CD-989D-56A4407CA12E}"/>
          </ac:spMkLst>
        </pc:spChg>
        <pc:spChg chg="add">
          <ac:chgData name="Temirlan Zhaxalykov" userId="S::t.zhaxalykov@kbtu.kz::037320a9-8ef1-4acb-bb74-1ab60141db9d" providerId="AD" clId="Web-{FBF90042-1DA0-CEC9-F0AC-EF39CE750C2E}" dt="2026-03-29T15:02:16.445" v="177"/>
          <ac:spMkLst>
            <pc:docMk/>
            <pc:sldMk cId="598982296" sldId="276"/>
            <ac:spMk id="16" creationId="{53E5B1A8-3AC9-4BD1-9BBC-78CA94F2D1BA}"/>
          </ac:spMkLst>
        </pc:spChg>
      </pc:sldChg>
      <pc:sldChg chg="addSp modSp new mod setBg">
        <pc:chgData name="Temirlan Zhaxalykov" userId="S::t.zhaxalykov@kbtu.kz::037320a9-8ef1-4acb-bb74-1ab60141db9d" providerId="AD" clId="Web-{FBF90042-1DA0-CEC9-F0AC-EF39CE750C2E}" dt="2026-03-29T16:40:09.053" v="669" actId="20577"/>
        <pc:sldMkLst>
          <pc:docMk/>
          <pc:sldMk cId="3893090525" sldId="277"/>
        </pc:sldMkLst>
        <pc:spChg chg="mod">
          <ac:chgData name="Temirlan Zhaxalykov" userId="S::t.zhaxalykov@kbtu.kz::037320a9-8ef1-4acb-bb74-1ab60141db9d" providerId="AD" clId="Web-{FBF90042-1DA0-CEC9-F0AC-EF39CE750C2E}" dt="2026-03-29T15:02:54.461" v="188" actId="20577"/>
          <ac:spMkLst>
            <pc:docMk/>
            <pc:sldMk cId="3893090525" sldId="277"/>
            <ac:spMk id="2" creationId="{D97374AE-1C77-CCD7-C233-428ADB19BA1E}"/>
          </ac:spMkLst>
        </pc:spChg>
        <pc:spChg chg="mod">
          <ac:chgData name="Temirlan Zhaxalykov" userId="S::t.zhaxalykov@kbtu.kz::037320a9-8ef1-4acb-bb74-1ab60141db9d" providerId="AD" clId="Web-{FBF90042-1DA0-CEC9-F0AC-EF39CE750C2E}" dt="2026-03-29T16:40:09.053" v="669" actId="20577"/>
          <ac:spMkLst>
            <pc:docMk/>
            <pc:sldMk cId="3893090525" sldId="277"/>
            <ac:spMk id="3" creationId="{FDB775BB-ED65-8BD7-DE6C-04C13DE36586}"/>
          </ac:spMkLst>
        </pc:spChg>
        <pc:spChg chg="add">
          <ac:chgData name="Temirlan Zhaxalykov" userId="S::t.zhaxalykov@kbtu.kz::037320a9-8ef1-4acb-bb74-1ab60141db9d" providerId="AD" clId="Web-{FBF90042-1DA0-CEC9-F0AC-EF39CE750C2E}" dt="2026-03-29T15:02:48.195" v="184"/>
          <ac:spMkLst>
            <pc:docMk/>
            <pc:sldMk cId="3893090525" sldId="277"/>
            <ac:spMk id="8" creationId="{1B15ED52-F352-441B-82BF-E0EA34836D08}"/>
          </ac:spMkLst>
        </pc:spChg>
        <pc:spChg chg="add">
          <ac:chgData name="Temirlan Zhaxalykov" userId="S::t.zhaxalykov@kbtu.kz::037320a9-8ef1-4acb-bb74-1ab60141db9d" providerId="AD" clId="Web-{FBF90042-1DA0-CEC9-F0AC-EF39CE750C2E}" dt="2026-03-29T15:02:48.195" v="184"/>
          <ac:spMkLst>
            <pc:docMk/>
            <pc:sldMk cId="3893090525" sldId="277"/>
            <ac:spMk id="10" creationId="{3B2E3793-BFE6-45A2-9B7B-E18844431C99}"/>
          </ac:spMkLst>
        </pc:spChg>
        <pc:spChg chg="add">
          <ac:chgData name="Temirlan Zhaxalykov" userId="S::t.zhaxalykov@kbtu.kz::037320a9-8ef1-4acb-bb74-1ab60141db9d" providerId="AD" clId="Web-{FBF90042-1DA0-CEC9-F0AC-EF39CE750C2E}" dt="2026-03-29T15:02:48.195" v="184"/>
          <ac:spMkLst>
            <pc:docMk/>
            <pc:sldMk cId="3893090525" sldId="277"/>
            <ac:spMk id="12" creationId="{BC4C4868-CB8F-4AF9-9CDB-8108F2C19B67}"/>
          </ac:spMkLst>
        </pc:spChg>
        <pc:spChg chg="add">
          <ac:chgData name="Temirlan Zhaxalykov" userId="S::t.zhaxalykov@kbtu.kz::037320a9-8ef1-4acb-bb74-1ab60141db9d" providerId="AD" clId="Web-{FBF90042-1DA0-CEC9-F0AC-EF39CE750C2E}" dt="2026-03-29T15:02:48.195" v="184"/>
          <ac:spMkLst>
            <pc:docMk/>
            <pc:sldMk cId="3893090525" sldId="277"/>
            <ac:spMk id="14" creationId="{375E0459-6403-40CD-989D-56A4407CA12E}"/>
          </ac:spMkLst>
        </pc:spChg>
        <pc:spChg chg="add">
          <ac:chgData name="Temirlan Zhaxalykov" userId="S::t.zhaxalykov@kbtu.kz::037320a9-8ef1-4acb-bb74-1ab60141db9d" providerId="AD" clId="Web-{FBF90042-1DA0-CEC9-F0AC-EF39CE750C2E}" dt="2026-03-29T15:02:48.195" v="184"/>
          <ac:spMkLst>
            <pc:docMk/>
            <pc:sldMk cId="3893090525" sldId="277"/>
            <ac:spMk id="16" creationId="{53E5B1A8-3AC9-4BD1-9BBC-78CA94F2D1BA}"/>
          </ac:spMkLst>
        </pc:spChg>
      </pc:sldChg>
      <pc:sldChg chg="addSp modSp new mod setBg">
        <pc:chgData name="Temirlan Zhaxalykov" userId="S::t.zhaxalykov@kbtu.kz::037320a9-8ef1-4acb-bb74-1ab60141db9d" providerId="AD" clId="Web-{FBF90042-1DA0-CEC9-F0AC-EF39CE750C2E}" dt="2026-03-29T16:40:12.021" v="670" actId="20577"/>
        <pc:sldMkLst>
          <pc:docMk/>
          <pc:sldMk cId="3650588473" sldId="278"/>
        </pc:sldMkLst>
        <pc:spChg chg="mod">
          <ac:chgData name="Temirlan Zhaxalykov" userId="S::t.zhaxalykov@kbtu.kz::037320a9-8ef1-4acb-bb74-1ab60141db9d" providerId="AD" clId="Web-{FBF90042-1DA0-CEC9-F0AC-EF39CE750C2E}" dt="2026-03-29T15:03:22.867" v="194" actId="20577"/>
          <ac:spMkLst>
            <pc:docMk/>
            <pc:sldMk cId="3650588473" sldId="278"/>
            <ac:spMk id="2" creationId="{2C506B11-CAB8-8BB2-AEE0-3DA768830B6D}"/>
          </ac:spMkLst>
        </pc:spChg>
        <pc:spChg chg="mod">
          <ac:chgData name="Temirlan Zhaxalykov" userId="S::t.zhaxalykov@kbtu.kz::037320a9-8ef1-4acb-bb74-1ab60141db9d" providerId="AD" clId="Web-{FBF90042-1DA0-CEC9-F0AC-EF39CE750C2E}" dt="2026-03-29T16:40:12.021" v="670" actId="20577"/>
          <ac:spMkLst>
            <pc:docMk/>
            <pc:sldMk cId="3650588473" sldId="278"/>
            <ac:spMk id="3" creationId="{89E28553-3B28-9938-78F2-F0CFDC4A8C2C}"/>
          </ac:spMkLst>
        </pc:spChg>
        <pc:spChg chg="add">
          <ac:chgData name="Temirlan Zhaxalykov" userId="S::t.zhaxalykov@kbtu.kz::037320a9-8ef1-4acb-bb74-1ab60141db9d" providerId="AD" clId="Web-{FBF90042-1DA0-CEC9-F0AC-EF39CE750C2E}" dt="2026-03-29T15:03:18.399" v="192"/>
          <ac:spMkLst>
            <pc:docMk/>
            <pc:sldMk cId="3650588473" sldId="278"/>
            <ac:spMk id="8" creationId="{1B15ED52-F352-441B-82BF-E0EA34836D08}"/>
          </ac:spMkLst>
        </pc:spChg>
        <pc:spChg chg="add">
          <ac:chgData name="Temirlan Zhaxalykov" userId="S::t.zhaxalykov@kbtu.kz::037320a9-8ef1-4acb-bb74-1ab60141db9d" providerId="AD" clId="Web-{FBF90042-1DA0-CEC9-F0AC-EF39CE750C2E}" dt="2026-03-29T15:03:18.399" v="192"/>
          <ac:spMkLst>
            <pc:docMk/>
            <pc:sldMk cId="3650588473" sldId="278"/>
            <ac:spMk id="10" creationId="{3B2E3793-BFE6-45A2-9B7B-E18844431C99}"/>
          </ac:spMkLst>
        </pc:spChg>
        <pc:spChg chg="add">
          <ac:chgData name="Temirlan Zhaxalykov" userId="S::t.zhaxalykov@kbtu.kz::037320a9-8ef1-4acb-bb74-1ab60141db9d" providerId="AD" clId="Web-{FBF90042-1DA0-CEC9-F0AC-EF39CE750C2E}" dt="2026-03-29T15:03:18.399" v="192"/>
          <ac:spMkLst>
            <pc:docMk/>
            <pc:sldMk cId="3650588473" sldId="278"/>
            <ac:spMk id="12" creationId="{BC4C4868-CB8F-4AF9-9CDB-8108F2C19B67}"/>
          </ac:spMkLst>
        </pc:spChg>
        <pc:spChg chg="add">
          <ac:chgData name="Temirlan Zhaxalykov" userId="S::t.zhaxalykov@kbtu.kz::037320a9-8ef1-4acb-bb74-1ab60141db9d" providerId="AD" clId="Web-{FBF90042-1DA0-CEC9-F0AC-EF39CE750C2E}" dt="2026-03-29T15:03:18.399" v="192"/>
          <ac:spMkLst>
            <pc:docMk/>
            <pc:sldMk cId="3650588473" sldId="278"/>
            <ac:spMk id="14" creationId="{375E0459-6403-40CD-989D-56A4407CA12E}"/>
          </ac:spMkLst>
        </pc:spChg>
        <pc:spChg chg="add">
          <ac:chgData name="Temirlan Zhaxalykov" userId="S::t.zhaxalykov@kbtu.kz::037320a9-8ef1-4acb-bb74-1ab60141db9d" providerId="AD" clId="Web-{FBF90042-1DA0-CEC9-F0AC-EF39CE750C2E}" dt="2026-03-29T15:03:18.399" v="192"/>
          <ac:spMkLst>
            <pc:docMk/>
            <pc:sldMk cId="3650588473" sldId="278"/>
            <ac:spMk id="16" creationId="{53E5B1A8-3AC9-4BD1-9BBC-78CA94F2D1BA}"/>
          </ac:spMkLst>
        </pc:spChg>
      </pc:sldChg>
      <pc:sldChg chg="add del">
        <pc:chgData name="Temirlan Zhaxalykov" userId="S::t.zhaxalykov@kbtu.kz::037320a9-8ef1-4acb-bb74-1ab60141db9d" providerId="AD" clId="Web-{FBF90042-1DA0-CEC9-F0AC-EF39CE750C2E}" dt="2026-03-29T15:03:48.508" v="199"/>
        <pc:sldMkLst>
          <pc:docMk/>
          <pc:sldMk cId="231370162" sldId="279"/>
        </pc:sldMkLst>
      </pc:sldChg>
      <pc:sldChg chg="modSp new del">
        <pc:chgData name="Temirlan Zhaxalykov" userId="S::t.zhaxalykov@kbtu.kz::037320a9-8ef1-4acb-bb74-1ab60141db9d" providerId="AD" clId="Web-{FBF90042-1DA0-CEC9-F0AC-EF39CE750C2E}" dt="2026-03-29T15:03:34.711" v="197"/>
        <pc:sldMkLst>
          <pc:docMk/>
          <pc:sldMk cId="2579408187" sldId="279"/>
        </pc:sldMkLst>
        <pc:spChg chg="mod">
          <ac:chgData name="Temirlan Zhaxalykov" userId="S::t.zhaxalykov@kbtu.kz::037320a9-8ef1-4acb-bb74-1ab60141db9d" providerId="AD" clId="Web-{FBF90042-1DA0-CEC9-F0AC-EF39CE750C2E}" dt="2026-03-29T15:03:31.243" v="196" actId="20577"/>
          <ac:spMkLst>
            <pc:docMk/>
            <pc:sldMk cId="2579408187" sldId="279"/>
            <ac:spMk id="2" creationId="{0A525466-FF12-0FF8-2736-C7FFB39BDB11}"/>
          </ac:spMkLst>
        </pc:spChg>
      </pc:sldChg>
      <pc:sldChg chg="modSp add ord replId">
        <pc:chgData name="Temirlan Zhaxalykov" userId="S::t.zhaxalykov@kbtu.kz::037320a9-8ef1-4acb-bb74-1ab60141db9d" providerId="AD" clId="Web-{FBF90042-1DA0-CEC9-F0AC-EF39CE750C2E}" dt="2026-03-29T15:51:37.759" v="325" actId="20577"/>
        <pc:sldMkLst>
          <pc:docMk/>
          <pc:sldMk cId="2874604954" sldId="279"/>
        </pc:sldMkLst>
        <pc:spChg chg="mod">
          <ac:chgData name="Temirlan Zhaxalykov" userId="S::t.zhaxalykov@kbtu.kz::037320a9-8ef1-4acb-bb74-1ab60141db9d" providerId="AD" clId="Web-{FBF90042-1DA0-CEC9-F0AC-EF39CE750C2E}" dt="2026-03-29T15:51:34.336" v="324" actId="20577"/>
          <ac:spMkLst>
            <pc:docMk/>
            <pc:sldMk cId="2874604954" sldId="279"/>
            <ac:spMk id="2" creationId="{A6CBE6F5-F79C-EDC2-2801-0B2330BD78EB}"/>
          </ac:spMkLst>
        </pc:spChg>
        <pc:spChg chg="mod">
          <ac:chgData name="Temirlan Zhaxalykov" userId="S::t.zhaxalykov@kbtu.kz::037320a9-8ef1-4acb-bb74-1ab60141db9d" providerId="AD" clId="Web-{FBF90042-1DA0-CEC9-F0AC-EF39CE750C2E}" dt="2026-03-29T15:51:37.759" v="325" actId="20577"/>
          <ac:spMkLst>
            <pc:docMk/>
            <pc:sldMk cId="2874604954" sldId="279"/>
            <ac:spMk id="3" creationId="{F6FA0B21-EC34-339B-3497-015DEB806707}"/>
          </ac:spMkLst>
        </pc:spChg>
      </pc:sldChg>
      <pc:sldChg chg="addSp modSp new mod ord setBg">
        <pc:chgData name="Temirlan Zhaxalykov" userId="S::t.zhaxalykov@kbtu.kz::037320a9-8ef1-4acb-bb74-1ab60141db9d" providerId="AD" clId="Web-{FBF90042-1DA0-CEC9-F0AC-EF39CE750C2E}" dt="2026-03-29T15:50:54.679" v="309"/>
        <pc:sldMkLst>
          <pc:docMk/>
          <pc:sldMk cId="1995716714" sldId="280"/>
        </pc:sldMkLst>
        <pc:spChg chg="mod">
          <ac:chgData name="Temirlan Zhaxalykov" userId="S::t.zhaxalykov@kbtu.kz::037320a9-8ef1-4acb-bb74-1ab60141db9d" providerId="AD" clId="Web-{FBF90042-1DA0-CEC9-F0AC-EF39CE750C2E}" dt="2026-03-29T15:05:48.467" v="234" actId="20577"/>
          <ac:spMkLst>
            <pc:docMk/>
            <pc:sldMk cId="1995716714" sldId="280"/>
            <ac:spMk id="2" creationId="{9B18C231-3DB5-CE12-21F2-14C3099D5824}"/>
          </ac:spMkLst>
        </pc:spChg>
        <pc:spChg chg="mod">
          <ac:chgData name="Temirlan Zhaxalykov" userId="S::t.zhaxalykov@kbtu.kz::037320a9-8ef1-4acb-bb74-1ab60141db9d" providerId="AD" clId="Web-{FBF90042-1DA0-CEC9-F0AC-EF39CE750C2E}" dt="2026-03-29T15:05:48.467" v="235" actId="20577"/>
          <ac:spMkLst>
            <pc:docMk/>
            <pc:sldMk cId="1995716714" sldId="280"/>
            <ac:spMk id="3" creationId="{51C327D8-47FF-07B6-3510-0596157877B5}"/>
          </ac:spMkLst>
        </pc:spChg>
        <pc:spChg chg="add mod">
          <ac:chgData name="Temirlan Zhaxalykov" userId="S::t.zhaxalykov@kbtu.kz::037320a9-8ef1-4acb-bb74-1ab60141db9d" providerId="AD" clId="Web-{FBF90042-1DA0-CEC9-F0AC-EF39CE750C2E}" dt="2026-03-29T15:05:48.420" v="229" actId="20577"/>
          <ac:spMkLst>
            <pc:docMk/>
            <pc:sldMk cId="1995716714" sldId="280"/>
            <ac:spMk id="8" creationId="{1B15ED52-F352-441B-82BF-E0EA34836D08}"/>
          </ac:spMkLst>
        </pc:spChg>
        <pc:spChg chg="add mod">
          <ac:chgData name="Temirlan Zhaxalykov" userId="S::t.zhaxalykov@kbtu.kz::037320a9-8ef1-4acb-bb74-1ab60141db9d" providerId="AD" clId="Web-{FBF90042-1DA0-CEC9-F0AC-EF39CE750C2E}" dt="2026-03-29T15:05:48.420" v="230" actId="20577"/>
          <ac:spMkLst>
            <pc:docMk/>
            <pc:sldMk cId="1995716714" sldId="280"/>
            <ac:spMk id="10" creationId="{3B2E3793-BFE6-45A2-9B7B-E18844431C99}"/>
          </ac:spMkLst>
        </pc:spChg>
        <pc:spChg chg="add mod">
          <ac:chgData name="Temirlan Zhaxalykov" userId="S::t.zhaxalykov@kbtu.kz::037320a9-8ef1-4acb-bb74-1ab60141db9d" providerId="AD" clId="Web-{FBF90042-1DA0-CEC9-F0AC-EF39CE750C2E}" dt="2026-03-29T15:05:48.436" v="231" actId="20577"/>
          <ac:spMkLst>
            <pc:docMk/>
            <pc:sldMk cId="1995716714" sldId="280"/>
            <ac:spMk id="12" creationId="{BC4C4868-CB8F-4AF9-9CDB-8108F2C19B67}"/>
          </ac:spMkLst>
        </pc:spChg>
        <pc:spChg chg="add mod">
          <ac:chgData name="Temirlan Zhaxalykov" userId="S::t.zhaxalykov@kbtu.kz::037320a9-8ef1-4acb-bb74-1ab60141db9d" providerId="AD" clId="Web-{FBF90042-1DA0-CEC9-F0AC-EF39CE750C2E}" dt="2026-03-29T15:05:48.436" v="232" actId="20577"/>
          <ac:spMkLst>
            <pc:docMk/>
            <pc:sldMk cId="1995716714" sldId="280"/>
            <ac:spMk id="14" creationId="{375E0459-6403-40CD-989D-56A4407CA12E}"/>
          </ac:spMkLst>
        </pc:spChg>
        <pc:spChg chg="add mod">
          <ac:chgData name="Temirlan Zhaxalykov" userId="S::t.zhaxalykov@kbtu.kz::037320a9-8ef1-4acb-bb74-1ab60141db9d" providerId="AD" clId="Web-{FBF90042-1DA0-CEC9-F0AC-EF39CE750C2E}" dt="2026-03-29T15:05:48.451" v="233" actId="20577"/>
          <ac:spMkLst>
            <pc:docMk/>
            <pc:sldMk cId="1995716714" sldId="280"/>
            <ac:spMk id="16" creationId="{53E5B1A8-3AC9-4BD1-9BBC-78CA94F2D1BA}"/>
          </ac:spMkLst>
        </pc:spChg>
      </pc:sldChg>
      <pc:sldChg chg="addSp modSp new mod setBg">
        <pc:chgData name="Temirlan Zhaxalykov" userId="S::t.zhaxalykov@kbtu.kz::037320a9-8ef1-4acb-bb74-1ab60141db9d" providerId="AD" clId="Web-{FBF90042-1DA0-CEC9-F0AC-EF39CE750C2E}" dt="2026-03-29T16:40:16.912" v="671" actId="20577"/>
        <pc:sldMkLst>
          <pc:docMk/>
          <pc:sldMk cId="2045283902" sldId="281"/>
        </pc:sldMkLst>
        <pc:spChg chg="mod">
          <ac:chgData name="Temirlan Zhaxalykov" userId="S::t.zhaxalykov@kbtu.kz::037320a9-8ef1-4acb-bb74-1ab60141db9d" providerId="AD" clId="Web-{FBF90042-1DA0-CEC9-F0AC-EF39CE750C2E}" dt="2026-03-29T15:06:31.612" v="243" actId="20577"/>
          <ac:spMkLst>
            <pc:docMk/>
            <pc:sldMk cId="2045283902" sldId="281"/>
            <ac:spMk id="2" creationId="{5B0D6F97-C02C-1898-81E5-6479789A4575}"/>
          </ac:spMkLst>
        </pc:spChg>
        <pc:spChg chg="mod">
          <ac:chgData name="Temirlan Zhaxalykov" userId="S::t.zhaxalykov@kbtu.kz::037320a9-8ef1-4acb-bb74-1ab60141db9d" providerId="AD" clId="Web-{FBF90042-1DA0-CEC9-F0AC-EF39CE750C2E}" dt="2026-03-29T16:40:16.912" v="671" actId="20577"/>
          <ac:spMkLst>
            <pc:docMk/>
            <pc:sldMk cId="2045283902" sldId="281"/>
            <ac:spMk id="3" creationId="{152FE577-40F4-9321-3569-C9B056BC1E01}"/>
          </ac:spMkLst>
        </pc:spChg>
        <pc:spChg chg="add">
          <ac:chgData name="Temirlan Zhaxalykov" userId="S::t.zhaxalykov@kbtu.kz::037320a9-8ef1-4acb-bb74-1ab60141db9d" providerId="AD" clId="Web-{FBF90042-1DA0-CEC9-F0AC-EF39CE750C2E}" dt="2026-03-29T15:06:15.548" v="239"/>
          <ac:spMkLst>
            <pc:docMk/>
            <pc:sldMk cId="2045283902" sldId="281"/>
            <ac:spMk id="8" creationId="{1B15ED52-F352-441B-82BF-E0EA34836D08}"/>
          </ac:spMkLst>
        </pc:spChg>
        <pc:spChg chg="add">
          <ac:chgData name="Temirlan Zhaxalykov" userId="S::t.zhaxalykov@kbtu.kz::037320a9-8ef1-4acb-bb74-1ab60141db9d" providerId="AD" clId="Web-{FBF90042-1DA0-CEC9-F0AC-EF39CE750C2E}" dt="2026-03-29T15:06:15.548" v="239"/>
          <ac:spMkLst>
            <pc:docMk/>
            <pc:sldMk cId="2045283902" sldId="281"/>
            <ac:spMk id="10" creationId="{3B2E3793-BFE6-45A2-9B7B-E18844431C99}"/>
          </ac:spMkLst>
        </pc:spChg>
        <pc:spChg chg="add">
          <ac:chgData name="Temirlan Zhaxalykov" userId="S::t.zhaxalykov@kbtu.kz::037320a9-8ef1-4acb-bb74-1ab60141db9d" providerId="AD" clId="Web-{FBF90042-1DA0-CEC9-F0AC-EF39CE750C2E}" dt="2026-03-29T15:06:15.548" v="239"/>
          <ac:spMkLst>
            <pc:docMk/>
            <pc:sldMk cId="2045283902" sldId="281"/>
            <ac:spMk id="12" creationId="{BC4C4868-CB8F-4AF9-9CDB-8108F2C19B67}"/>
          </ac:spMkLst>
        </pc:spChg>
        <pc:spChg chg="add">
          <ac:chgData name="Temirlan Zhaxalykov" userId="S::t.zhaxalykov@kbtu.kz::037320a9-8ef1-4acb-bb74-1ab60141db9d" providerId="AD" clId="Web-{FBF90042-1DA0-CEC9-F0AC-EF39CE750C2E}" dt="2026-03-29T15:06:15.548" v="239"/>
          <ac:spMkLst>
            <pc:docMk/>
            <pc:sldMk cId="2045283902" sldId="281"/>
            <ac:spMk id="14" creationId="{375E0459-6403-40CD-989D-56A4407CA12E}"/>
          </ac:spMkLst>
        </pc:spChg>
        <pc:spChg chg="add">
          <ac:chgData name="Temirlan Zhaxalykov" userId="S::t.zhaxalykov@kbtu.kz::037320a9-8ef1-4acb-bb74-1ab60141db9d" providerId="AD" clId="Web-{FBF90042-1DA0-CEC9-F0AC-EF39CE750C2E}" dt="2026-03-29T15:06:15.548" v="239"/>
          <ac:spMkLst>
            <pc:docMk/>
            <pc:sldMk cId="2045283902" sldId="281"/>
            <ac:spMk id="16" creationId="{53E5B1A8-3AC9-4BD1-9BBC-78CA94F2D1BA}"/>
          </ac:spMkLst>
        </pc:spChg>
      </pc:sldChg>
      <pc:sldChg chg="addSp modSp new mod setBg">
        <pc:chgData name="Temirlan Zhaxalykov" userId="S::t.zhaxalykov@kbtu.kz::037320a9-8ef1-4acb-bb74-1ab60141db9d" providerId="AD" clId="Web-{FBF90042-1DA0-CEC9-F0AC-EF39CE750C2E}" dt="2026-03-29T16:40:21.131" v="672" actId="20577"/>
        <pc:sldMkLst>
          <pc:docMk/>
          <pc:sldMk cId="3068141882" sldId="282"/>
        </pc:sldMkLst>
        <pc:spChg chg="mod">
          <ac:chgData name="Temirlan Zhaxalykov" userId="S::t.zhaxalykov@kbtu.kz::037320a9-8ef1-4acb-bb74-1ab60141db9d" providerId="AD" clId="Web-{FBF90042-1DA0-CEC9-F0AC-EF39CE750C2E}" dt="2026-03-29T15:06:58.472" v="251" actId="20577"/>
          <ac:spMkLst>
            <pc:docMk/>
            <pc:sldMk cId="3068141882" sldId="282"/>
            <ac:spMk id="2" creationId="{4BB95AF3-1005-EB37-C035-A4093AC663CD}"/>
          </ac:spMkLst>
        </pc:spChg>
        <pc:spChg chg="mod">
          <ac:chgData name="Temirlan Zhaxalykov" userId="S::t.zhaxalykov@kbtu.kz::037320a9-8ef1-4acb-bb74-1ab60141db9d" providerId="AD" clId="Web-{FBF90042-1DA0-CEC9-F0AC-EF39CE750C2E}" dt="2026-03-29T16:40:21.131" v="672" actId="20577"/>
          <ac:spMkLst>
            <pc:docMk/>
            <pc:sldMk cId="3068141882" sldId="282"/>
            <ac:spMk id="3" creationId="{937CAD11-5306-845A-3857-3ADE7EFA5CD4}"/>
          </ac:spMkLst>
        </pc:spChg>
        <pc:spChg chg="add">
          <ac:chgData name="Temirlan Zhaxalykov" userId="S::t.zhaxalykov@kbtu.kz::037320a9-8ef1-4acb-bb74-1ab60141db9d" providerId="AD" clId="Web-{FBF90042-1DA0-CEC9-F0AC-EF39CE750C2E}" dt="2026-03-29T15:06:48.112" v="247"/>
          <ac:spMkLst>
            <pc:docMk/>
            <pc:sldMk cId="3068141882" sldId="282"/>
            <ac:spMk id="8" creationId="{1B15ED52-F352-441B-82BF-E0EA34836D08}"/>
          </ac:spMkLst>
        </pc:spChg>
        <pc:spChg chg="add">
          <ac:chgData name="Temirlan Zhaxalykov" userId="S::t.zhaxalykov@kbtu.kz::037320a9-8ef1-4acb-bb74-1ab60141db9d" providerId="AD" clId="Web-{FBF90042-1DA0-CEC9-F0AC-EF39CE750C2E}" dt="2026-03-29T15:06:48.112" v="247"/>
          <ac:spMkLst>
            <pc:docMk/>
            <pc:sldMk cId="3068141882" sldId="282"/>
            <ac:spMk id="10" creationId="{3B2E3793-BFE6-45A2-9B7B-E18844431C99}"/>
          </ac:spMkLst>
        </pc:spChg>
        <pc:spChg chg="add">
          <ac:chgData name="Temirlan Zhaxalykov" userId="S::t.zhaxalykov@kbtu.kz::037320a9-8ef1-4acb-bb74-1ab60141db9d" providerId="AD" clId="Web-{FBF90042-1DA0-CEC9-F0AC-EF39CE750C2E}" dt="2026-03-29T15:06:48.112" v="247"/>
          <ac:spMkLst>
            <pc:docMk/>
            <pc:sldMk cId="3068141882" sldId="282"/>
            <ac:spMk id="12" creationId="{BC4C4868-CB8F-4AF9-9CDB-8108F2C19B67}"/>
          </ac:spMkLst>
        </pc:spChg>
        <pc:spChg chg="add">
          <ac:chgData name="Temirlan Zhaxalykov" userId="S::t.zhaxalykov@kbtu.kz::037320a9-8ef1-4acb-bb74-1ab60141db9d" providerId="AD" clId="Web-{FBF90042-1DA0-CEC9-F0AC-EF39CE750C2E}" dt="2026-03-29T15:06:48.112" v="247"/>
          <ac:spMkLst>
            <pc:docMk/>
            <pc:sldMk cId="3068141882" sldId="282"/>
            <ac:spMk id="14" creationId="{375E0459-6403-40CD-989D-56A4407CA12E}"/>
          </ac:spMkLst>
        </pc:spChg>
        <pc:spChg chg="add">
          <ac:chgData name="Temirlan Zhaxalykov" userId="S::t.zhaxalykov@kbtu.kz::037320a9-8ef1-4acb-bb74-1ab60141db9d" providerId="AD" clId="Web-{FBF90042-1DA0-CEC9-F0AC-EF39CE750C2E}" dt="2026-03-29T15:06:48.112" v="247"/>
          <ac:spMkLst>
            <pc:docMk/>
            <pc:sldMk cId="3068141882" sldId="282"/>
            <ac:spMk id="16" creationId="{53E5B1A8-3AC9-4BD1-9BBC-78CA94F2D1BA}"/>
          </ac:spMkLst>
        </pc:spChg>
      </pc:sldChg>
      <pc:sldChg chg="addSp modSp new mod setBg">
        <pc:chgData name="Temirlan Zhaxalykov" userId="S::t.zhaxalykov@kbtu.kz::037320a9-8ef1-4acb-bb74-1ab60141db9d" providerId="AD" clId="Web-{FBF90042-1DA0-CEC9-F0AC-EF39CE750C2E}" dt="2026-03-29T16:40:26.506" v="674" actId="20577"/>
        <pc:sldMkLst>
          <pc:docMk/>
          <pc:sldMk cId="263935851" sldId="283"/>
        </pc:sldMkLst>
        <pc:spChg chg="mod">
          <ac:chgData name="Temirlan Zhaxalykov" userId="S::t.zhaxalykov@kbtu.kz::037320a9-8ef1-4acb-bb74-1ab60141db9d" providerId="AD" clId="Web-{FBF90042-1DA0-CEC9-F0AC-EF39CE750C2E}" dt="2026-03-29T15:07:56.097" v="264" actId="20577"/>
          <ac:spMkLst>
            <pc:docMk/>
            <pc:sldMk cId="263935851" sldId="283"/>
            <ac:spMk id="2" creationId="{88F7D781-9F2E-261F-45A7-50FAEC0BA0F1}"/>
          </ac:spMkLst>
        </pc:spChg>
        <pc:spChg chg="mod">
          <ac:chgData name="Temirlan Zhaxalykov" userId="S::t.zhaxalykov@kbtu.kz::037320a9-8ef1-4acb-bb74-1ab60141db9d" providerId="AD" clId="Web-{FBF90042-1DA0-CEC9-F0AC-EF39CE750C2E}" dt="2026-03-29T16:40:26.506" v="674" actId="20577"/>
          <ac:spMkLst>
            <pc:docMk/>
            <pc:sldMk cId="263935851" sldId="283"/>
            <ac:spMk id="3" creationId="{D41AC94D-85AE-916F-72CB-D6F0EB925796}"/>
          </ac:spMkLst>
        </pc:spChg>
        <pc:spChg chg="add">
          <ac:chgData name="Temirlan Zhaxalykov" userId="S::t.zhaxalykov@kbtu.kz::037320a9-8ef1-4acb-bb74-1ab60141db9d" providerId="AD" clId="Web-{FBF90042-1DA0-CEC9-F0AC-EF39CE750C2E}" dt="2026-03-29T15:07:36.410" v="260"/>
          <ac:spMkLst>
            <pc:docMk/>
            <pc:sldMk cId="263935851" sldId="283"/>
            <ac:spMk id="8" creationId="{1B15ED52-F352-441B-82BF-E0EA34836D08}"/>
          </ac:spMkLst>
        </pc:spChg>
        <pc:spChg chg="add">
          <ac:chgData name="Temirlan Zhaxalykov" userId="S::t.zhaxalykov@kbtu.kz::037320a9-8ef1-4acb-bb74-1ab60141db9d" providerId="AD" clId="Web-{FBF90042-1DA0-CEC9-F0AC-EF39CE750C2E}" dt="2026-03-29T15:07:36.410" v="260"/>
          <ac:spMkLst>
            <pc:docMk/>
            <pc:sldMk cId="263935851" sldId="283"/>
            <ac:spMk id="10" creationId="{3B2E3793-BFE6-45A2-9B7B-E18844431C99}"/>
          </ac:spMkLst>
        </pc:spChg>
        <pc:spChg chg="add">
          <ac:chgData name="Temirlan Zhaxalykov" userId="S::t.zhaxalykov@kbtu.kz::037320a9-8ef1-4acb-bb74-1ab60141db9d" providerId="AD" clId="Web-{FBF90042-1DA0-CEC9-F0AC-EF39CE750C2E}" dt="2026-03-29T15:07:36.410" v="260"/>
          <ac:spMkLst>
            <pc:docMk/>
            <pc:sldMk cId="263935851" sldId="283"/>
            <ac:spMk id="12" creationId="{BC4C4868-CB8F-4AF9-9CDB-8108F2C19B67}"/>
          </ac:spMkLst>
        </pc:spChg>
        <pc:spChg chg="add">
          <ac:chgData name="Temirlan Zhaxalykov" userId="S::t.zhaxalykov@kbtu.kz::037320a9-8ef1-4acb-bb74-1ab60141db9d" providerId="AD" clId="Web-{FBF90042-1DA0-CEC9-F0AC-EF39CE750C2E}" dt="2026-03-29T15:07:36.410" v="260"/>
          <ac:spMkLst>
            <pc:docMk/>
            <pc:sldMk cId="263935851" sldId="283"/>
            <ac:spMk id="14" creationId="{375E0459-6403-40CD-989D-56A4407CA12E}"/>
          </ac:spMkLst>
        </pc:spChg>
        <pc:spChg chg="add">
          <ac:chgData name="Temirlan Zhaxalykov" userId="S::t.zhaxalykov@kbtu.kz::037320a9-8ef1-4acb-bb74-1ab60141db9d" providerId="AD" clId="Web-{FBF90042-1DA0-CEC9-F0AC-EF39CE750C2E}" dt="2026-03-29T15:07:36.410" v="260"/>
          <ac:spMkLst>
            <pc:docMk/>
            <pc:sldMk cId="263935851" sldId="283"/>
            <ac:spMk id="16" creationId="{53E5B1A8-3AC9-4BD1-9BBC-78CA94F2D1BA}"/>
          </ac:spMkLst>
        </pc:spChg>
      </pc:sldChg>
      <pc:sldChg chg="addSp modSp new mod setBg">
        <pc:chgData name="Temirlan Zhaxalykov" userId="S::t.zhaxalykov@kbtu.kz::037320a9-8ef1-4acb-bb74-1ab60141db9d" providerId="AD" clId="Web-{FBF90042-1DA0-CEC9-F0AC-EF39CE750C2E}" dt="2026-03-29T16:40:35.209" v="676" actId="20577"/>
        <pc:sldMkLst>
          <pc:docMk/>
          <pc:sldMk cId="3019117325" sldId="284"/>
        </pc:sldMkLst>
        <pc:spChg chg="mod">
          <ac:chgData name="Temirlan Zhaxalykov" userId="S::t.zhaxalykov@kbtu.kz::037320a9-8ef1-4acb-bb74-1ab60141db9d" providerId="AD" clId="Web-{FBF90042-1DA0-CEC9-F0AC-EF39CE750C2E}" dt="2026-03-29T15:08:27.066" v="277" actId="20577"/>
          <ac:spMkLst>
            <pc:docMk/>
            <pc:sldMk cId="3019117325" sldId="284"/>
            <ac:spMk id="2" creationId="{6FA41C7A-555E-969F-216C-46D657699B08}"/>
          </ac:spMkLst>
        </pc:spChg>
        <pc:spChg chg="mod">
          <ac:chgData name="Temirlan Zhaxalykov" userId="S::t.zhaxalykov@kbtu.kz::037320a9-8ef1-4acb-bb74-1ab60141db9d" providerId="AD" clId="Web-{FBF90042-1DA0-CEC9-F0AC-EF39CE750C2E}" dt="2026-03-29T16:40:35.209" v="676" actId="20577"/>
          <ac:spMkLst>
            <pc:docMk/>
            <pc:sldMk cId="3019117325" sldId="284"/>
            <ac:spMk id="3" creationId="{B43ADDD3-ABFF-57EE-4432-FFA40982AF8C}"/>
          </ac:spMkLst>
        </pc:spChg>
        <pc:spChg chg="add mod">
          <ac:chgData name="Temirlan Zhaxalykov" userId="S::t.zhaxalykov@kbtu.kz::037320a9-8ef1-4acb-bb74-1ab60141db9d" providerId="AD" clId="Web-{FBF90042-1DA0-CEC9-F0AC-EF39CE750C2E}" dt="2026-03-29T15:08:23.816" v="269" actId="20577"/>
          <ac:spMkLst>
            <pc:docMk/>
            <pc:sldMk cId="3019117325" sldId="284"/>
            <ac:spMk id="8" creationId="{1B15ED52-F352-441B-82BF-E0EA34836D08}"/>
          </ac:spMkLst>
        </pc:spChg>
        <pc:spChg chg="add mod">
          <ac:chgData name="Temirlan Zhaxalykov" userId="S::t.zhaxalykov@kbtu.kz::037320a9-8ef1-4acb-bb74-1ab60141db9d" providerId="AD" clId="Web-{FBF90042-1DA0-CEC9-F0AC-EF39CE750C2E}" dt="2026-03-29T15:08:23.832" v="270" actId="20577"/>
          <ac:spMkLst>
            <pc:docMk/>
            <pc:sldMk cId="3019117325" sldId="284"/>
            <ac:spMk id="10" creationId="{3B2E3793-BFE6-45A2-9B7B-E18844431C99}"/>
          </ac:spMkLst>
        </pc:spChg>
        <pc:spChg chg="add mod">
          <ac:chgData name="Temirlan Zhaxalykov" userId="S::t.zhaxalykov@kbtu.kz::037320a9-8ef1-4acb-bb74-1ab60141db9d" providerId="AD" clId="Web-{FBF90042-1DA0-CEC9-F0AC-EF39CE750C2E}" dt="2026-03-29T15:08:23.848" v="271" actId="20577"/>
          <ac:spMkLst>
            <pc:docMk/>
            <pc:sldMk cId="3019117325" sldId="284"/>
            <ac:spMk id="12" creationId="{BC4C4868-CB8F-4AF9-9CDB-8108F2C19B67}"/>
          </ac:spMkLst>
        </pc:spChg>
        <pc:spChg chg="add mod">
          <ac:chgData name="Temirlan Zhaxalykov" userId="S::t.zhaxalykov@kbtu.kz::037320a9-8ef1-4acb-bb74-1ab60141db9d" providerId="AD" clId="Web-{FBF90042-1DA0-CEC9-F0AC-EF39CE750C2E}" dt="2026-03-29T15:08:23.879" v="272" actId="20577"/>
          <ac:spMkLst>
            <pc:docMk/>
            <pc:sldMk cId="3019117325" sldId="284"/>
            <ac:spMk id="14" creationId="{375E0459-6403-40CD-989D-56A4407CA12E}"/>
          </ac:spMkLst>
        </pc:spChg>
        <pc:spChg chg="add mod">
          <ac:chgData name="Temirlan Zhaxalykov" userId="S::t.zhaxalykov@kbtu.kz::037320a9-8ef1-4acb-bb74-1ab60141db9d" providerId="AD" clId="Web-{FBF90042-1DA0-CEC9-F0AC-EF39CE750C2E}" dt="2026-03-29T15:08:23.894" v="273" actId="20577"/>
          <ac:spMkLst>
            <pc:docMk/>
            <pc:sldMk cId="3019117325" sldId="284"/>
            <ac:spMk id="16" creationId="{53E5B1A8-3AC9-4BD1-9BBC-78CA94F2D1BA}"/>
          </ac:spMkLst>
        </pc:spChg>
      </pc:sldChg>
      <pc:sldChg chg="addSp modSp new mod setBg">
        <pc:chgData name="Temirlan Zhaxalykov" userId="S::t.zhaxalykov@kbtu.kz::037320a9-8ef1-4acb-bb74-1ab60141db9d" providerId="AD" clId="Web-{FBF90042-1DA0-CEC9-F0AC-EF39CE750C2E}" dt="2026-03-29T16:40:39.662" v="677" actId="20577"/>
        <pc:sldMkLst>
          <pc:docMk/>
          <pc:sldMk cId="3559878391" sldId="285"/>
        </pc:sldMkLst>
        <pc:spChg chg="mod">
          <ac:chgData name="Temirlan Zhaxalykov" userId="S::t.zhaxalykov@kbtu.kz::037320a9-8ef1-4acb-bb74-1ab60141db9d" providerId="AD" clId="Web-{FBF90042-1DA0-CEC9-F0AC-EF39CE750C2E}" dt="2026-03-29T15:08:52.254" v="289" actId="20577"/>
          <ac:spMkLst>
            <pc:docMk/>
            <pc:sldMk cId="3559878391" sldId="285"/>
            <ac:spMk id="2" creationId="{174781DC-E45F-627C-BC75-51FAD0EF33D8}"/>
          </ac:spMkLst>
        </pc:spChg>
        <pc:spChg chg="mod">
          <ac:chgData name="Temirlan Zhaxalykov" userId="S::t.zhaxalykov@kbtu.kz::037320a9-8ef1-4acb-bb74-1ab60141db9d" providerId="AD" clId="Web-{FBF90042-1DA0-CEC9-F0AC-EF39CE750C2E}" dt="2026-03-29T16:40:39.662" v="677" actId="20577"/>
          <ac:spMkLst>
            <pc:docMk/>
            <pc:sldMk cId="3559878391" sldId="285"/>
            <ac:spMk id="3" creationId="{CDDF44DC-BF5A-331F-2027-3E38657F3681}"/>
          </ac:spMkLst>
        </pc:spChg>
        <pc:spChg chg="add mod">
          <ac:chgData name="Temirlan Zhaxalykov" userId="S::t.zhaxalykov@kbtu.kz::037320a9-8ef1-4acb-bb74-1ab60141db9d" providerId="AD" clId="Web-{FBF90042-1DA0-CEC9-F0AC-EF39CE750C2E}" dt="2026-03-29T15:08:52.207" v="284" actId="20577"/>
          <ac:spMkLst>
            <pc:docMk/>
            <pc:sldMk cId="3559878391" sldId="285"/>
            <ac:spMk id="8" creationId="{1B15ED52-F352-441B-82BF-E0EA34836D08}"/>
          </ac:spMkLst>
        </pc:spChg>
        <pc:spChg chg="add mod">
          <ac:chgData name="Temirlan Zhaxalykov" userId="S::t.zhaxalykov@kbtu.kz::037320a9-8ef1-4acb-bb74-1ab60141db9d" providerId="AD" clId="Web-{FBF90042-1DA0-CEC9-F0AC-EF39CE750C2E}" dt="2026-03-29T15:08:52.207" v="285" actId="20577"/>
          <ac:spMkLst>
            <pc:docMk/>
            <pc:sldMk cId="3559878391" sldId="285"/>
            <ac:spMk id="10" creationId="{3B2E3793-BFE6-45A2-9B7B-E18844431C99}"/>
          </ac:spMkLst>
        </pc:spChg>
        <pc:spChg chg="add mod">
          <ac:chgData name="Temirlan Zhaxalykov" userId="S::t.zhaxalykov@kbtu.kz::037320a9-8ef1-4acb-bb74-1ab60141db9d" providerId="AD" clId="Web-{FBF90042-1DA0-CEC9-F0AC-EF39CE750C2E}" dt="2026-03-29T15:08:52.223" v="286" actId="20577"/>
          <ac:spMkLst>
            <pc:docMk/>
            <pc:sldMk cId="3559878391" sldId="285"/>
            <ac:spMk id="12" creationId="{BC4C4868-CB8F-4AF9-9CDB-8108F2C19B67}"/>
          </ac:spMkLst>
        </pc:spChg>
        <pc:spChg chg="add mod">
          <ac:chgData name="Temirlan Zhaxalykov" userId="S::t.zhaxalykov@kbtu.kz::037320a9-8ef1-4acb-bb74-1ab60141db9d" providerId="AD" clId="Web-{FBF90042-1DA0-CEC9-F0AC-EF39CE750C2E}" dt="2026-03-29T15:08:52.238" v="287" actId="20577"/>
          <ac:spMkLst>
            <pc:docMk/>
            <pc:sldMk cId="3559878391" sldId="285"/>
            <ac:spMk id="14" creationId="{375E0459-6403-40CD-989D-56A4407CA12E}"/>
          </ac:spMkLst>
        </pc:spChg>
        <pc:spChg chg="add mod">
          <ac:chgData name="Temirlan Zhaxalykov" userId="S::t.zhaxalykov@kbtu.kz::037320a9-8ef1-4acb-bb74-1ab60141db9d" providerId="AD" clId="Web-{FBF90042-1DA0-CEC9-F0AC-EF39CE750C2E}" dt="2026-03-29T15:08:52.238" v="288" actId="20577"/>
          <ac:spMkLst>
            <pc:docMk/>
            <pc:sldMk cId="3559878391" sldId="285"/>
            <ac:spMk id="16" creationId="{53E5B1A8-3AC9-4BD1-9BBC-78CA94F2D1BA}"/>
          </ac:spMkLst>
        </pc:spChg>
      </pc:sldChg>
      <pc:sldChg chg="addSp modSp new mod setBg">
        <pc:chgData name="Temirlan Zhaxalykov" userId="S::t.zhaxalykov@kbtu.kz::037320a9-8ef1-4acb-bb74-1ab60141db9d" providerId="AD" clId="Web-{FBF90042-1DA0-CEC9-F0AC-EF39CE750C2E}" dt="2026-03-29T16:40:42.553" v="679" actId="20577"/>
        <pc:sldMkLst>
          <pc:docMk/>
          <pc:sldMk cId="3148933274" sldId="286"/>
        </pc:sldMkLst>
        <pc:spChg chg="mod">
          <ac:chgData name="Temirlan Zhaxalykov" userId="S::t.zhaxalykov@kbtu.kz::037320a9-8ef1-4acb-bb74-1ab60141db9d" providerId="AD" clId="Web-{FBF90042-1DA0-CEC9-F0AC-EF39CE750C2E}" dt="2026-03-29T15:09:19.691" v="303" actId="20577"/>
          <ac:spMkLst>
            <pc:docMk/>
            <pc:sldMk cId="3148933274" sldId="286"/>
            <ac:spMk id="2" creationId="{B7C488BE-B5FA-DC5D-8ACE-BFDE5DCB44D2}"/>
          </ac:spMkLst>
        </pc:spChg>
        <pc:spChg chg="mod">
          <ac:chgData name="Temirlan Zhaxalykov" userId="S::t.zhaxalykov@kbtu.kz::037320a9-8ef1-4acb-bb74-1ab60141db9d" providerId="AD" clId="Web-{FBF90042-1DA0-CEC9-F0AC-EF39CE750C2E}" dt="2026-03-29T16:40:42.553" v="679" actId="20577"/>
          <ac:spMkLst>
            <pc:docMk/>
            <pc:sldMk cId="3148933274" sldId="286"/>
            <ac:spMk id="3" creationId="{8C740DC3-3FBB-111E-CD69-A93C735AB773}"/>
          </ac:spMkLst>
        </pc:spChg>
        <pc:spChg chg="add mod">
          <ac:chgData name="Temirlan Zhaxalykov" userId="S::t.zhaxalykov@kbtu.kz::037320a9-8ef1-4acb-bb74-1ab60141db9d" providerId="AD" clId="Web-{FBF90042-1DA0-CEC9-F0AC-EF39CE750C2E}" dt="2026-03-29T15:09:19.629" v="298" actId="20577"/>
          <ac:spMkLst>
            <pc:docMk/>
            <pc:sldMk cId="3148933274" sldId="286"/>
            <ac:spMk id="8" creationId="{1B15ED52-F352-441B-82BF-E0EA34836D08}"/>
          </ac:spMkLst>
        </pc:spChg>
        <pc:spChg chg="add mod">
          <ac:chgData name="Temirlan Zhaxalykov" userId="S::t.zhaxalykov@kbtu.kz::037320a9-8ef1-4acb-bb74-1ab60141db9d" providerId="AD" clId="Web-{FBF90042-1DA0-CEC9-F0AC-EF39CE750C2E}" dt="2026-03-29T15:09:19.629" v="299" actId="20577"/>
          <ac:spMkLst>
            <pc:docMk/>
            <pc:sldMk cId="3148933274" sldId="286"/>
            <ac:spMk id="10" creationId="{3B2E3793-BFE6-45A2-9B7B-E18844431C99}"/>
          </ac:spMkLst>
        </pc:spChg>
        <pc:spChg chg="add mod">
          <ac:chgData name="Temirlan Zhaxalykov" userId="S::t.zhaxalykov@kbtu.kz::037320a9-8ef1-4acb-bb74-1ab60141db9d" providerId="AD" clId="Web-{FBF90042-1DA0-CEC9-F0AC-EF39CE750C2E}" dt="2026-03-29T15:09:19.645" v="300" actId="20577"/>
          <ac:spMkLst>
            <pc:docMk/>
            <pc:sldMk cId="3148933274" sldId="286"/>
            <ac:spMk id="12" creationId="{BC4C4868-CB8F-4AF9-9CDB-8108F2C19B67}"/>
          </ac:spMkLst>
        </pc:spChg>
        <pc:spChg chg="add mod">
          <ac:chgData name="Temirlan Zhaxalykov" userId="S::t.zhaxalykov@kbtu.kz::037320a9-8ef1-4acb-bb74-1ab60141db9d" providerId="AD" clId="Web-{FBF90042-1DA0-CEC9-F0AC-EF39CE750C2E}" dt="2026-03-29T15:09:19.660" v="301" actId="20577"/>
          <ac:spMkLst>
            <pc:docMk/>
            <pc:sldMk cId="3148933274" sldId="286"/>
            <ac:spMk id="14" creationId="{375E0459-6403-40CD-989D-56A4407CA12E}"/>
          </ac:spMkLst>
        </pc:spChg>
        <pc:spChg chg="add mod">
          <ac:chgData name="Temirlan Zhaxalykov" userId="S::t.zhaxalykov@kbtu.kz::037320a9-8ef1-4acb-bb74-1ab60141db9d" providerId="AD" clId="Web-{FBF90042-1DA0-CEC9-F0AC-EF39CE750C2E}" dt="2026-03-29T15:09:19.676" v="302" actId="20577"/>
          <ac:spMkLst>
            <pc:docMk/>
            <pc:sldMk cId="3148933274" sldId="286"/>
            <ac:spMk id="16" creationId="{53E5B1A8-3AC9-4BD1-9BBC-78CA94F2D1BA}"/>
          </ac:spMkLst>
        </pc:spChg>
      </pc:sldChg>
      <pc:sldChg chg="addSp modSp new mod setBg">
        <pc:chgData name="Temirlan Zhaxalykov" userId="S::t.zhaxalykov@kbtu.kz::037320a9-8ef1-4acb-bb74-1ab60141db9d" providerId="AD" clId="Web-{FBF90042-1DA0-CEC9-F0AC-EF39CE750C2E}" dt="2026-03-29T15:52:25.386" v="334" actId="20577"/>
        <pc:sldMkLst>
          <pc:docMk/>
          <pc:sldMk cId="670934881" sldId="287"/>
        </pc:sldMkLst>
        <pc:spChg chg="mod">
          <ac:chgData name="Temirlan Zhaxalykov" userId="S::t.zhaxalykov@kbtu.kz::037320a9-8ef1-4acb-bb74-1ab60141db9d" providerId="AD" clId="Web-{FBF90042-1DA0-CEC9-F0AC-EF39CE750C2E}" dt="2026-03-29T15:52:25.386" v="334" actId="20577"/>
          <ac:spMkLst>
            <pc:docMk/>
            <pc:sldMk cId="670934881" sldId="287"/>
            <ac:spMk id="2" creationId="{82044380-F5C8-1B2E-DC91-94E758C07D12}"/>
          </ac:spMkLst>
        </pc:spChg>
        <pc:spChg chg="mod">
          <ac:chgData name="Temirlan Zhaxalykov" userId="S::t.zhaxalykov@kbtu.kz::037320a9-8ef1-4acb-bb74-1ab60141db9d" providerId="AD" clId="Web-{FBF90042-1DA0-CEC9-F0AC-EF39CE750C2E}" dt="2026-03-29T15:52:23.902" v="333" actId="20577"/>
          <ac:spMkLst>
            <pc:docMk/>
            <pc:sldMk cId="670934881" sldId="287"/>
            <ac:spMk id="3" creationId="{8D203A80-EA98-B1A8-635A-0E2116E71ED9}"/>
          </ac:spMkLst>
        </pc:spChg>
        <pc:spChg chg="add">
          <ac:chgData name="Temirlan Zhaxalykov" userId="S::t.zhaxalykov@kbtu.kz::037320a9-8ef1-4acb-bb74-1ab60141db9d" providerId="AD" clId="Web-{FBF90042-1DA0-CEC9-F0AC-EF39CE750C2E}" dt="2026-03-29T15:52:16.401" v="329"/>
          <ac:spMkLst>
            <pc:docMk/>
            <pc:sldMk cId="670934881" sldId="287"/>
            <ac:spMk id="8" creationId="{1B15ED52-F352-441B-82BF-E0EA34836D08}"/>
          </ac:spMkLst>
        </pc:spChg>
        <pc:spChg chg="add">
          <ac:chgData name="Temirlan Zhaxalykov" userId="S::t.zhaxalykov@kbtu.kz::037320a9-8ef1-4acb-bb74-1ab60141db9d" providerId="AD" clId="Web-{FBF90042-1DA0-CEC9-F0AC-EF39CE750C2E}" dt="2026-03-29T15:52:16.401" v="329"/>
          <ac:spMkLst>
            <pc:docMk/>
            <pc:sldMk cId="670934881" sldId="287"/>
            <ac:spMk id="10" creationId="{3B2E3793-BFE6-45A2-9B7B-E18844431C99}"/>
          </ac:spMkLst>
        </pc:spChg>
        <pc:spChg chg="add">
          <ac:chgData name="Temirlan Zhaxalykov" userId="S::t.zhaxalykov@kbtu.kz::037320a9-8ef1-4acb-bb74-1ab60141db9d" providerId="AD" clId="Web-{FBF90042-1DA0-CEC9-F0AC-EF39CE750C2E}" dt="2026-03-29T15:52:16.401" v="329"/>
          <ac:spMkLst>
            <pc:docMk/>
            <pc:sldMk cId="670934881" sldId="287"/>
            <ac:spMk id="12" creationId="{BC4C4868-CB8F-4AF9-9CDB-8108F2C19B67}"/>
          </ac:spMkLst>
        </pc:spChg>
        <pc:spChg chg="add">
          <ac:chgData name="Temirlan Zhaxalykov" userId="S::t.zhaxalykov@kbtu.kz::037320a9-8ef1-4acb-bb74-1ab60141db9d" providerId="AD" clId="Web-{FBF90042-1DA0-CEC9-F0AC-EF39CE750C2E}" dt="2026-03-29T15:52:16.401" v="329"/>
          <ac:spMkLst>
            <pc:docMk/>
            <pc:sldMk cId="670934881" sldId="287"/>
            <ac:spMk id="14" creationId="{375E0459-6403-40CD-989D-56A4407CA12E}"/>
          </ac:spMkLst>
        </pc:spChg>
        <pc:spChg chg="add">
          <ac:chgData name="Temirlan Zhaxalykov" userId="S::t.zhaxalykov@kbtu.kz::037320a9-8ef1-4acb-bb74-1ab60141db9d" providerId="AD" clId="Web-{FBF90042-1DA0-CEC9-F0AC-EF39CE750C2E}" dt="2026-03-29T15:52:16.401" v="329"/>
          <ac:spMkLst>
            <pc:docMk/>
            <pc:sldMk cId="670934881" sldId="287"/>
            <ac:spMk id="16" creationId="{53E5B1A8-3AC9-4BD1-9BBC-78CA94F2D1BA}"/>
          </ac:spMkLst>
        </pc:spChg>
      </pc:sldChg>
      <pc:sldChg chg="new del">
        <pc:chgData name="Temirlan Zhaxalykov" userId="S::t.zhaxalykov@kbtu.kz::037320a9-8ef1-4acb-bb74-1ab60141db9d" providerId="AD" clId="Web-{FBF90042-1DA0-CEC9-F0AC-EF39CE750C2E}" dt="2026-03-29T15:50:57.069" v="312"/>
        <pc:sldMkLst>
          <pc:docMk/>
          <pc:sldMk cId="3762745585" sldId="287"/>
        </pc:sldMkLst>
      </pc:sldChg>
      <pc:sldChg chg="addSp modSp new mod setBg">
        <pc:chgData name="Temirlan Zhaxalykov" userId="S::t.zhaxalykov@kbtu.kz::037320a9-8ef1-4acb-bb74-1ab60141db9d" providerId="AD" clId="Web-{FBF90042-1DA0-CEC9-F0AC-EF39CE750C2E}" dt="2026-03-29T16:40:51.631" v="680" actId="20577"/>
        <pc:sldMkLst>
          <pc:docMk/>
          <pc:sldMk cId="37226798" sldId="288"/>
        </pc:sldMkLst>
        <pc:spChg chg="mod">
          <ac:chgData name="Temirlan Zhaxalykov" userId="S::t.zhaxalykov@kbtu.kz::037320a9-8ef1-4acb-bb74-1ab60141db9d" providerId="AD" clId="Web-{FBF90042-1DA0-CEC9-F0AC-EF39CE750C2E}" dt="2026-03-29T15:52:59.122" v="349" actId="20577"/>
          <ac:spMkLst>
            <pc:docMk/>
            <pc:sldMk cId="37226798" sldId="288"/>
            <ac:spMk id="2" creationId="{D72FA3C0-E67D-7C9C-5B39-B526947253E9}"/>
          </ac:spMkLst>
        </pc:spChg>
        <pc:spChg chg="mod">
          <ac:chgData name="Temirlan Zhaxalykov" userId="S::t.zhaxalykov@kbtu.kz::037320a9-8ef1-4acb-bb74-1ab60141db9d" providerId="AD" clId="Web-{FBF90042-1DA0-CEC9-F0AC-EF39CE750C2E}" dt="2026-03-29T16:40:51.631" v="680" actId="20577"/>
          <ac:spMkLst>
            <pc:docMk/>
            <pc:sldMk cId="37226798" sldId="288"/>
            <ac:spMk id="3" creationId="{4D279F20-C743-9613-8F6A-7FAEAD384CD3}"/>
          </ac:spMkLst>
        </pc:spChg>
        <pc:spChg chg="add mod">
          <ac:chgData name="Temirlan Zhaxalykov" userId="S::t.zhaxalykov@kbtu.kz::037320a9-8ef1-4acb-bb74-1ab60141db9d" providerId="AD" clId="Web-{FBF90042-1DA0-CEC9-F0AC-EF39CE750C2E}" dt="2026-03-29T15:52:53.247" v="342" actId="20577"/>
          <ac:spMkLst>
            <pc:docMk/>
            <pc:sldMk cId="37226798" sldId="288"/>
            <ac:spMk id="8" creationId="{1B15ED52-F352-441B-82BF-E0EA34836D08}"/>
          </ac:spMkLst>
        </pc:spChg>
        <pc:spChg chg="add mod">
          <ac:chgData name="Temirlan Zhaxalykov" userId="S::t.zhaxalykov@kbtu.kz::037320a9-8ef1-4acb-bb74-1ab60141db9d" providerId="AD" clId="Web-{FBF90042-1DA0-CEC9-F0AC-EF39CE750C2E}" dt="2026-03-29T15:52:53.262" v="343" actId="20577"/>
          <ac:spMkLst>
            <pc:docMk/>
            <pc:sldMk cId="37226798" sldId="288"/>
            <ac:spMk id="10" creationId="{3B2E3793-BFE6-45A2-9B7B-E18844431C99}"/>
          </ac:spMkLst>
        </pc:spChg>
        <pc:spChg chg="add mod">
          <ac:chgData name="Temirlan Zhaxalykov" userId="S::t.zhaxalykov@kbtu.kz::037320a9-8ef1-4acb-bb74-1ab60141db9d" providerId="AD" clId="Web-{FBF90042-1DA0-CEC9-F0AC-EF39CE750C2E}" dt="2026-03-29T15:52:53.278" v="344" actId="20577"/>
          <ac:spMkLst>
            <pc:docMk/>
            <pc:sldMk cId="37226798" sldId="288"/>
            <ac:spMk id="12" creationId="{BC4C4868-CB8F-4AF9-9CDB-8108F2C19B67}"/>
          </ac:spMkLst>
        </pc:spChg>
        <pc:spChg chg="add mod">
          <ac:chgData name="Temirlan Zhaxalykov" userId="S::t.zhaxalykov@kbtu.kz::037320a9-8ef1-4acb-bb74-1ab60141db9d" providerId="AD" clId="Web-{FBF90042-1DA0-CEC9-F0AC-EF39CE750C2E}" dt="2026-03-29T15:52:53.278" v="345" actId="20577"/>
          <ac:spMkLst>
            <pc:docMk/>
            <pc:sldMk cId="37226798" sldId="288"/>
            <ac:spMk id="14" creationId="{375E0459-6403-40CD-989D-56A4407CA12E}"/>
          </ac:spMkLst>
        </pc:spChg>
        <pc:spChg chg="add mod">
          <ac:chgData name="Temirlan Zhaxalykov" userId="S::t.zhaxalykov@kbtu.kz::037320a9-8ef1-4acb-bb74-1ab60141db9d" providerId="AD" clId="Web-{FBF90042-1DA0-CEC9-F0AC-EF39CE750C2E}" dt="2026-03-29T15:52:53.293" v="346" actId="20577"/>
          <ac:spMkLst>
            <pc:docMk/>
            <pc:sldMk cId="37226798" sldId="288"/>
            <ac:spMk id="16" creationId="{53E5B1A8-3AC9-4BD1-9BBC-78CA94F2D1BA}"/>
          </ac:spMkLst>
        </pc:spChg>
      </pc:sldChg>
      <pc:sldChg chg="add del">
        <pc:chgData name="Temirlan Zhaxalykov" userId="S::t.zhaxalykov@kbtu.kz::037320a9-8ef1-4acb-bb74-1ab60141db9d" providerId="AD" clId="Web-{FBF90042-1DA0-CEC9-F0AC-EF39CE750C2E}" dt="2026-03-29T15:50:56.366" v="311"/>
        <pc:sldMkLst>
          <pc:docMk/>
          <pc:sldMk cId="1919612183" sldId="288"/>
        </pc:sldMkLst>
      </pc:sldChg>
      <pc:sldChg chg="addSp modSp new mod setBg">
        <pc:chgData name="Temirlan Zhaxalykov" userId="S::t.zhaxalykov@kbtu.kz::037320a9-8ef1-4acb-bb74-1ab60141db9d" providerId="AD" clId="Web-{FBF90042-1DA0-CEC9-F0AC-EF39CE750C2E}" dt="2026-03-29T16:42:20.922" v="703" actId="20577"/>
        <pc:sldMkLst>
          <pc:docMk/>
          <pc:sldMk cId="1665069386" sldId="289"/>
        </pc:sldMkLst>
        <pc:spChg chg="mod">
          <ac:chgData name="Temirlan Zhaxalykov" userId="S::t.zhaxalykov@kbtu.kz::037320a9-8ef1-4acb-bb74-1ab60141db9d" providerId="AD" clId="Web-{FBF90042-1DA0-CEC9-F0AC-EF39CE750C2E}" dt="2026-03-29T15:53:37.185" v="359" actId="20577"/>
          <ac:spMkLst>
            <pc:docMk/>
            <pc:sldMk cId="1665069386" sldId="289"/>
            <ac:spMk id="2" creationId="{122ACBA0-7E78-2B50-1F1B-1E3170C381C1}"/>
          </ac:spMkLst>
        </pc:spChg>
        <pc:spChg chg="mod">
          <ac:chgData name="Temirlan Zhaxalykov" userId="S::t.zhaxalykov@kbtu.kz::037320a9-8ef1-4acb-bb74-1ab60141db9d" providerId="AD" clId="Web-{FBF90042-1DA0-CEC9-F0AC-EF39CE750C2E}" dt="2026-03-29T16:42:20.922" v="703" actId="20577"/>
          <ac:spMkLst>
            <pc:docMk/>
            <pc:sldMk cId="1665069386" sldId="289"/>
            <ac:spMk id="3" creationId="{7240F064-539D-897C-394C-A8044BA78847}"/>
          </ac:spMkLst>
        </pc:spChg>
        <pc:spChg chg="add">
          <ac:chgData name="Temirlan Zhaxalykov" userId="S::t.zhaxalykov@kbtu.kz::037320a9-8ef1-4acb-bb74-1ab60141db9d" providerId="AD" clId="Web-{FBF90042-1DA0-CEC9-F0AC-EF39CE750C2E}" dt="2026-03-29T15:53:24.919" v="355"/>
          <ac:spMkLst>
            <pc:docMk/>
            <pc:sldMk cId="1665069386" sldId="289"/>
            <ac:spMk id="8" creationId="{1B15ED52-F352-441B-82BF-E0EA34836D08}"/>
          </ac:spMkLst>
        </pc:spChg>
        <pc:spChg chg="add">
          <ac:chgData name="Temirlan Zhaxalykov" userId="S::t.zhaxalykov@kbtu.kz::037320a9-8ef1-4acb-bb74-1ab60141db9d" providerId="AD" clId="Web-{FBF90042-1DA0-CEC9-F0AC-EF39CE750C2E}" dt="2026-03-29T15:53:24.919" v="355"/>
          <ac:spMkLst>
            <pc:docMk/>
            <pc:sldMk cId="1665069386" sldId="289"/>
            <ac:spMk id="10" creationId="{3B2E3793-BFE6-45A2-9B7B-E18844431C99}"/>
          </ac:spMkLst>
        </pc:spChg>
        <pc:spChg chg="add">
          <ac:chgData name="Temirlan Zhaxalykov" userId="S::t.zhaxalykov@kbtu.kz::037320a9-8ef1-4acb-bb74-1ab60141db9d" providerId="AD" clId="Web-{FBF90042-1DA0-CEC9-F0AC-EF39CE750C2E}" dt="2026-03-29T15:53:24.919" v="355"/>
          <ac:spMkLst>
            <pc:docMk/>
            <pc:sldMk cId="1665069386" sldId="289"/>
            <ac:spMk id="12" creationId="{BC4C4868-CB8F-4AF9-9CDB-8108F2C19B67}"/>
          </ac:spMkLst>
        </pc:spChg>
        <pc:spChg chg="add">
          <ac:chgData name="Temirlan Zhaxalykov" userId="S::t.zhaxalykov@kbtu.kz::037320a9-8ef1-4acb-bb74-1ab60141db9d" providerId="AD" clId="Web-{FBF90042-1DA0-CEC9-F0AC-EF39CE750C2E}" dt="2026-03-29T15:53:24.919" v="355"/>
          <ac:spMkLst>
            <pc:docMk/>
            <pc:sldMk cId="1665069386" sldId="289"/>
            <ac:spMk id="14" creationId="{375E0459-6403-40CD-989D-56A4407CA12E}"/>
          </ac:spMkLst>
        </pc:spChg>
        <pc:spChg chg="add">
          <ac:chgData name="Temirlan Zhaxalykov" userId="S::t.zhaxalykov@kbtu.kz::037320a9-8ef1-4acb-bb74-1ab60141db9d" providerId="AD" clId="Web-{FBF90042-1DA0-CEC9-F0AC-EF39CE750C2E}" dt="2026-03-29T15:53:24.919" v="355"/>
          <ac:spMkLst>
            <pc:docMk/>
            <pc:sldMk cId="1665069386" sldId="289"/>
            <ac:spMk id="16" creationId="{53E5B1A8-3AC9-4BD1-9BBC-78CA94F2D1BA}"/>
          </ac:spMkLst>
        </pc:spChg>
      </pc:sldChg>
      <pc:sldChg chg="add del replId">
        <pc:chgData name="Temirlan Zhaxalykov" userId="S::t.zhaxalykov@kbtu.kz::037320a9-8ef1-4acb-bb74-1ab60141db9d" providerId="AD" clId="Web-{FBF90042-1DA0-CEC9-F0AC-EF39CE750C2E}" dt="2026-03-29T15:50:51.585" v="308"/>
        <pc:sldMkLst>
          <pc:docMk/>
          <pc:sldMk cId="4285454708" sldId="289"/>
        </pc:sldMkLst>
      </pc:sldChg>
      <pc:sldChg chg="addSp modSp new mod setBg">
        <pc:chgData name="Temirlan Zhaxalykov" userId="S::t.zhaxalykov@kbtu.kz::037320a9-8ef1-4acb-bb74-1ab60141db9d" providerId="AD" clId="Web-{FBF90042-1DA0-CEC9-F0AC-EF39CE750C2E}" dt="2026-03-29T16:42:28.501" v="705" actId="20577"/>
        <pc:sldMkLst>
          <pc:docMk/>
          <pc:sldMk cId="1822535925" sldId="290"/>
        </pc:sldMkLst>
        <pc:spChg chg="mod">
          <ac:chgData name="Temirlan Zhaxalykov" userId="S::t.zhaxalykov@kbtu.kz::037320a9-8ef1-4acb-bb74-1ab60141db9d" providerId="AD" clId="Web-{FBF90042-1DA0-CEC9-F0AC-EF39CE750C2E}" dt="2026-03-29T15:54:14.687" v="365" actId="20577"/>
          <ac:spMkLst>
            <pc:docMk/>
            <pc:sldMk cId="1822535925" sldId="290"/>
            <ac:spMk id="2" creationId="{5BB46C98-38A2-18B8-3207-AE09B3557694}"/>
          </ac:spMkLst>
        </pc:spChg>
        <pc:spChg chg="mod">
          <ac:chgData name="Temirlan Zhaxalykov" userId="S::t.zhaxalykov@kbtu.kz::037320a9-8ef1-4acb-bb74-1ab60141db9d" providerId="AD" clId="Web-{FBF90042-1DA0-CEC9-F0AC-EF39CE750C2E}" dt="2026-03-29T16:42:28.501" v="705" actId="20577"/>
          <ac:spMkLst>
            <pc:docMk/>
            <pc:sldMk cId="1822535925" sldId="290"/>
            <ac:spMk id="3" creationId="{392F67C8-37CF-822F-A525-64F69678B085}"/>
          </ac:spMkLst>
        </pc:spChg>
        <pc:spChg chg="add">
          <ac:chgData name="Temirlan Zhaxalykov" userId="S::t.zhaxalykov@kbtu.kz::037320a9-8ef1-4acb-bb74-1ab60141db9d" providerId="AD" clId="Web-{FBF90042-1DA0-CEC9-F0AC-EF39CE750C2E}" dt="2026-03-29T15:54:01.358" v="363"/>
          <ac:spMkLst>
            <pc:docMk/>
            <pc:sldMk cId="1822535925" sldId="290"/>
            <ac:spMk id="8" creationId="{1B15ED52-F352-441B-82BF-E0EA34836D08}"/>
          </ac:spMkLst>
        </pc:spChg>
        <pc:spChg chg="add">
          <ac:chgData name="Temirlan Zhaxalykov" userId="S::t.zhaxalykov@kbtu.kz::037320a9-8ef1-4acb-bb74-1ab60141db9d" providerId="AD" clId="Web-{FBF90042-1DA0-CEC9-F0AC-EF39CE750C2E}" dt="2026-03-29T15:54:01.358" v="363"/>
          <ac:spMkLst>
            <pc:docMk/>
            <pc:sldMk cId="1822535925" sldId="290"/>
            <ac:spMk id="10" creationId="{3B2E3793-BFE6-45A2-9B7B-E18844431C99}"/>
          </ac:spMkLst>
        </pc:spChg>
        <pc:spChg chg="add">
          <ac:chgData name="Temirlan Zhaxalykov" userId="S::t.zhaxalykov@kbtu.kz::037320a9-8ef1-4acb-bb74-1ab60141db9d" providerId="AD" clId="Web-{FBF90042-1DA0-CEC9-F0AC-EF39CE750C2E}" dt="2026-03-29T15:54:01.358" v="363"/>
          <ac:spMkLst>
            <pc:docMk/>
            <pc:sldMk cId="1822535925" sldId="290"/>
            <ac:spMk id="12" creationId="{BC4C4868-CB8F-4AF9-9CDB-8108F2C19B67}"/>
          </ac:spMkLst>
        </pc:spChg>
        <pc:spChg chg="add">
          <ac:chgData name="Temirlan Zhaxalykov" userId="S::t.zhaxalykov@kbtu.kz::037320a9-8ef1-4acb-bb74-1ab60141db9d" providerId="AD" clId="Web-{FBF90042-1DA0-CEC9-F0AC-EF39CE750C2E}" dt="2026-03-29T15:54:01.358" v="363"/>
          <ac:spMkLst>
            <pc:docMk/>
            <pc:sldMk cId="1822535925" sldId="290"/>
            <ac:spMk id="14" creationId="{375E0459-6403-40CD-989D-56A4407CA12E}"/>
          </ac:spMkLst>
        </pc:spChg>
        <pc:spChg chg="add">
          <ac:chgData name="Temirlan Zhaxalykov" userId="S::t.zhaxalykov@kbtu.kz::037320a9-8ef1-4acb-bb74-1ab60141db9d" providerId="AD" clId="Web-{FBF90042-1DA0-CEC9-F0AC-EF39CE750C2E}" dt="2026-03-29T15:54:01.358" v="363"/>
          <ac:spMkLst>
            <pc:docMk/>
            <pc:sldMk cId="1822535925" sldId="290"/>
            <ac:spMk id="16" creationId="{53E5B1A8-3AC9-4BD1-9BBC-78CA94F2D1BA}"/>
          </ac:spMkLst>
        </pc:spChg>
      </pc:sldChg>
      <pc:sldChg chg="addSp modSp new mod setBg">
        <pc:chgData name="Temirlan Zhaxalykov" userId="S::t.zhaxalykov@kbtu.kz::037320a9-8ef1-4acb-bb74-1ab60141db9d" providerId="AD" clId="Web-{FBF90042-1DA0-CEC9-F0AC-EF39CE750C2E}" dt="2026-03-29T16:42:43.004" v="711" actId="20577"/>
        <pc:sldMkLst>
          <pc:docMk/>
          <pc:sldMk cId="2904197830" sldId="291"/>
        </pc:sldMkLst>
        <pc:spChg chg="mod">
          <ac:chgData name="Temirlan Zhaxalykov" userId="S::t.zhaxalykov@kbtu.kz::037320a9-8ef1-4acb-bb74-1ab60141db9d" providerId="AD" clId="Web-{FBF90042-1DA0-CEC9-F0AC-EF39CE750C2E}" dt="2026-03-29T15:55:28.016" v="380" actId="20577"/>
          <ac:spMkLst>
            <pc:docMk/>
            <pc:sldMk cId="2904197830" sldId="291"/>
            <ac:spMk id="2" creationId="{373FE6A1-9330-9604-C864-423EB778B47E}"/>
          </ac:spMkLst>
        </pc:spChg>
        <pc:spChg chg="mod">
          <ac:chgData name="Temirlan Zhaxalykov" userId="S::t.zhaxalykov@kbtu.kz::037320a9-8ef1-4acb-bb74-1ab60141db9d" providerId="AD" clId="Web-{FBF90042-1DA0-CEC9-F0AC-EF39CE750C2E}" dt="2026-03-29T16:42:43.004" v="711" actId="20577"/>
          <ac:spMkLst>
            <pc:docMk/>
            <pc:sldMk cId="2904197830" sldId="291"/>
            <ac:spMk id="3" creationId="{4BDC3ED0-2B7A-D0E3-7F76-3DA1DC32D15A}"/>
          </ac:spMkLst>
        </pc:spChg>
        <pc:spChg chg="add mod">
          <ac:chgData name="Temirlan Zhaxalykov" userId="S::t.zhaxalykov@kbtu.kz::037320a9-8ef1-4acb-bb74-1ab60141db9d" providerId="AD" clId="Web-{FBF90042-1DA0-CEC9-F0AC-EF39CE750C2E}" dt="2026-03-29T15:55:26.782" v="372" actId="20577"/>
          <ac:spMkLst>
            <pc:docMk/>
            <pc:sldMk cId="2904197830" sldId="291"/>
            <ac:spMk id="8" creationId="{1B15ED52-F352-441B-82BF-E0EA34836D08}"/>
          </ac:spMkLst>
        </pc:spChg>
        <pc:spChg chg="add mod">
          <ac:chgData name="Temirlan Zhaxalykov" userId="S::t.zhaxalykov@kbtu.kz::037320a9-8ef1-4acb-bb74-1ab60141db9d" providerId="AD" clId="Web-{FBF90042-1DA0-CEC9-F0AC-EF39CE750C2E}" dt="2026-03-29T15:55:26.797" v="373" actId="20577"/>
          <ac:spMkLst>
            <pc:docMk/>
            <pc:sldMk cId="2904197830" sldId="291"/>
            <ac:spMk id="10" creationId="{3B2E3793-BFE6-45A2-9B7B-E18844431C99}"/>
          </ac:spMkLst>
        </pc:spChg>
        <pc:spChg chg="add mod">
          <ac:chgData name="Temirlan Zhaxalykov" userId="S::t.zhaxalykov@kbtu.kz::037320a9-8ef1-4acb-bb74-1ab60141db9d" providerId="AD" clId="Web-{FBF90042-1DA0-CEC9-F0AC-EF39CE750C2E}" dt="2026-03-29T15:55:26.813" v="374" actId="20577"/>
          <ac:spMkLst>
            <pc:docMk/>
            <pc:sldMk cId="2904197830" sldId="291"/>
            <ac:spMk id="12" creationId="{BC4C4868-CB8F-4AF9-9CDB-8108F2C19B67}"/>
          </ac:spMkLst>
        </pc:spChg>
        <pc:spChg chg="add mod">
          <ac:chgData name="Temirlan Zhaxalykov" userId="S::t.zhaxalykov@kbtu.kz::037320a9-8ef1-4acb-bb74-1ab60141db9d" providerId="AD" clId="Web-{FBF90042-1DA0-CEC9-F0AC-EF39CE750C2E}" dt="2026-03-29T15:55:26.829" v="375" actId="20577"/>
          <ac:spMkLst>
            <pc:docMk/>
            <pc:sldMk cId="2904197830" sldId="291"/>
            <ac:spMk id="14" creationId="{375E0459-6403-40CD-989D-56A4407CA12E}"/>
          </ac:spMkLst>
        </pc:spChg>
        <pc:spChg chg="add mod">
          <ac:chgData name="Temirlan Zhaxalykov" userId="S::t.zhaxalykov@kbtu.kz::037320a9-8ef1-4acb-bb74-1ab60141db9d" providerId="AD" clId="Web-{FBF90042-1DA0-CEC9-F0AC-EF39CE750C2E}" dt="2026-03-29T15:55:26.844" v="376" actId="20577"/>
          <ac:spMkLst>
            <pc:docMk/>
            <pc:sldMk cId="2904197830" sldId="291"/>
            <ac:spMk id="16" creationId="{53E5B1A8-3AC9-4BD1-9BBC-78CA94F2D1BA}"/>
          </ac:spMkLst>
        </pc:spChg>
      </pc:sldChg>
      <pc:sldChg chg="new del">
        <pc:chgData name="Temirlan Zhaxalykov" userId="S::t.zhaxalykov@kbtu.kz::037320a9-8ef1-4acb-bb74-1ab60141db9d" providerId="AD" clId="Web-{FBF90042-1DA0-CEC9-F0AC-EF39CE750C2E}" dt="2026-03-29T15:55:45.516" v="384"/>
        <pc:sldMkLst>
          <pc:docMk/>
          <pc:sldMk cId="1382041692" sldId="292"/>
        </pc:sldMkLst>
      </pc:sldChg>
      <pc:sldChg chg="modSp add ord replId">
        <pc:chgData name="Temirlan Zhaxalykov" userId="S::t.zhaxalykov@kbtu.kz::037320a9-8ef1-4acb-bb74-1ab60141db9d" providerId="AD" clId="Web-{FBF90042-1DA0-CEC9-F0AC-EF39CE750C2E}" dt="2026-03-29T15:56:46.579" v="400" actId="20577"/>
        <pc:sldMkLst>
          <pc:docMk/>
          <pc:sldMk cId="3927029654" sldId="293"/>
        </pc:sldMkLst>
        <pc:spChg chg="mod">
          <ac:chgData name="Temirlan Zhaxalykov" userId="S::t.zhaxalykov@kbtu.kz::037320a9-8ef1-4acb-bb74-1ab60141db9d" providerId="AD" clId="Web-{FBF90042-1DA0-CEC9-F0AC-EF39CE750C2E}" dt="2026-03-29T15:56:43.064" v="399" actId="20577"/>
          <ac:spMkLst>
            <pc:docMk/>
            <pc:sldMk cId="3927029654" sldId="293"/>
            <ac:spMk id="2" creationId="{71391405-F638-83F6-82B6-A24D67CD6BF3}"/>
          </ac:spMkLst>
        </pc:spChg>
        <pc:spChg chg="mod">
          <ac:chgData name="Temirlan Zhaxalykov" userId="S::t.zhaxalykov@kbtu.kz::037320a9-8ef1-4acb-bb74-1ab60141db9d" providerId="AD" clId="Web-{FBF90042-1DA0-CEC9-F0AC-EF39CE750C2E}" dt="2026-03-29T15:56:46.579" v="400" actId="20577"/>
          <ac:spMkLst>
            <pc:docMk/>
            <pc:sldMk cId="3927029654" sldId="293"/>
            <ac:spMk id="3" creationId="{50A4CD68-2E41-9CDC-8C9C-53E2619C6881}"/>
          </ac:spMkLst>
        </pc:spChg>
      </pc:sldChg>
      <pc:sldChg chg="addSp modSp new mod setBg">
        <pc:chgData name="Temirlan Zhaxalykov" userId="S::t.zhaxalykov@kbtu.kz::037320a9-8ef1-4acb-bb74-1ab60141db9d" providerId="AD" clId="Web-{FBF90042-1DA0-CEC9-F0AC-EF39CE750C2E}" dt="2026-03-29T15:58:21.317" v="408" actId="20577"/>
        <pc:sldMkLst>
          <pc:docMk/>
          <pc:sldMk cId="1751357655" sldId="294"/>
        </pc:sldMkLst>
        <pc:spChg chg="mod">
          <ac:chgData name="Temirlan Zhaxalykov" userId="S::t.zhaxalykov@kbtu.kz::037320a9-8ef1-4acb-bb74-1ab60141db9d" providerId="AD" clId="Web-{FBF90042-1DA0-CEC9-F0AC-EF39CE750C2E}" dt="2026-03-29T15:58:18.739" v="406"/>
          <ac:spMkLst>
            <pc:docMk/>
            <pc:sldMk cId="1751357655" sldId="294"/>
            <ac:spMk id="2" creationId="{CE7E6327-1566-6CC0-BB12-BA086F538A06}"/>
          </ac:spMkLst>
        </pc:spChg>
        <pc:spChg chg="mod">
          <ac:chgData name="Temirlan Zhaxalykov" userId="S::t.zhaxalykov@kbtu.kz::037320a9-8ef1-4acb-bb74-1ab60141db9d" providerId="AD" clId="Web-{FBF90042-1DA0-CEC9-F0AC-EF39CE750C2E}" dt="2026-03-29T15:58:21.317" v="408" actId="20577"/>
          <ac:spMkLst>
            <pc:docMk/>
            <pc:sldMk cId="1751357655" sldId="294"/>
            <ac:spMk id="3" creationId="{08F9F6D2-0A82-A471-CCC6-AE4A490A48D0}"/>
          </ac:spMkLst>
        </pc:spChg>
        <pc:spChg chg="add">
          <ac:chgData name="Temirlan Zhaxalykov" userId="S::t.zhaxalykov@kbtu.kz::037320a9-8ef1-4acb-bb74-1ab60141db9d" providerId="AD" clId="Web-{FBF90042-1DA0-CEC9-F0AC-EF39CE750C2E}" dt="2026-03-29T15:58:10.067" v="404"/>
          <ac:spMkLst>
            <pc:docMk/>
            <pc:sldMk cId="1751357655" sldId="294"/>
            <ac:spMk id="8" creationId="{1B15ED52-F352-441B-82BF-E0EA34836D08}"/>
          </ac:spMkLst>
        </pc:spChg>
        <pc:spChg chg="add">
          <ac:chgData name="Temirlan Zhaxalykov" userId="S::t.zhaxalykov@kbtu.kz::037320a9-8ef1-4acb-bb74-1ab60141db9d" providerId="AD" clId="Web-{FBF90042-1DA0-CEC9-F0AC-EF39CE750C2E}" dt="2026-03-29T15:58:10.067" v="404"/>
          <ac:spMkLst>
            <pc:docMk/>
            <pc:sldMk cId="1751357655" sldId="294"/>
            <ac:spMk id="10" creationId="{3B2E3793-BFE6-45A2-9B7B-E18844431C99}"/>
          </ac:spMkLst>
        </pc:spChg>
        <pc:spChg chg="add">
          <ac:chgData name="Temirlan Zhaxalykov" userId="S::t.zhaxalykov@kbtu.kz::037320a9-8ef1-4acb-bb74-1ab60141db9d" providerId="AD" clId="Web-{FBF90042-1DA0-CEC9-F0AC-EF39CE750C2E}" dt="2026-03-29T15:58:10.067" v="404"/>
          <ac:spMkLst>
            <pc:docMk/>
            <pc:sldMk cId="1751357655" sldId="294"/>
            <ac:spMk id="12" creationId="{BC4C4868-CB8F-4AF9-9CDB-8108F2C19B67}"/>
          </ac:spMkLst>
        </pc:spChg>
        <pc:spChg chg="add">
          <ac:chgData name="Temirlan Zhaxalykov" userId="S::t.zhaxalykov@kbtu.kz::037320a9-8ef1-4acb-bb74-1ab60141db9d" providerId="AD" clId="Web-{FBF90042-1DA0-CEC9-F0AC-EF39CE750C2E}" dt="2026-03-29T15:58:10.067" v="404"/>
          <ac:spMkLst>
            <pc:docMk/>
            <pc:sldMk cId="1751357655" sldId="294"/>
            <ac:spMk id="14" creationId="{375E0459-6403-40CD-989D-56A4407CA12E}"/>
          </ac:spMkLst>
        </pc:spChg>
        <pc:spChg chg="add">
          <ac:chgData name="Temirlan Zhaxalykov" userId="S::t.zhaxalykov@kbtu.kz::037320a9-8ef1-4acb-bb74-1ab60141db9d" providerId="AD" clId="Web-{FBF90042-1DA0-CEC9-F0AC-EF39CE750C2E}" dt="2026-03-29T15:58:10.067" v="404"/>
          <ac:spMkLst>
            <pc:docMk/>
            <pc:sldMk cId="1751357655" sldId="294"/>
            <ac:spMk id="16" creationId="{53E5B1A8-3AC9-4BD1-9BBC-78CA94F2D1BA}"/>
          </ac:spMkLst>
        </pc:spChg>
      </pc:sldChg>
      <pc:sldChg chg="addSp modSp new mod setBg">
        <pc:chgData name="Temirlan Zhaxalykov" userId="S::t.zhaxalykov@kbtu.kz::037320a9-8ef1-4acb-bb74-1ab60141db9d" providerId="AD" clId="Web-{FBF90042-1DA0-CEC9-F0AC-EF39CE750C2E}" dt="2026-03-29T16:00:15.678" v="456" actId="1076"/>
        <pc:sldMkLst>
          <pc:docMk/>
          <pc:sldMk cId="3539938681" sldId="295"/>
        </pc:sldMkLst>
        <pc:spChg chg="mod">
          <ac:chgData name="Temirlan Zhaxalykov" userId="S::t.zhaxalykov@kbtu.kz::037320a9-8ef1-4acb-bb74-1ab60141db9d" providerId="AD" clId="Web-{FBF90042-1DA0-CEC9-F0AC-EF39CE750C2E}" dt="2026-03-29T15:58:56.349" v="417"/>
          <ac:spMkLst>
            <pc:docMk/>
            <pc:sldMk cId="3539938681" sldId="295"/>
            <ac:spMk id="2" creationId="{6B973B09-1773-A37B-3955-F887C88BE7CB}"/>
          </ac:spMkLst>
        </pc:spChg>
        <pc:spChg chg="mod">
          <ac:chgData name="Temirlan Zhaxalykov" userId="S::t.zhaxalykov@kbtu.kz::037320a9-8ef1-4acb-bb74-1ab60141db9d" providerId="AD" clId="Web-{FBF90042-1DA0-CEC9-F0AC-EF39CE750C2E}" dt="2026-03-29T15:59:59.022" v="449" actId="14100"/>
          <ac:spMkLst>
            <pc:docMk/>
            <pc:sldMk cId="3539938681" sldId="295"/>
            <ac:spMk id="3" creationId="{CB9F625B-8A18-8D1B-C482-C9C4D3418BCF}"/>
          </ac:spMkLst>
        </pc:spChg>
        <pc:spChg chg="add mod">
          <ac:chgData name="Temirlan Zhaxalykov" userId="S::t.zhaxalykov@kbtu.kz::037320a9-8ef1-4acb-bb74-1ab60141db9d" providerId="AD" clId="Web-{FBF90042-1DA0-CEC9-F0AC-EF39CE750C2E}" dt="2026-03-29T16:00:15.678" v="456" actId="1076"/>
          <ac:spMkLst>
            <pc:docMk/>
            <pc:sldMk cId="3539938681" sldId="295"/>
            <ac:spMk id="4" creationId="{939F9CB9-513A-8EF5-D141-4FE4CCF99BFD}"/>
          </ac:spMkLst>
        </pc:spChg>
        <pc:spChg chg="add">
          <ac:chgData name="Temirlan Zhaxalykov" userId="S::t.zhaxalykov@kbtu.kz::037320a9-8ef1-4acb-bb74-1ab60141db9d" providerId="AD" clId="Web-{FBF90042-1DA0-CEC9-F0AC-EF39CE750C2E}" dt="2026-03-29T15:58:47.365" v="415"/>
          <ac:spMkLst>
            <pc:docMk/>
            <pc:sldMk cId="3539938681" sldId="295"/>
            <ac:spMk id="8" creationId="{1B15ED52-F352-441B-82BF-E0EA34836D08}"/>
          </ac:spMkLst>
        </pc:spChg>
        <pc:spChg chg="add">
          <ac:chgData name="Temirlan Zhaxalykov" userId="S::t.zhaxalykov@kbtu.kz::037320a9-8ef1-4acb-bb74-1ab60141db9d" providerId="AD" clId="Web-{FBF90042-1DA0-CEC9-F0AC-EF39CE750C2E}" dt="2026-03-29T15:58:47.365" v="415"/>
          <ac:spMkLst>
            <pc:docMk/>
            <pc:sldMk cId="3539938681" sldId="295"/>
            <ac:spMk id="10" creationId="{3B2E3793-BFE6-45A2-9B7B-E18844431C99}"/>
          </ac:spMkLst>
        </pc:spChg>
        <pc:spChg chg="add">
          <ac:chgData name="Temirlan Zhaxalykov" userId="S::t.zhaxalykov@kbtu.kz::037320a9-8ef1-4acb-bb74-1ab60141db9d" providerId="AD" clId="Web-{FBF90042-1DA0-CEC9-F0AC-EF39CE750C2E}" dt="2026-03-29T15:58:47.365" v="415"/>
          <ac:spMkLst>
            <pc:docMk/>
            <pc:sldMk cId="3539938681" sldId="295"/>
            <ac:spMk id="12" creationId="{BC4C4868-CB8F-4AF9-9CDB-8108F2C19B67}"/>
          </ac:spMkLst>
        </pc:spChg>
        <pc:spChg chg="add">
          <ac:chgData name="Temirlan Zhaxalykov" userId="S::t.zhaxalykov@kbtu.kz::037320a9-8ef1-4acb-bb74-1ab60141db9d" providerId="AD" clId="Web-{FBF90042-1DA0-CEC9-F0AC-EF39CE750C2E}" dt="2026-03-29T15:58:47.365" v="415"/>
          <ac:spMkLst>
            <pc:docMk/>
            <pc:sldMk cId="3539938681" sldId="295"/>
            <ac:spMk id="14" creationId="{375E0459-6403-40CD-989D-56A4407CA12E}"/>
          </ac:spMkLst>
        </pc:spChg>
        <pc:spChg chg="add">
          <ac:chgData name="Temirlan Zhaxalykov" userId="S::t.zhaxalykov@kbtu.kz::037320a9-8ef1-4acb-bb74-1ab60141db9d" providerId="AD" clId="Web-{FBF90042-1DA0-CEC9-F0AC-EF39CE750C2E}" dt="2026-03-29T15:58:47.365" v="415"/>
          <ac:spMkLst>
            <pc:docMk/>
            <pc:sldMk cId="3539938681" sldId="295"/>
            <ac:spMk id="16" creationId="{53E5B1A8-3AC9-4BD1-9BBC-78CA94F2D1BA}"/>
          </ac:spMkLst>
        </pc:spChg>
      </pc:sldChg>
      <pc:sldChg chg="addSp modSp new mod setBg">
        <pc:chgData name="Temirlan Zhaxalykov" userId="S::t.zhaxalykov@kbtu.kz::037320a9-8ef1-4acb-bb74-1ab60141db9d" providerId="AD" clId="Web-{FBF90042-1DA0-CEC9-F0AC-EF39CE750C2E}" dt="2026-03-29T16:00:52.225" v="470" actId="20577"/>
        <pc:sldMkLst>
          <pc:docMk/>
          <pc:sldMk cId="219066866" sldId="296"/>
        </pc:sldMkLst>
        <pc:spChg chg="mod">
          <ac:chgData name="Temirlan Zhaxalykov" userId="S::t.zhaxalykov@kbtu.kz::037320a9-8ef1-4acb-bb74-1ab60141db9d" providerId="AD" clId="Web-{FBF90042-1DA0-CEC9-F0AC-EF39CE750C2E}" dt="2026-03-29T16:00:51.631" v="467" actId="20577"/>
          <ac:spMkLst>
            <pc:docMk/>
            <pc:sldMk cId="219066866" sldId="296"/>
            <ac:spMk id="2" creationId="{3E33FABF-3E3D-6CC0-C699-F7C39C7737D4}"/>
          </ac:spMkLst>
        </pc:spChg>
        <pc:spChg chg="mod">
          <ac:chgData name="Temirlan Zhaxalykov" userId="S::t.zhaxalykov@kbtu.kz::037320a9-8ef1-4acb-bb74-1ab60141db9d" providerId="AD" clId="Web-{FBF90042-1DA0-CEC9-F0AC-EF39CE750C2E}" dt="2026-03-29T16:00:52.225" v="470" actId="20577"/>
          <ac:spMkLst>
            <pc:docMk/>
            <pc:sldMk cId="219066866" sldId="296"/>
            <ac:spMk id="3" creationId="{F29DDB0F-A6E7-6198-7BF2-7EB80BB535D9}"/>
          </ac:spMkLst>
        </pc:spChg>
        <pc:spChg chg="add mod">
          <ac:chgData name="Temirlan Zhaxalykov" userId="S::t.zhaxalykov@kbtu.kz::037320a9-8ef1-4acb-bb74-1ab60141db9d" providerId="AD" clId="Web-{FBF90042-1DA0-CEC9-F0AC-EF39CE750C2E}" dt="2026-03-29T16:00:51.569" v="462" actId="20577"/>
          <ac:spMkLst>
            <pc:docMk/>
            <pc:sldMk cId="219066866" sldId="296"/>
            <ac:spMk id="8" creationId="{1B15ED52-F352-441B-82BF-E0EA34836D08}"/>
          </ac:spMkLst>
        </pc:spChg>
        <pc:spChg chg="add mod">
          <ac:chgData name="Temirlan Zhaxalykov" userId="S::t.zhaxalykov@kbtu.kz::037320a9-8ef1-4acb-bb74-1ab60141db9d" providerId="AD" clId="Web-{FBF90042-1DA0-CEC9-F0AC-EF39CE750C2E}" dt="2026-03-29T16:00:51.584" v="463" actId="20577"/>
          <ac:spMkLst>
            <pc:docMk/>
            <pc:sldMk cId="219066866" sldId="296"/>
            <ac:spMk id="10" creationId="{3B2E3793-BFE6-45A2-9B7B-E18844431C99}"/>
          </ac:spMkLst>
        </pc:spChg>
        <pc:spChg chg="add mod">
          <ac:chgData name="Temirlan Zhaxalykov" userId="S::t.zhaxalykov@kbtu.kz::037320a9-8ef1-4acb-bb74-1ab60141db9d" providerId="AD" clId="Web-{FBF90042-1DA0-CEC9-F0AC-EF39CE750C2E}" dt="2026-03-29T16:00:51.584" v="464" actId="20577"/>
          <ac:spMkLst>
            <pc:docMk/>
            <pc:sldMk cId="219066866" sldId="296"/>
            <ac:spMk id="12" creationId="{BC4C4868-CB8F-4AF9-9CDB-8108F2C19B67}"/>
          </ac:spMkLst>
        </pc:spChg>
        <pc:spChg chg="add mod">
          <ac:chgData name="Temirlan Zhaxalykov" userId="S::t.zhaxalykov@kbtu.kz::037320a9-8ef1-4acb-bb74-1ab60141db9d" providerId="AD" clId="Web-{FBF90042-1DA0-CEC9-F0AC-EF39CE750C2E}" dt="2026-03-29T16:00:51.600" v="465" actId="20577"/>
          <ac:spMkLst>
            <pc:docMk/>
            <pc:sldMk cId="219066866" sldId="296"/>
            <ac:spMk id="14" creationId="{375E0459-6403-40CD-989D-56A4407CA12E}"/>
          </ac:spMkLst>
        </pc:spChg>
        <pc:spChg chg="add mod">
          <ac:chgData name="Temirlan Zhaxalykov" userId="S::t.zhaxalykov@kbtu.kz::037320a9-8ef1-4acb-bb74-1ab60141db9d" providerId="AD" clId="Web-{FBF90042-1DA0-CEC9-F0AC-EF39CE750C2E}" dt="2026-03-29T16:00:51.616" v="466" actId="20577"/>
          <ac:spMkLst>
            <pc:docMk/>
            <pc:sldMk cId="219066866" sldId="296"/>
            <ac:spMk id="16" creationId="{53E5B1A8-3AC9-4BD1-9BBC-78CA94F2D1BA}"/>
          </ac:spMkLst>
        </pc:spChg>
      </pc:sldChg>
      <pc:sldChg chg="addSp modSp new mod setBg">
        <pc:chgData name="Temirlan Zhaxalykov" userId="S::t.zhaxalykov@kbtu.kz::037320a9-8ef1-4acb-bb74-1ab60141db9d" providerId="AD" clId="Web-{FBF90042-1DA0-CEC9-F0AC-EF39CE750C2E}" dt="2026-03-29T16:42:52.427" v="712" actId="20577"/>
        <pc:sldMkLst>
          <pc:docMk/>
          <pc:sldMk cId="2808040508" sldId="297"/>
        </pc:sldMkLst>
        <pc:spChg chg="mod">
          <ac:chgData name="Temirlan Zhaxalykov" userId="S::t.zhaxalykov@kbtu.kz::037320a9-8ef1-4acb-bb74-1ab60141db9d" providerId="AD" clId="Web-{FBF90042-1DA0-CEC9-F0AC-EF39CE750C2E}" dt="2026-03-29T16:01:39.897" v="482" actId="20577"/>
          <ac:spMkLst>
            <pc:docMk/>
            <pc:sldMk cId="2808040508" sldId="297"/>
            <ac:spMk id="2" creationId="{A2F28F88-4AC3-19A3-5862-4A11DD6D9B06}"/>
          </ac:spMkLst>
        </pc:spChg>
        <pc:spChg chg="mod">
          <ac:chgData name="Temirlan Zhaxalykov" userId="S::t.zhaxalykov@kbtu.kz::037320a9-8ef1-4acb-bb74-1ab60141db9d" providerId="AD" clId="Web-{FBF90042-1DA0-CEC9-F0AC-EF39CE750C2E}" dt="2026-03-29T16:42:52.427" v="712" actId="20577"/>
          <ac:spMkLst>
            <pc:docMk/>
            <pc:sldMk cId="2808040508" sldId="297"/>
            <ac:spMk id="3" creationId="{BD33CA8A-52E9-52E7-230C-D1F491FDA1FA}"/>
          </ac:spMkLst>
        </pc:spChg>
        <pc:spChg chg="add">
          <ac:chgData name="Temirlan Zhaxalykov" userId="S::t.zhaxalykov@kbtu.kz::037320a9-8ef1-4acb-bb74-1ab60141db9d" providerId="AD" clId="Web-{FBF90042-1DA0-CEC9-F0AC-EF39CE750C2E}" dt="2026-03-29T16:01:18.788" v="475"/>
          <ac:spMkLst>
            <pc:docMk/>
            <pc:sldMk cId="2808040508" sldId="297"/>
            <ac:spMk id="8" creationId="{1B15ED52-F352-441B-82BF-E0EA34836D08}"/>
          </ac:spMkLst>
        </pc:spChg>
        <pc:spChg chg="add">
          <ac:chgData name="Temirlan Zhaxalykov" userId="S::t.zhaxalykov@kbtu.kz::037320a9-8ef1-4acb-bb74-1ab60141db9d" providerId="AD" clId="Web-{FBF90042-1DA0-CEC9-F0AC-EF39CE750C2E}" dt="2026-03-29T16:01:18.788" v="475"/>
          <ac:spMkLst>
            <pc:docMk/>
            <pc:sldMk cId="2808040508" sldId="297"/>
            <ac:spMk id="10" creationId="{3B2E3793-BFE6-45A2-9B7B-E18844431C99}"/>
          </ac:spMkLst>
        </pc:spChg>
        <pc:spChg chg="add">
          <ac:chgData name="Temirlan Zhaxalykov" userId="S::t.zhaxalykov@kbtu.kz::037320a9-8ef1-4acb-bb74-1ab60141db9d" providerId="AD" clId="Web-{FBF90042-1DA0-CEC9-F0AC-EF39CE750C2E}" dt="2026-03-29T16:01:18.788" v="475"/>
          <ac:spMkLst>
            <pc:docMk/>
            <pc:sldMk cId="2808040508" sldId="297"/>
            <ac:spMk id="12" creationId="{BC4C4868-CB8F-4AF9-9CDB-8108F2C19B67}"/>
          </ac:spMkLst>
        </pc:spChg>
        <pc:spChg chg="add">
          <ac:chgData name="Temirlan Zhaxalykov" userId="S::t.zhaxalykov@kbtu.kz::037320a9-8ef1-4acb-bb74-1ab60141db9d" providerId="AD" clId="Web-{FBF90042-1DA0-CEC9-F0AC-EF39CE750C2E}" dt="2026-03-29T16:01:18.788" v="475"/>
          <ac:spMkLst>
            <pc:docMk/>
            <pc:sldMk cId="2808040508" sldId="297"/>
            <ac:spMk id="14" creationId="{375E0459-6403-40CD-989D-56A4407CA12E}"/>
          </ac:spMkLst>
        </pc:spChg>
        <pc:spChg chg="add">
          <ac:chgData name="Temirlan Zhaxalykov" userId="S::t.zhaxalykov@kbtu.kz::037320a9-8ef1-4acb-bb74-1ab60141db9d" providerId="AD" clId="Web-{FBF90042-1DA0-CEC9-F0AC-EF39CE750C2E}" dt="2026-03-29T16:01:18.788" v="475"/>
          <ac:spMkLst>
            <pc:docMk/>
            <pc:sldMk cId="2808040508" sldId="297"/>
            <ac:spMk id="16" creationId="{53E5B1A8-3AC9-4BD1-9BBC-78CA94F2D1BA}"/>
          </ac:spMkLst>
        </pc:spChg>
      </pc:sldChg>
      <pc:sldChg chg="addSp modSp new mod setBg">
        <pc:chgData name="Temirlan Zhaxalykov" userId="S::t.zhaxalykov@kbtu.kz::037320a9-8ef1-4acb-bb74-1ab60141db9d" providerId="AD" clId="Web-{FBF90042-1DA0-CEC9-F0AC-EF39CE750C2E}" dt="2026-03-29T16:02:15.850" v="490" actId="20577"/>
        <pc:sldMkLst>
          <pc:docMk/>
          <pc:sldMk cId="78216404" sldId="298"/>
        </pc:sldMkLst>
        <pc:spChg chg="mod">
          <ac:chgData name="Temirlan Zhaxalykov" userId="S::t.zhaxalykov@kbtu.kz::037320a9-8ef1-4acb-bb74-1ab60141db9d" providerId="AD" clId="Web-{FBF90042-1DA0-CEC9-F0AC-EF39CE750C2E}" dt="2026-03-29T16:02:15.850" v="490" actId="20577"/>
          <ac:spMkLst>
            <pc:docMk/>
            <pc:sldMk cId="78216404" sldId="298"/>
            <ac:spMk id="2" creationId="{498D348E-BFED-ABED-0B48-FAF90D6DE019}"/>
          </ac:spMkLst>
        </pc:spChg>
        <pc:spChg chg="mod">
          <ac:chgData name="Temirlan Zhaxalykov" userId="S::t.zhaxalykov@kbtu.kz::037320a9-8ef1-4acb-bb74-1ab60141db9d" providerId="AD" clId="Web-{FBF90042-1DA0-CEC9-F0AC-EF39CE750C2E}" dt="2026-03-29T16:02:10.663" v="488"/>
          <ac:spMkLst>
            <pc:docMk/>
            <pc:sldMk cId="78216404" sldId="298"/>
            <ac:spMk id="3" creationId="{A5BF38EF-7982-35D8-5733-2C1B25FDBDEB}"/>
          </ac:spMkLst>
        </pc:spChg>
        <pc:spChg chg="add">
          <ac:chgData name="Temirlan Zhaxalykov" userId="S::t.zhaxalykov@kbtu.kz::037320a9-8ef1-4acb-bb74-1ab60141db9d" providerId="AD" clId="Web-{FBF90042-1DA0-CEC9-F0AC-EF39CE750C2E}" dt="2026-03-29T16:02:03.772" v="486"/>
          <ac:spMkLst>
            <pc:docMk/>
            <pc:sldMk cId="78216404" sldId="298"/>
            <ac:spMk id="8" creationId="{1B15ED52-F352-441B-82BF-E0EA34836D08}"/>
          </ac:spMkLst>
        </pc:spChg>
        <pc:spChg chg="add">
          <ac:chgData name="Temirlan Zhaxalykov" userId="S::t.zhaxalykov@kbtu.kz::037320a9-8ef1-4acb-bb74-1ab60141db9d" providerId="AD" clId="Web-{FBF90042-1DA0-CEC9-F0AC-EF39CE750C2E}" dt="2026-03-29T16:02:03.772" v="486"/>
          <ac:spMkLst>
            <pc:docMk/>
            <pc:sldMk cId="78216404" sldId="298"/>
            <ac:spMk id="10" creationId="{3B2E3793-BFE6-45A2-9B7B-E18844431C99}"/>
          </ac:spMkLst>
        </pc:spChg>
        <pc:spChg chg="add">
          <ac:chgData name="Temirlan Zhaxalykov" userId="S::t.zhaxalykov@kbtu.kz::037320a9-8ef1-4acb-bb74-1ab60141db9d" providerId="AD" clId="Web-{FBF90042-1DA0-CEC9-F0AC-EF39CE750C2E}" dt="2026-03-29T16:02:03.772" v="486"/>
          <ac:spMkLst>
            <pc:docMk/>
            <pc:sldMk cId="78216404" sldId="298"/>
            <ac:spMk id="12" creationId="{BC4C4868-CB8F-4AF9-9CDB-8108F2C19B67}"/>
          </ac:spMkLst>
        </pc:spChg>
        <pc:spChg chg="add">
          <ac:chgData name="Temirlan Zhaxalykov" userId="S::t.zhaxalykov@kbtu.kz::037320a9-8ef1-4acb-bb74-1ab60141db9d" providerId="AD" clId="Web-{FBF90042-1DA0-CEC9-F0AC-EF39CE750C2E}" dt="2026-03-29T16:02:03.772" v="486"/>
          <ac:spMkLst>
            <pc:docMk/>
            <pc:sldMk cId="78216404" sldId="298"/>
            <ac:spMk id="14" creationId="{375E0459-6403-40CD-989D-56A4407CA12E}"/>
          </ac:spMkLst>
        </pc:spChg>
        <pc:spChg chg="add">
          <ac:chgData name="Temirlan Zhaxalykov" userId="S::t.zhaxalykov@kbtu.kz::037320a9-8ef1-4acb-bb74-1ab60141db9d" providerId="AD" clId="Web-{FBF90042-1DA0-CEC9-F0AC-EF39CE750C2E}" dt="2026-03-29T16:02:03.772" v="486"/>
          <ac:spMkLst>
            <pc:docMk/>
            <pc:sldMk cId="78216404" sldId="298"/>
            <ac:spMk id="16" creationId="{53E5B1A8-3AC9-4BD1-9BBC-78CA94F2D1BA}"/>
          </ac:spMkLst>
        </pc:spChg>
      </pc:sldChg>
      <pc:sldChg chg="addSp modSp new mod setBg">
        <pc:chgData name="Temirlan Zhaxalykov" userId="S::t.zhaxalykov@kbtu.kz::037320a9-8ef1-4acb-bb74-1ab60141db9d" providerId="AD" clId="Web-{FBF90042-1DA0-CEC9-F0AC-EF39CE750C2E}" dt="2026-03-29T16:44:09.888" v="715" actId="20577"/>
        <pc:sldMkLst>
          <pc:docMk/>
          <pc:sldMk cId="2812807336" sldId="299"/>
        </pc:sldMkLst>
        <pc:spChg chg="mod">
          <ac:chgData name="Temirlan Zhaxalykov" userId="S::t.zhaxalykov@kbtu.kz::037320a9-8ef1-4acb-bb74-1ab60141db9d" providerId="AD" clId="Web-{FBF90042-1DA0-CEC9-F0AC-EF39CE750C2E}" dt="2026-03-29T16:03:29.788" v="498" actId="20577"/>
          <ac:spMkLst>
            <pc:docMk/>
            <pc:sldMk cId="2812807336" sldId="299"/>
            <ac:spMk id="2" creationId="{CED6EC3A-89DD-2CE5-F92C-CAB752EE2764}"/>
          </ac:spMkLst>
        </pc:spChg>
        <pc:spChg chg="mod">
          <ac:chgData name="Temirlan Zhaxalykov" userId="S::t.zhaxalykov@kbtu.kz::037320a9-8ef1-4acb-bb74-1ab60141db9d" providerId="AD" clId="Web-{FBF90042-1DA0-CEC9-F0AC-EF39CE750C2E}" dt="2026-03-29T16:44:09.888" v="715" actId="20577"/>
          <ac:spMkLst>
            <pc:docMk/>
            <pc:sldMk cId="2812807336" sldId="299"/>
            <ac:spMk id="3" creationId="{5E0B19DD-3087-51F5-8033-24F541185AF1}"/>
          </ac:spMkLst>
        </pc:spChg>
        <pc:spChg chg="add">
          <ac:chgData name="Temirlan Zhaxalykov" userId="S::t.zhaxalykov@kbtu.kz::037320a9-8ef1-4acb-bb74-1ab60141db9d" providerId="AD" clId="Web-{FBF90042-1DA0-CEC9-F0AC-EF39CE750C2E}" dt="2026-03-29T16:03:21.710" v="495"/>
          <ac:spMkLst>
            <pc:docMk/>
            <pc:sldMk cId="2812807336" sldId="299"/>
            <ac:spMk id="8" creationId="{1B15ED52-F352-441B-82BF-E0EA34836D08}"/>
          </ac:spMkLst>
        </pc:spChg>
        <pc:spChg chg="add">
          <ac:chgData name="Temirlan Zhaxalykov" userId="S::t.zhaxalykov@kbtu.kz::037320a9-8ef1-4acb-bb74-1ab60141db9d" providerId="AD" clId="Web-{FBF90042-1DA0-CEC9-F0AC-EF39CE750C2E}" dt="2026-03-29T16:03:21.710" v="495"/>
          <ac:spMkLst>
            <pc:docMk/>
            <pc:sldMk cId="2812807336" sldId="299"/>
            <ac:spMk id="10" creationId="{3B2E3793-BFE6-45A2-9B7B-E18844431C99}"/>
          </ac:spMkLst>
        </pc:spChg>
        <pc:spChg chg="add">
          <ac:chgData name="Temirlan Zhaxalykov" userId="S::t.zhaxalykov@kbtu.kz::037320a9-8ef1-4acb-bb74-1ab60141db9d" providerId="AD" clId="Web-{FBF90042-1DA0-CEC9-F0AC-EF39CE750C2E}" dt="2026-03-29T16:03:21.710" v="495"/>
          <ac:spMkLst>
            <pc:docMk/>
            <pc:sldMk cId="2812807336" sldId="299"/>
            <ac:spMk id="12" creationId="{BC4C4868-CB8F-4AF9-9CDB-8108F2C19B67}"/>
          </ac:spMkLst>
        </pc:spChg>
        <pc:spChg chg="add">
          <ac:chgData name="Temirlan Zhaxalykov" userId="S::t.zhaxalykov@kbtu.kz::037320a9-8ef1-4acb-bb74-1ab60141db9d" providerId="AD" clId="Web-{FBF90042-1DA0-CEC9-F0AC-EF39CE750C2E}" dt="2026-03-29T16:03:21.710" v="495"/>
          <ac:spMkLst>
            <pc:docMk/>
            <pc:sldMk cId="2812807336" sldId="299"/>
            <ac:spMk id="14" creationId="{375E0459-6403-40CD-989D-56A4407CA12E}"/>
          </ac:spMkLst>
        </pc:spChg>
        <pc:spChg chg="add">
          <ac:chgData name="Temirlan Zhaxalykov" userId="S::t.zhaxalykov@kbtu.kz::037320a9-8ef1-4acb-bb74-1ab60141db9d" providerId="AD" clId="Web-{FBF90042-1DA0-CEC9-F0AC-EF39CE750C2E}" dt="2026-03-29T16:03:21.710" v="495"/>
          <ac:spMkLst>
            <pc:docMk/>
            <pc:sldMk cId="2812807336" sldId="299"/>
            <ac:spMk id="16" creationId="{53E5B1A8-3AC9-4BD1-9BBC-78CA94F2D1BA}"/>
          </ac:spMkLst>
        </pc:spChg>
      </pc:sldChg>
      <pc:sldChg chg="addSp modSp new mod setBg">
        <pc:chgData name="Temirlan Zhaxalykov" userId="S::t.zhaxalykov@kbtu.kz::037320a9-8ef1-4acb-bb74-1ab60141db9d" providerId="AD" clId="Web-{FBF90042-1DA0-CEC9-F0AC-EF39CE750C2E}" dt="2026-03-29T16:44:19.279" v="718" actId="20577"/>
        <pc:sldMkLst>
          <pc:docMk/>
          <pc:sldMk cId="3870846923" sldId="300"/>
        </pc:sldMkLst>
        <pc:spChg chg="mod">
          <ac:chgData name="Temirlan Zhaxalykov" userId="S::t.zhaxalykov@kbtu.kz::037320a9-8ef1-4acb-bb74-1ab60141db9d" providerId="AD" clId="Web-{FBF90042-1DA0-CEC9-F0AC-EF39CE750C2E}" dt="2026-03-29T16:04:16.742" v="510" actId="20577"/>
          <ac:spMkLst>
            <pc:docMk/>
            <pc:sldMk cId="3870846923" sldId="300"/>
            <ac:spMk id="2" creationId="{E7F71419-C2E4-A6D2-F5FC-E9DBFB0DA9B9}"/>
          </ac:spMkLst>
        </pc:spChg>
        <pc:spChg chg="mod">
          <ac:chgData name="Temirlan Zhaxalykov" userId="S::t.zhaxalykov@kbtu.kz::037320a9-8ef1-4acb-bb74-1ab60141db9d" providerId="AD" clId="Web-{FBF90042-1DA0-CEC9-F0AC-EF39CE750C2E}" dt="2026-03-29T16:44:19.279" v="718" actId="20577"/>
          <ac:spMkLst>
            <pc:docMk/>
            <pc:sldMk cId="3870846923" sldId="300"/>
            <ac:spMk id="3" creationId="{4069670E-C82F-F775-D5BD-54DB686C8822}"/>
          </ac:spMkLst>
        </pc:spChg>
        <pc:spChg chg="add mod">
          <ac:chgData name="Temirlan Zhaxalykov" userId="S::t.zhaxalykov@kbtu.kz::037320a9-8ef1-4acb-bb74-1ab60141db9d" providerId="AD" clId="Web-{FBF90042-1DA0-CEC9-F0AC-EF39CE750C2E}" dt="2026-03-29T16:04:16.663" v="505" actId="20577"/>
          <ac:spMkLst>
            <pc:docMk/>
            <pc:sldMk cId="3870846923" sldId="300"/>
            <ac:spMk id="8" creationId="{1B15ED52-F352-441B-82BF-E0EA34836D08}"/>
          </ac:spMkLst>
        </pc:spChg>
        <pc:spChg chg="add mod">
          <ac:chgData name="Temirlan Zhaxalykov" userId="S::t.zhaxalykov@kbtu.kz::037320a9-8ef1-4acb-bb74-1ab60141db9d" providerId="AD" clId="Web-{FBF90042-1DA0-CEC9-F0AC-EF39CE750C2E}" dt="2026-03-29T16:04:16.679" v="506" actId="20577"/>
          <ac:spMkLst>
            <pc:docMk/>
            <pc:sldMk cId="3870846923" sldId="300"/>
            <ac:spMk id="10" creationId="{3B2E3793-BFE6-45A2-9B7B-E18844431C99}"/>
          </ac:spMkLst>
        </pc:spChg>
        <pc:spChg chg="add mod">
          <ac:chgData name="Temirlan Zhaxalykov" userId="S::t.zhaxalykov@kbtu.kz::037320a9-8ef1-4acb-bb74-1ab60141db9d" providerId="AD" clId="Web-{FBF90042-1DA0-CEC9-F0AC-EF39CE750C2E}" dt="2026-03-29T16:04:16.695" v="507" actId="20577"/>
          <ac:spMkLst>
            <pc:docMk/>
            <pc:sldMk cId="3870846923" sldId="300"/>
            <ac:spMk id="12" creationId="{BC4C4868-CB8F-4AF9-9CDB-8108F2C19B67}"/>
          </ac:spMkLst>
        </pc:spChg>
        <pc:spChg chg="add mod">
          <ac:chgData name="Temirlan Zhaxalykov" userId="S::t.zhaxalykov@kbtu.kz::037320a9-8ef1-4acb-bb74-1ab60141db9d" providerId="AD" clId="Web-{FBF90042-1DA0-CEC9-F0AC-EF39CE750C2E}" dt="2026-03-29T16:04:16.710" v="508" actId="20577"/>
          <ac:spMkLst>
            <pc:docMk/>
            <pc:sldMk cId="3870846923" sldId="300"/>
            <ac:spMk id="14" creationId="{375E0459-6403-40CD-989D-56A4407CA12E}"/>
          </ac:spMkLst>
        </pc:spChg>
        <pc:spChg chg="add mod">
          <ac:chgData name="Temirlan Zhaxalykov" userId="S::t.zhaxalykov@kbtu.kz::037320a9-8ef1-4acb-bb74-1ab60141db9d" providerId="AD" clId="Web-{FBF90042-1DA0-CEC9-F0AC-EF39CE750C2E}" dt="2026-03-29T16:04:16.726" v="509" actId="20577"/>
          <ac:spMkLst>
            <pc:docMk/>
            <pc:sldMk cId="3870846923" sldId="300"/>
            <ac:spMk id="16" creationId="{53E5B1A8-3AC9-4BD1-9BBC-78CA94F2D1BA}"/>
          </ac:spMkLst>
        </pc:spChg>
      </pc:sldChg>
      <pc:sldChg chg="modSp new del">
        <pc:chgData name="Temirlan Zhaxalykov" userId="S::t.zhaxalykov@kbtu.kz::037320a9-8ef1-4acb-bb74-1ab60141db9d" providerId="AD" clId="Web-{FBF90042-1DA0-CEC9-F0AC-EF39CE750C2E}" dt="2026-03-29T16:04:42.602" v="514"/>
        <pc:sldMkLst>
          <pc:docMk/>
          <pc:sldMk cId="921064553" sldId="301"/>
        </pc:sldMkLst>
        <pc:spChg chg="mod">
          <ac:chgData name="Temirlan Zhaxalykov" userId="S::t.zhaxalykov@kbtu.kz::037320a9-8ef1-4acb-bb74-1ab60141db9d" providerId="AD" clId="Web-{FBF90042-1DA0-CEC9-F0AC-EF39CE750C2E}" dt="2026-03-29T16:04:38.915" v="513" actId="20577"/>
          <ac:spMkLst>
            <pc:docMk/>
            <pc:sldMk cId="921064553" sldId="301"/>
            <ac:spMk id="2" creationId="{B6CB0A66-6939-9576-555C-CCBC14E4F3B7}"/>
          </ac:spMkLst>
        </pc:spChg>
      </pc:sldChg>
      <pc:sldChg chg="modSp add ord replId">
        <pc:chgData name="Temirlan Zhaxalykov" userId="S::t.zhaxalykov@kbtu.kz::037320a9-8ef1-4acb-bb74-1ab60141db9d" providerId="AD" clId="Web-{FBF90042-1DA0-CEC9-F0AC-EF39CE750C2E}" dt="2026-03-29T16:13:44.908" v="533" actId="20577"/>
        <pc:sldMkLst>
          <pc:docMk/>
          <pc:sldMk cId="2186952105" sldId="301"/>
        </pc:sldMkLst>
        <pc:spChg chg="mod">
          <ac:chgData name="Temirlan Zhaxalykov" userId="S::t.zhaxalykov@kbtu.kz::037320a9-8ef1-4acb-bb74-1ab60141db9d" providerId="AD" clId="Web-{FBF90042-1DA0-CEC9-F0AC-EF39CE750C2E}" dt="2026-03-29T16:13:40.971" v="532" actId="20577"/>
          <ac:spMkLst>
            <pc:docMk/>
            <pc:sldMk cId="2186952105" sldId="301"/>
            <ac:spMk id="2" creationId="{EBA46541-5EF9-6A4A-756C-F5EA1EED7ED9}"/>
          </ac:spMkLst>
        </pc:spChg>
        <pc:spChg chg="mod">
          <ac:chgData name="Temirlan Zhaxalykov" userId="S::t.zhaxalykov@kbtu.kz::037320a9-8ef1-4acb-bb74-1ab60141db9d" providerId="AD" clId="Web-{FBF90042-1DA0-CEC9-F0AC-EF39CE750C2E}" dt="2026-03-29T16:13:44.908" v="533" actId="20577"/>
          <ac:spMkLst>
            <pc:docMk/>
            <pc:sldMk cId="2186952105" sldId="301"/>
            <ac:spMk id="3" creationId="{864EA5BB-93B1-485B-EB49-C382AD845B86}"/>
          </ac:spMkLst>
        </pc:spChg>
      </pc:sldChg>
      <pc:sldChg chg="addSp modSp new mod setBg">
        <pc:chgData name="Temirlan Zhaxalykov" userId="S::t.zhaxalykov@kbtu.kz::037320a9-8ef1-4acb-bb74-1ab60141db9d" providerId="AD" clId="Web-{FBF90042-1DA0-CEC9-F0AC-EF39CE750C2E}" dt="2026-03-29T16:44:32.858" v="720" actId="20577"/>
        <pc:sldMkLst>
          <pc:docMk/>
          <pc:sldMk cId="3516208377" sldId="302"/>
        </pc:sldMkLst>
        <pc:spChg chg="mod">
          <ac:chgData name="Temirlan Zhaxalykov" userId="S::t.zhaxalykov@kbtu.kz::037320a9-8ef1-4acb-bb74-1ab60141db9d" providerId="AD" clId="Web-{FBF90042-1DA0-CEC9-F0AC-EF39CE750C2E}" dt="2026-03-29T16:14:21.784" v="549"/>
          <ac:spMkLst>
            <pc:docMk/>
            <pc:sldMk cId="3516208377" sldId="302"/>
            <ac:spMk id="2" creationId="{9E56691E-F2EC-AFD0-5E69-3DA4228931B5}"/>
          </ac:spMkLst>
        </pc:spChg>
        <pc:spChg chg="mod">
          <ac:chgData name="Temirlan Zhaxalykov" userId="S::t.zhaxalykov@kbtu.kz::037320a9-8ef1-4acb-bb74-1ab60141db9d" providerId="AD" clId="Web-{FBF90042-1DA0-CEC9-F0AC-EF39CE750C2E}" dt="2026-03-29T16:44:32.858" v="720" actId="20577"/>
          <ac:spMkLst>
            <pc:docMk/>
            <pc:sldMk cId="3516208377" sldId="302"/>
            <ac:spMk id="3" creationId="{AEA0B983-FCA2-0FB8-6A6C-165F31EFA9F9}"/>
          </ac:spMkLst>
        </pc:spChg>
        <pc:spChg chg="add mod">
          <ac:chgData name="Temirlan Zhaxalykov" userId="S::t.zhaxalykov@kbtu.kz::037320a9-8ef1-4acb-bb74-1ab60141db9d" providerId="AD" clId="Web-{FBF90042-1DA0-CEC9-F0AC-EF39CE750C2E}" dt="2026-03-29T16:14:18.894" v="542" actId="20577"/>
          <ac:spMkLst>
            <pc:docMk/>
            <pc:sldMk cId="3516208377" sldId="302"/>
            <ac:spMk id="8" creationId="{1B15ED52-F352-441B-82BF-E0EA34836D08}"/>
          </ac:spMkLst>
        </pc:spChg>
        <pc:spChg chg="add mod">
          <ac:chgData name="Temirlan Zhaxalykov" userId="S::t.zhaxalykov@kbtu.kz::037320a9-8ef1-4acb-bb74-1ab60141db9d" providerId="AD" clId="Web-{FBF90042-1DA0-CEC9-F0AC-EF39CE750C2E}" dt="2026-03-29T16:14:18.909" v="543" actId="20577"/>
          <ac:spMkLst>
            <pc:docMk/>
            <pc:sldMk cId="3516208377" sldId="302"/>
            <ac:spMk id="10" creationId="{3B2E3793-BFE6-45A2-9B7B-E18844431C99}"/>
          </ac:spMkLst>
        </pc:spChg>
        <pc:spChg chg="add mod">
          <ac:chgData name="Temirlan Zhaxalykov" userId="S::t.zhaxalykov@kbtu.kz::037320a9-8ef1-4acb-bb74-1ab60141db9d" providerId="AD" clId="Web-{FBF90042-1DA0-CEC9-F0AC-EF39CE750C2E}" dt="2026-03-29T16:14:18.925" v="544" actId="20577"/>
          <ac:spMkLst>
            <pc:docMk/>
            <pc:sldMk cId="3516208377" sldId="302"/>
            <ac:spMk id="12" creationId="{BC4C4868-CB8F-4AF9-9CDB-8108F2C19B67}"/>
          </ac:spMkLst>
        </pc:spChg>
        <pc:spChg chg="add mod">
          <ac:chgData name="Temirlan Zhaxalykov" userId="S::t.zhaxalykov@kbtu.kz::037320a9-8ef1-4acb-bb74-1ab60141db9d" providerId="AD" clId="Web-{FBF90042-1DA0-CEC9-F0AC-EF39CE750C2E}" dt="2026-03-29T16:14:18.940" v="545" actId="20577"/>
          <ac:spMkLst>
            <pc:docMk/>
            <pc:sldMk cId="3516208377" sldId="302"/>
            <ac:spMk id="14" creationId="{375E0459-6403-40CD-989D-56A4407CA12E}"/>
          </ac:spMkLst>
        </pc:spChg>
        <pc:spChg chg="add mod">
          <ac:chgData name="Temirlan Zhaxalykov" userId="S::t.zhaxalykov@kbtu.kz::037320a9-8ef1-4acb-bb74-1ab60141db9d" providerId="AD" clId="Web-{FBF90042-1DA0-CEC9-F0AC-EF39CE750C2E}" dt="2026-03-29T16:14:18.956" v="546" actId="20577"/>
          <ac:spMkLst>
            <pc:docMk/>
            <pc:sldMk cId="3516208377" sldId="302"/>
            <ac:spMk id="16" creationId="{53E5B1A8-3AC9-4BD1-9BBC-78CA94F2D1BA}"/>
          </ac:spMkLst>
        </pc:spChg>
      </pc:sldChg>
      <pc:sldChg chg="addSp modSp new mod setBg">
        <pc:chgData name="Temirlan Zhaxalykov" userId="S::t.zhaxalykov@kbtu.kz::037320a9-8ef1-4acb-bb74-1ab60141db9d" providerId="AD" clId="Web-{FBF90042-1DA0-CEC9-F0AC-EF39CE750C2E}" dt="2026-03-29T16:44:43.578" v="722" actId="20577"/>
        <pc:sldMkLst>
          <pc:docMk/>
          <pc:sldMk cId="1483364838" sldId="303"/>
        </pc:sldMkLst>
        <pc:spChg chg="mod">
          <ac:chgData name="Temirlan Zhaxalykov" userId="S::t.zhaxalykov@kbtu.kz::037320a9-8ef1-4acb-bb74-1ab60141db9d" providerId="AD" clId="Web-{FBF90042-1DA0-CEC9-F0AC-EF39CE750C2E}" dt="2026-03-29T16:18:46.809" v="563" actId="20577"/>
          <ac:spMkLst>
            <pc:docMk/>
            <pc:sldMk cId="1483364838" sldId="303"/>
            <ac:spMk id="2" creationId="{AF0AE7E1-B3C7-4ECD-8FBB-75EF6FD19062}"/>
          </ac:spMkLst>
        </pc:spChg>
        <pc:spChg chg="mod">
          <ac:chgData name="Temirlan Zhaxalykov" userId="S::t.zhaxalykov@kbtu.kz::037320a9-8ef1-4acb-bb74-1ab60141db9d" providerId="AD" clId="Web-{FBF90042-1DA0-CEC9-F0AC-EF39CE750C2E}" dt="2026-03-29T16:44:43.578" v="722" actId="20577"/>
          <ac:spMkLst>
            <pc:docMk/>
            <pc:sldMk cId="1483364838" sldId="303"/>
            <ac:spMk id="3" creationId="{E432BB8B-734A-55FE-AED3-1062F5C2F31E}"/>
          </ac:spMkLst>
        </pc:spChg>
        <pc:spChg chg="add mod">
          <ac:chgData name="Temirlan Zhaxalykov" userId="S::t.zhaxalykov@kbtu.kz::037320a9-8ef1-4acb-bb74-1ab60141db9d" providerId="AD" clId="Web-{FBF90042-1DA0-CEC9-F0AC-EF39CE750C2E}" dt="2026-03-29T16:18:46.747" v="558" actId="20577"/>
          <ac:spMkLst>
            <pc:docMk/>
            <pc:sldMk cId="1483364838" sldId="303"/>
            <ac:spMk id="8" creationId="{1B15ED52-F352-441B-82BF-E0EA34836D08}"/>
          </ac:spMkLst>
        </pc:spChg>
        <pc:spChg chg="add mod">
          <ac:chgData name="Temirlan Zhaxalykov" userId="S::t.zhaxalykov@kbtu.kz::037320a9-8ef1-4acb-bb74-1ab60141db9d" providerId="AD" clId="Web-{FBF90042-1DA0-CEC9-F0AC-EF39CE750C2E}" dt="2026-03-29T16:18:46.762" v="559" actId="20577"/>
          <ac:spMkLst>
            <pc:docMk/>
            <pc:sldMk cId="1483364838" sldId="303"/>
            <ac:spMk id="10" creationId="{3B2E3793-BFE6-45A2-9B7B-E18844431C99}"/>
          </ac:spMkLst>
        </pc:spChg>
        <pc:spChg chg="add mod">
          <ac:chgData name="Temirlan Zhaxalykov" userId="S::t.zhaxalykov@kbtu.kz::037320a9-8ef1-4acb-bb74-1ab60141db9d" providerId="AD" clId="Web-{FBF90042-1DA0-CEC9-F0AC-EF39CE750C2E}" dt="2026-03-29T16:18:46.762" v="560" actId="20577"/>
          <ac:spMkLst>
            <pc:docMk/>
            <pc:sldMk cId="1483364838" sldId="303"/>
            <ac:spMk id="12" creationId="{BC4C4868-CB8F-4AF9-9CDB-8108F2C19B67}"/>
          </ac:spMkLst>
        </pc:spChg>
        <pc:spChg chg="add mod">
          <ac:chgData name="Temirlan Zhaxalykov" userId="S::t.zhaxalykov@kbtu.kz::037320a9-8ef1-4acb-bb74-1ab60141db9d" providerId="AD" clId="Web-{FBF90042-1DA0-CEC9-F0AC-EF39CE750C2E}" dt="2026-03-29T16:18:46.778" v="561" actId="20577"/>
          <ac:spMkLst>
            <pc:docMk/>
            <pc:sldMk cId="1483364838" sldId="303"/>
            <ac:spMk id="14" creationId="{375E0459-6403-40CD-989D-56A4407CA12E}"/>
          </ac:spMkLst>
        </pc:spChg>
        <pc:spChg chg="add mod">
          <ac:chgData name="Temirlan Zhaxalykov" userId="S::t.zhaxalykov@kbtu.kz::037320a9-8ef1-4acb-bb74-1ab60141db9d" providerId="AD" clId="Web-{FBF90042-1DA0-CEC9-F0AC-EF39CE750C2E}" dt="2026-03-29T16:18:46.794" v="562" actId="20577"/>
          <ac:spMkLst>
            <pc:docMk/>
            <pc:sldMk cId="1483364838" sldId="303"/>
            <ac:spMk id="16" creationId="{53E5B1A8-3AC9-4BD1-9BBC-78CA94F2D1BA}"/>
          </ac:spMkLst>
        </pc:spChg>
      </pc:sldChg>
      <pc:sldChg chg="addSp delSp modSp new mod setBg">
        <pc:chgData name="Temirlan Zhaxalykov" userId="S::t.zhaxalykov@kbtu.kz::037320a9-8ef1-4acb-bb74-1ab60141db9d" providerId="AD" clId="Web-{FBF90042-1DA0-CEC9-F0AC-EF39CE750C2E}" dt="2026-03-29T16:20:04.782" v="600" actId="14100"/>
        <pc:sldMkLst>
          <pc:docMk/>
          <pc:sldMk cId="1413051255" sldId="304"/>
        </pc:sldMkLst>
        <pc:spChg chg="mod">
          <ac:chgData name="Temirlan Zhaxalykov" userId="S::t.zhaxalykov@kbtu.kz::037320a9-8ef1-4acb-bb74-1ab60141db9d" providerId="AD" clId="Web-{FBF90042-1DA0-CEC9-F0AC-EF39CE750C2E}" dt="2026-03-29T16:19:28.312" v="577" actId="20577"/>
          <ac:spMkLst>
            <pc:docMk/>
            <pc:sldMk cId="1413051255" sldId="304"/>
            <ac:spMk id="2" creationId="{90F56074-4483-D9C0-B408-9E12A2315F6E}"/>
          </ac:spMkLst>
        </pc:spChg>
        <pc:spChg chg="del">
          <ac:chgData name="Temirlan Zhaxalykov" userId="S::t.zhaxalykov@kbtu.kz::037320a9-8ef1-4acb-bb74-1ab60141db9d" providerId="AD" clId="Web-{FBF90042-1DA0-CEC9-F0AC-EF39CE750C2E}" dt="2026-03-29T16:19:13.014" v="571"/>
          <ac:spMkLst>
            <pc:docMk/>
            <pc:sldMk cId="1413051255" sldId="304"/>
            <ac:spMk id="3" creationId="{D0331DFE-C7D7-A546-1206-8BB77D1EC4A3}"/>
          </ac:spMkLst>
        </pc:spChg>
        <pc:spChg chg="add mod">
          <ac:chgData name="Temirlan Zhaxalykov" userId="S::t.zhaxalykov@kbtu.kz::037320a9-8ef1-4acb-bb74-1ab60141db9d" providerId="AD" clId="Web-{FBF90042-1DA0-CEC9-F0AC-EF39CE750C2E}" dt="2026-03-29T16:20:04.782" v="600" actId="14100"/>
          <ac:spMkLst>
            <pc:docMk/>
            <pc:sldMk cId="1413051255" sldId="304"/>
            <ac:spMk id="6" creationId="{CFBBBF98-83DE-C570-C977-9C19C10E7C23}"/>
          </ac:spMkLst>
        </pc:spChg>
        <pc:spChg chg="add mod">
          <ac:chgData name="Temirlan Zhaxalykov" userId="S::t.zhaxalykov@kbtu.kz::037320a9-8ef1-4acb-bb74-1ab60141db9d" providerId="AD" clId="Web-{FBF90042-1DA0-CEC9-F0AC-EF39CE750C2E}" dt="2026-03-29T16:19:28.203" v="574" actId="20577"/>
          <ac:spMkLst>
            <pc:docMk/>
            <pc:sldMk cId="1413051255" sldId="304"/>
            <ac:spMk id="10" creationId="{BACC6370-2D7E-4714-9D71-7542949D7D5D}"/>
          </ac:spMkLst>
        </pc:spChg>
        <pc:spChg chg="add mod">
          <ac:chgData name="Temirlan Zhaxalykov" userId="S::t.zhaxalykov@kbtu.kz::037320a9-8ef1-4acb-bb74-1ab60141db9d" providerId="AD" clId="Web-{FBF90042-1DA0-CEC9-F0AC-EF39CE750C2E}" dt="2026-03-29T16:19:28.234" v="575" actId="20577"/>
          <ac:spMkLst>
            <pc:docMk/>
            <pc:sldMk cId="1413051255" sldId="304"/>
            <ac:spMk id="12" creationId="{F68B3F68-107C-434F-AA38-110D5EA91B85}"/>
          </ac:spMkLst>
        </pc:spChg>
        <pc:spChg chg="add mod">
          <ac:chgData name="Temirlan Zhaxalykov" userId="S::t.zhaxalykov@kbtu.kz::037320a9-8ef1-4acb-bb74-1ab60141db9d" providerId="AD" clId="Web-{FBF90042-1DA0-CEC9-F0AC-EF39CE750C2E}" dt="2026-03-29T16:19:28.249" v="576" actId="20577"/>
          <ac:spMkLst>
            <pc:docMk/>
            <pc:sldMk cId="1413051255" sldId="304"/>
            <ac:spMk id="14" creationId="{AAD0DBB9-1A4B-4391-81D4-CB19F9AB918A}"/>
          </ac:spMkLst>
        </pc:spChg>
        <pc:spChg chg="add">
          <ac:chgData name="Temirlan Zhaxalykov" userId="S::t.zhaxalykov@kbtu.kz::037320a9-8ef1-4acb-bb74-1ab60141db9d" providerId="AD" clId="Web-{FBF90042-1DA0-CEC9-F0AC-EF39CE750C2E}" dt="2026-03-29T16:19:18.952" v="572"/>
          <ac:spMkLst>
            <pc:docMk/>
            <pc:sldMk cId="1413051255" sldId="304"/>
            <ac:spMk id="16" creationId="{063BBA22-50EA-4C4D-BE05-F1CE4E63AA56}"/>
          </ac:spMkLst>
        </pc:spChg>
        <pc:graphicFrameChg chg="add mod ord modGraphic">
          <ac:chgData name="Temirlan Zhaxalykov" userId="S::t.zhaxalykov@kbtu.kz::037320a9-8ef1-4acb-bb74-1ab60141db9d" providerId="AD" clId="Web-{FBF90042-1DA0-CEC9-F0AC-EF39CE750C2E}" dt="2026-03-29T16:19:34.843" v="591"/>
          <ac:graphicFrameMkLst>
            <pc:docMk/>
            <pc:sldMk cId="1413051255" sldId="304"/>
            <ac:graphicFrameMk id="5" creationId="{E19A32EB-8483-0A86-4E10-BB737C4176D0}"/>
          </ac:graphicFrameMkLst>
        </pc:graphicFrameChg>
      </pc:sldChg>
      <pc:sldChg chg="addSp modSp new mod setBg">
        <pc:chgData name="Temirlan Zhaxalykov" userId="S::t.zhaxalykov@kbtu.kz::037320a9-8ef1-4acb-bb74-1ab60141db9d" providerId="AD" clId="Web-{FBF90042-1DA0-CEC9-F0AC-EF39CE750C2E}" dt="2026-03-29T16:44:51.156" v="724" actId="20577"/>
        <pc:sldMkLst>
          <pc:docMk/>
          <pc:sldMk cId="3668612749" sldId="305"/>
        </pc:sldMkLst>
        <pc:spChg chg="mod">
          <ac:chgData name="Temirlan Zhaxalykov" userId="S::t.zhaxalykov@kbtu.kz::037320a9-8ef1-4acb-bb74-1ab60141db9d" providerId="AD" clId="Web-{FBF90042-1DA0-CEC9-F0AC-EF39CE750C2E}" dt="2026-03-29T16:20:29.158" v="611" actId="20577"/>
          <ac:spMkLst>
            <pc:docMk/>
            <pc:sldMk cId="3668612749" sldId="305"/>
            <ac:spMk id="2" creationId="{1B78CE20-F01B-AEE8-150A-8107384C0CEA}"/>
          </ac:spMkLst>
        </pc:spChg>
        <pc:spChg chg="mod">
          <ac:chgData name="Temirlan Zhaxalykov" userId="S::t.zhaxalykov@kbtu.kz::037320a9-8ef1-4acb-bb74-1ab60141db9d" providerId="AD" clId="Web-{FBF90042-1DA0-CEC9-F0AC-EF39CE750C2E}" dt="2026-03-29T16:44:51.156" v="724" actId="20577"/>
          <ac:spMkLst>
            <pc:docMk/>
            <pc:sldMk cId="3668612749" sldId="305"/>
            <ac:spMk id="3" creationId="{99B5D280-B575-F271-56C7-B41854BEEC70}"/>
          </ac:spMkLst>
        </pc:spChg>
        <pc:spChg chg="add mod">
          <ac:chgData name="Temirlan Zhaxalykov" userId="S::t.zhaxalykov@kbtu.kz::037320a9-8ef1-4acb-bb74-1ab60141db9d" providerId="AD" clId="Web-{FBF90042-1DA0-CEC9-F0AC-EF39CE750C2E}" dt="2026-03-29T16:20:29.049" v="606" actId="20577"/>
          <ac:spMkLst>
            <pc:docMk/>
            <pc:sldMk cId="3668612749" sldId="305"/>
            <ac:spMk id="8" creationId="{1B15ED52-F352-441B-82BF-E0EA34836D08}"/>
          </ac:spMkLst>
        </pc:spChg>
        <pc:spChg chg="add mod">
          <ac:chgData name="Temirlan Zhaxalykov" userId="S::t.zhaxalykov@kbtu.kz::037320a9-8ef1-4acb-bb74-1ab60141db9d" providerId="AD" clId="Web-{FBF90042-1DA0-CEC9-F0AC-EF39CE750C2E}" dt="2026-03-29T16:20:29.065" v="607" actId="20577"/>
          <ac:spMkLst>
            <pc:docMk/>
            <pc:sldMk cId="3668612749" sldId="305"/>
            <ac:spMk id="10" creationId="{3B2E3793-BFE6-45A2-9B7B-E18844431C99}"/>
          </ac:spMkLst>
        </pc:spChg>
        <pc:spChg chg="add mod">
          <ac:chgData name="Temirlan Zhaxalykov" userId="S::t.zhaxalykov@kbtu.kz::037320a9-8ef1-4acb-bb74-1ab60141db9d" providerId="AD" clId="Web-{FBF90042-1DA0-CEC9-F0AC-EF39CE750C2E}" dt="2026-03-29T16:20:29.096" v="608" actId="20577"/>
          <ac:spMkLst>
            <pc:docMk/>
            <pc:sldMk cId="3668612749" sldId="305"/>
            <ac:spMk id="12" creationId="{BC4C4868-CB8F-4AF9-9CDB-8108F2C19B67}"/>
          </ac:spMkLst>
        </pc:spChg>
        <pc:spChg chg="add mod">
          <ac:chgData name="Temirlan Zhaxalykov" userId="S::t.zhaxalykov@kbtu.kz::037320a9-8ef1-4acb-bb74-1ab60141db9d" providerId="AD" clId="Web-{FBF90042-1DA0-CEC9-F0AC-EF39CE750C2E}" dt="2026-03-29T16:20:29.111" v="609" actId="20577"/>
          <ac:spMkLst>
            <pc:docMk/>
            <pc:sldMk cId="3668612749" sldId="305"/>
            <ac:spMk id="14" creationId="{375E0459-6403-40CD-989D-56A4407CA12E}"/>
          </ac:spMkLst>
        </pc:spChg>
        <pc:spChg chg="add mod">
          <ac:chgData name="Temirlan Zhaxalykov" userId="S::t.zhaxalykov@kbtu.kz::037320a9-8ef1-4acb-bb74-1ab60141db9d" providerId="AD" clId="Web-{FBF90042-1DA0-CEC9-F0AC-EF39CE750C2E}" dt="2026-03-29T16:20:29.127" v="610" actId="20577"/>
          <ac:spMkLst>
            <pc:docMk/>
            <pc:sldMk cId="3668612749" sldId="305"/>
            <ac:spMk id="16" creationId="{53E5B1A8-3AC9-4BD1-9BBC-78CA94F2D1BA}"/>
          </ac:spMkLst>
        </pc:spChg>
      </pc:sldChg>
      <pc:sldChg chg="addSp modSp new mod setBg">
        <pc:chgData name="Temirlan Zhaxalykov" userId="S::t.zhaxalykov@kbtu.kz::037320a9-8ef1-4acb-bb74-1ab60141db9d" providerId="AD" clId="Web-{FBF90042-1DA0-CEC9-F0AC-EF39CE750C2E}" dt="2026-03-29T16:20:55.550" v="626" actId="20577"/>
        <pc:sldMkLst>
          <pc:docMk/>
          <pc:sldMk cId="4290484800" sldId="306"/>
        </pc:sldMkLst>
        <pc:spChg chg="mod">
          <ac:chgData name="Temirlan Zhaxalykov" userId="S::t.zhaxalykov@kbtu.kz::037320a9-8ef1-4acb-bb74-1ab60141db9d" providerId="AD" clId="Web-{FBF90042-1DA0-CEC9-F0AC-EF39CE750C2E}" dt="2026-03-29T16:20:55.519" v="625" actId="20577"/>
          <ac:spMkLst>
            <pc:docMk/>
            <pc:sldMk cId="4290484800" sldId="306"/>
            <ac:spMk id="2" creationId="{0E4267DA-572E-EB30-2F48-66AC811ED5E2}"/>
          </ac:spMkLst>
        </pc:spChg>
        <pc:spChg chg="mod">
          <ac:chgData name="Temirlan Zhaxalykov" userId="S::t.zhaxalykov@kbtu.kz::037320a9-8ef1-4acb-bb74-1ab60141db9d" providerId="AD" clId="Web-{FBF90042-1DA0-CEC9-F0AC-EF39CE750C2E}" dt="2026-03-29T16:20:55.550" v="626" actId="20577"/>
          <ac:spMkLst>
            <pc:docMk/>
            <pc:sldMk cId="4290484800" sldId="306"/>
            <ac:spMk id="3" creationId="{B90BAD3F-A61C-27B6-23AC-6DB702DA422F}"/>
          </ac:spMkLst>
        </pc:spChg>
        <pc:spChg chg="add mod">
          <ac:chgData name="Temirlan Zhaxalykov" userId="S::t.zhaxalykov@kbtu.kz::037320a9-8ef1-4acb-bb74-1ab60141db9d" providerId="AD" clId="Web-{FBF90042-1DA0-CEC9-F0AC-EF39CE750C2E}" dt="2026-03-29T16:20:55.440" v="620" actId="20577"/>
          <ac:spMkLst>
            <pc:docMk/>
            <pc:sldMk cId="4290484800" sldId="306"/>
            <ac:spMk id="8" creationId="{1B15ED52-F352-441B-82BF-E0EA34836D08}"/>
          </ac:spMkLst>
        </pc:spChg>
        <pc:spChg chg="add mod">
          <ac:chgData name="Temirlan Zhaxalykov" userId="S::t.zhaxalykov@kbtu.kz::037320a9-8ef1-4acb-bb74-1ab60141db9d" providerId="AD" clId="Web-{FBF90042-1DA0-CEC9-F0AC-EF39CE750C2E}" dt="2026-03-29T16:20:55.456" v="621" actId="20577"/>
          <ac:spMkLst>
            <pc:docMk/>
            <pc:sldMk cId="4290484800" sldId="306"/>
            <ac:spMk id="10" creationId="{3B2E3793-BFE6-45A2-9B7B-E18844431C99}"/>
          </ac:spMkLst>
        </pc:spChg>
        <pc:spChg chg="add mod">
          <ac:chgData name="Temirlan Zhaxalykov" userId="S::t.zhaxalykov@kbtu.kz::037320a9-8ef1-4acb-bb74-1ab60141db9d" providerId="AD" clId="Web-{FBF90042-1DA0-CEC9-F0AC-EF39CE750C2E}" dt="2026-03-29T16:20:55.472" v="622" actId="20577"/>
          <ac:spMkLst>
            <pc:docMk/>
            <pc:sldMk cId="4290484800" sldId="306"/>
            <ac:spMk id="12" creationId="{BC4C4868-CB8F-4AF9-9CDB-8108F2C19B67}"/>
          </ac:spMkLst>
        </pc:spChg>
        <pc:spChg chg="add mod">
          <ac:chgData name="Temirlan Zhaxalykov" userId="S::t.zhaxalykov@kbtu.kz::037320a9-8ef1-4acb-bb74-1ab60141db9d" providerId="AD" clId="Web-{FBF90042-1DA0-CEC9-F0AC-EF39CE750C2E}" dt="2026-03-29T16:20:55.487" v="623" actId="20577"/>
          <ac:spMkLst>
            <pc:docMk/>
            <pc:sldMk cId="4290484800" sldId="306"/>
            <ac:spMk id="14" creationId="{375E0459-6403-40CD-989D-56A4407CA12E}"/>
          </ac:spMkLst>
        </pc:spChg>
        <pc:spChg chg="add mod">
          <ac:chgData name="Temirlan Zhaxalykov" userId="S::t.zhaxalykov@kbtu.kz::037320a9-8ef1-4acb-bb74-1ab60141db9d" providerId="AD" clId="Web-{FBF90042-1DA0-CEC9-F0AC-EF39CE750C2E}" dt="2026-03-29T16:20:55.503" v="624" actId="20577"/>
          <ac:spMkLst>
            <pc:docMk/>
            <pc:sldMk cId="4290484800" sldId="306"/>
            <ac:spMk id="16" creationId="{53E5B1A8-3AC9-4BD1-9BBC-78CA94F2D1BA}"/>
          </ac:spMkLst>
        </pc:spChg>
      </pc:sldChg>
      <pc:sldChg chg="addSp modSp new mod setBg">
        <pc:chgData name="Temirlan Zhaxalykov" userId="S::t.zhaxalykov@kbtu.kz::037320a9-8ef1-4acb-bb74-1ab60141db9d" providerId="AD" clId="Web-{FBF90042-1DA0-CEC9-F0AC-EF39CE750C2E}" dt="2026-03-29T16:21:28.441" v="636" actId="20577"/>
        <pc:sldMkLst>
          <pc:docMk/>
          <pc:sldMk cId="1747368024" sldId="307"/>
        </pc:sldMkLst>
        <pc:spChg chg="mod">
          <ac:chgData name="Temirlan Zhaxalykov" userId="S::t.zhaxalykov@kbtu.kz::037320a9-8ef1-4acb-bb74-1ab60141db9d" providerId="AD" clId="Web-{FBF90042-1DA0-CEC9-F0AC-EF39CE750C2E}" dt="2026-03-29T16:21:22.066" v="633"/>
          <ac:spMkLst>
            <pc:docMk/>
            <pc:sldMk cId="1747368024" sldId="307"/>
            <ac:spMk id="2" creationId="{5762E354-8868-1EE9-D88F-C3AF1F322CF3}"/>
          </ac:spMkLst>
        </pc:spChg>
        <pc:spChg chg="mod">
          <ac:chgData name="Temirlan Zhaxalykov" userId="S::t.zhaxalykov@kbtu.kz::037320a9-8ef1-4acb-bb74-1ab60141db9d" providerId="AD" clId="Web-{FBF90042-1DA0-CEC9-F0AC-EF39CE750C2E}" dt="2026-03-29T16:21:28.441" v="636" actId="20577"/>
          <ac:spMkLst>
            <pc:docMk/>
            <pc:sldMk cId="1747368024" sldId="307"/>
            <ac:spMk id="3" creationId="{E44D8E8A-209B-97C1-2B4A-38E552E92E08}"/>
          </ac:spMkLst>
        </pc:spChg>
        <pc:spChg chg="add">
          <ac:chgData name="Temirlan Zhaxalykov" userId="S::t.zhaxalykov@kbtu.kz::037320a9-8ef1-4acb-bb74-1ab60141db9d" providerId="AD" clId="Web-{FBF90042-1DA0-CEC9-F0AC-EF39CE750C2E}" dt="2026-03-29T16:21:15.425" v="632"/>
          <ac:spMkLst>
            <pc:docMk/>
            <pc:sldMk cId="1747368024" sldId="307"/>
            <ac:spMk id="8" creationId="{1B15ED52-F352-441B-82BF-E0EA34836D08}"/>
          </ac:spMkLst>
        </pc:spChg>
        <pc:spChg chg="add">
          <ac:chgData name="Temirlan Zhaxalykov" userId="S::t.zhaxalykov@kbtu.kz::037320a9-8ef1-4acb-bb74-1ab60141db9d" providerId="AD" clId="Web-{FBF90042-1DA0-CEC9-F0AC-EF39CE750C2E}" dt="2026-03-29T16:21:15.425" v="632"/>
          <ac:spMkLst>
            <pc:docMk/>
            <pc:sldMk cId="1747368024" sldId="307"/>
            <ac:spMk id="10" creationId="{3B2E3793-BFE6-45A2-9B7B-E18844431C99}"/>
          </ac:spMkLst>
        </pc:spChg>
        <pc:spChg chg="add">
          <ac:chgData name="Temirlan Zhaxalykov" userId="S::t.zhaxalykov@kbtu.kz::037320a9-8ef1-4acb-bb74-1ab60141db9d" providerId="AD" clId="Web-{FBF90042-1DA0-CEC9-F0AC-EF39CE750C2E}" dt="2026-03-29T16:21:15.425" v="632"/>
          <ac:spMkLst>
            <pc:docMk/>
            <pc:sldMk cId="1747368024" sldId="307"/>
            <ac:spMk id="12" creationId="{BC4C4868-CB8F-4AF9-9CDB-8108F2C19B67}"/>
          </ac:spMkLst>
        </pc:spChg>
        <pc:spChg chg="add">
          <ac:chgData name="Temirlan Zhaxalykov" userId="S::t.zhaxalykov@kbtu.kz::037320a9-8ef1-4acb-bb74-1ab60141db9d" providerId="AD" clId="Web-{FBF90042-1DA0-CEC9-F0AC-EF39CE750C2E}" dt="2026-03-29T16:21:15.425" v="632"/>
          <ac:spMkLst>
            <pc:docMk/>
            <pc:sldMk cId="1747368024" sldId="307"/>
            <ac:spMk id="14" creationId="{375E0459-6403-40CD-989D-56A4407CA12E}"/>
          </ac:spMkLst>
        </pc:spChg>
        <pc:spChg chg="add">
          <ac:chgData name="Temirlan Zhaxalykov" userId="S::t.zhaxalykov@kbtu.kz::037320a9-8ef1-4acb-bb74-1ab60141db9d" providerId="AD" clId="Web-{FBF90042-1DA0-CEC9-F0AC-EF39CE750C2E}" dt="2026-03-29T16:21:15.425" v="632"/>
          <ac:spMkLst>
            <pc:docMk/>
            <pc:sldMk cId="1747368024" sldId="307"/>
            <ac:spMk id="16" creationId="{53E5B1A8-3AC9-4BD1-9BBC-78CA94F2D1BA}"/>
          </ac:spMkLst>
        </pc:spChg>
      </pc:sldChg>
      <pc:sldChg chg="addSp modSp new mod setBg">
        <pc:chgData name="Temirlan Zhaxalykov" userId="S::t.zhaxalykov@kbtu.kz::037320a9-8ef1-4acb-bb74-1ab60141db9d" providerId="AD" clId="Web-{FBF90042-1DA0-CEC9-F0AC-EF39CE750C2E}" dt="2026-03-29T16:30:39.188" v="644" actId="20577"/>
        <pc:sldMkLst>
          <pc:docMk/>
          <pc:sldMk cId="4181924329" sldId="308"/>
        </pc:sldMkLst>
        <pc:spChg chg="mod">
          <ac:chgData name="Temirlan Zhaxalykov" userId="S::t.zhaxalykov@kbtu.kz::037320a9-8ef1-4acb-bb74-1ab60141db9d" providerId="AD" clId="Web-{FBF90042-1DA0-CEC9-F0AC-EF39CE750C2E}" dt="2026-03-29T16:30:34" v="641"/>
          <ac:spMkLst>
            <pc:docMk/>
            <pc:sldMk cId="4181924329" sldId="308"/>
            <ac:spMk id="2" creationId="{CA5509B2-D9D0-C0C0-AE43-E829D721C6A2}"/>
          </ac:spMkLst>
        </pc:spChg>
        <pc:spChg chg="mod">
          <ac:chgData name="Temirlan Zhaxalykov" userId="S::t.zhaxalykov@kbtu.kz::037320a9-8ef1-4acb-bb74-1ab60141db9d" providerId="AD" clId="Web-{FBF90042-1DA0-CEC9-F0AC-EF39CE750C2E}" dt="2026-03-29T16:30:39.188" v="644" actId="20577"/>
          <ac:spMkLst>
            <pc:docMk/>
            <pc:sldMk cId="4181924329" sldId="308"/>
            <ac:spMk id="3" creationId="{32E6F07E-B80F-7A40-24FD-999023BDD54E}"/>
          </ac:spMkLst>
        </pc:spChg>
        <pc:spChg chg="add">
          <ac:chgData name="Temirlan Zhaxalykov" userId="S::t.zhaxalykov@kbtu.kz::037320a9-8ef1-4acb-bb74-1ab60141db9d" providerId="AD" clId="Web-{FBF90042-1DA0-CEC9-F0AC-EF39CE750C2E}" dt="2026-03-29T16:30:29.249" v="640"/>
          <ac:spMkLst>
            <pc:docMk/>
            <pc:sldMk cId="4181924329" sldId="308"/>
            <ac:spMk id="8" creationId="{1B15ED52-F352-441B-82BF-E0EA34836D08}"/>
          </ac:spMkLst>
        </pc:spChg>
        <pc:spChg chg="add">
          <ac:chgData name="Temirlan Zhaxalykov" userId="S::t.zhaxalykov@kbtu.kz::037320a9-8ef1-4acb-bb74-1ab60141db9d" providerId="AD" clId="Web-{FBF90042-1DA0-CEC9-F0AC-EF39CE750C2E}" dt="2026-03-29T16:30:29.249" v="640"/>
          <ac:spMkLst>
            <pc:docMk/>
            <pc:sldMk cId="4181924329" sldId="308"/>
            <ac:spMk id="10" creationId="{3B2E3793-BFE6-45A2-9B7B-E18844431C99}"/>
          </ac:spMkLst>
        </pc:spChg>
        <pc:spChg chg="add">
          <ac:chgData name="Temirlan Zhaxalykov" userId="S::t.zhaxalykov@kbtu.kz::037320a9-8ef1-4acb-bb74-1ab60141db9d" providerId="AD" clId="Web-{FBF90042-1DA0-CEC9-F0AC-EF39CE750C2E}" dt="2026-03-29T16:30:29.249" v="640"/>
          <ac:spMkLst>
            <pc:docMk/>
            <pc:sldMk cId="4181924329" sldId="308"/>
            <ac:spMk id="12" creationId="{BC4C4868-CB8F-4AF9-9CDB-8108F2C19B67}"/>
          </ac:spMkLst>
        </pc:spChg>
        <pc:spChg chg="add">
          <ac:chgData name="Temirlan Zhaxalykov" userId="S::t.zhaxalykov@kbtu.kz::037320a9-8ef1-4acb-bb74-1ab60141db9d" providerId="AD" clId="Web-{FBF90042-1DA0-CEC9-F0AC-EF39CE750C2E}" dt="2026-03-29T16:30:29.249" v="640"/>
          <ac:spMkLst>
            <pc:docMk/>
            <pc:sldMk cId="4181924329" sldId="308"/>
            <ac:spMk id="14" creationId="{375E0459-6403-40CD-989D-56A4407CA12E}"/>
          </ac:spMkLst>
        </pc:spChg>
        <pc:spChg chg="add">
          <ac:chgData name="Temirlan Zhaxalykov" userId="S::t.zhaxalykov@kbtu.kz::037320a9-8ef1-4acb-bb74-1ab60141db9d" providerId="AD" clId="Web-{FBF90042-1DA0-CEC9-F0AC-EF39CE750C2E}" dt="2026-03-29T16:30:29.249" v="640"/>
          <ac:spMkLst>
            <pc:docMk/>
            <pc:sldMk cId="4181924329" sldId="308"/>
            <ac:spMk id="16" creationId="{53E5B1A8-3AC9-4BD1-9BBC-78CA94F2D1BA}"/>
          </ac:spMkLst>
        </pc:spChg>
      </pc:sldChg>
      <pc:sldChg chg="addSp modSp new mod setBg">
        <pc:chgData name="Temirlan Zhaxalykov" userId="S::t.zhaxalykov@kbtu.kz::037320a9-8ef1-4acb-bb74-1ab60141db9d" providerId="AD" clId="Web-{FBF90042-1DA0-CEC9-F0AC-EF39CE750C2E}" dt="2026-03-29T16:31:03.471" v="652"/>
        <pc:sldMkLst>
          <pc:docMk/>
          <pc:sldMk cId="3748178581" sldId="309"/>
        </pc:sldMkLst>
        <pc:spChg chg="mod">
          <ac:chgData name="Temirlan Zhaxalykov" userId="S::t.zhaxalykov@kbtu.kz::037320a9-8ef1-4acb-bb74-1ab60141db9d" providerId="AD" clId="Web-{FBF90042-1DA0-CEC9-F0AC-EF39CE750C2E}" dt="2026-03-29T16:31:03.456" v="651"/>
          <ac:spMkLst>
            <pc:docMk/>
            <pc:sldMk cId="3748178581" sldId="309"/>
            <ac:spMk id="2" creationId="{BF48C00F-7838-9691-9AA0-EAC8C0A09AD8}"/>
          </ac:spMkLst>
        </pc:spChg>
        <pc:spChg chg="mod">
          <ac:chgData name="Temirlan Zhaxalykov" userId="S::t.zhaxalykov@kbtu.kz::037320a9-8ef1-4acb-bb74-1ab60141db9d" providerId="AD" clId="Web-{FBF90042-1DA0-CEC9-F0AC-EF39CE750C2E}" dt="2026-03-29T16:31:03.471" v="652"/>
          <ac:spMkLst>
            <pc:docMk/>
            <pc:sldMk cId="3748178581" sldId="309"/>
            <ac:spMk id="3" creationId="{AEFF768F-1659-296C-084A-99B401FCBE34}"/>
          </ac:spMkLst>
        </pc:spChg>
        <pc:spChg chg="add">
          <ac:chgData name="Temirlan Zhaxalykov" userId="S::t.zhaxalykov@kbtu.kz::037320a9-8ef1-4acb-bb74-1ab60141db9d" providerId="AD" clId="Web-{FBF90042-1DA0-CEC9-F0AC-EF39CE750C2E}" dt="2026-03-29T16:30:53.923" v="648"/>
          <ac:spMkLst>
            <pc:docMk/>
            <pc:sldMk cId="3748178581" sldId="309"/>
            <ac:spMk id="8" creationId="{1B15ED52-F352-441B-82BF-E0EA34836D08}"/>
          </ac:spMkLst>
        </pc:spChg>
        <pc:spChg chg="add">
          <ac:chgData name="Temirlan Zhaxalykov" userId="S::t.zhaxalykov@kbtu.kz::037320a9-8ef1-4acb-bb74-1ab60141db9d" providerId="AD" clId="Web-{FBF90042-1DA0-CEC9-F0AC-EF39CE750C2E}" dt="2026-03-29T16:30:53.923" v="648"/>
          <ac:spMkLst>
            <pc:docMk/>
            <pc:sldMk cId="3748178581" sldId="309"/>
            <ac:spMk id="10" creationId="{3B2E3793-BFE6-45A2-9B7B-E18844431C99}"/>
          </ac:spMkLst>
        </pc:spChg>
        <pc:spChg chg="add">
          <ac:chgData name="Temirlan Zhaxalykov" userId="S::t.zhaxalykov@kbtu.kz::037320a9-8ef1-4acb-bb74-1ab60141db9d" providerId="AD" clId="Web-{FBF90042-1DA0-CEC9-F0AC-EF39CE750C2E}" dt="2026-03-29T16:30:53.923" v="648"/>
          <ac:spMkLst>
            <pc:docMk/>
            <pc:sldMk cId="3748178581" sldId="309"/>
            <ac:spMk id="12" creationId="{BC4C4868-CB8F-4AF9-9CDB-8108F2C19B67}"/>
          </ac:spMkLst>
        </pc:spChg>
        <pc:spChg chg="add">
          <ac:chgData name="Temirlan Zhaxalykov" userId="S::t.zhaxalykov@kbtu.kz::037320a9-8ef1-4acb-bb74-1ab60141db9d" providerId="AD" clId="Web-{FBF90042-1DA0-CEC9-F0AC-EF39CE750C2E}" dt="2026-03-29T16:30:53.923" v="648"/>
          <ac:spMkLst>
            <pc:docMk/>
            <pc:sldMk cId="3748178581" sldId="309"/>
            <ac:spMk id="14" creationId="{375E0459-6403-40CD-989D-56A4407CA12E}"/>
          </ac:spMkLst>
        </pc:spChg>
        <pc:spChg chg="add">
          <ac:chgData name="Temirlan Zhaxalykov" userId="S::t.zhaxalykov@kbtu.kz::037320a9-8ef1-4acb-bb74-1ab60141db9d" providerId="AD" clId="Web-{FBF90042-1DA0-CEC9-F0AC-EF39CE750C2E}" dt="2026-03-29T16:30:53.923" v="648"/>
          <ac:spMkLst>
            <pc:docMk/>
            <pc:sldMk cId="3748178581" sldId="309"/>
            <ac:spMk id="16" creationId="{53E5B1A8-3AC9-4BD1-9BBC-78CA94F2D1BA}"/>
          </ac:spMkLst>
        </pc:spChg>
      </pc:sldChg>
      <pc:sldChg chg="new del">
        <pc:chgData name="Temirlan Zhaxalykov" userId="S::t.zhaxalykov@kbtu.kz::037320a9-8ef1-4acb-bb74-1ab60141db9d" providerId="AD" clId="Web-{FBF90042-1DA0-CEC9-F0AC-EF39CE750C2E}" dt="2026-03-29T16:37:54.177" v="654"/>
        <pc:sldMkLst>
          <pc:docMk/>
          <pc:sldMk cId="3465936063" sldId="310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30.03.2026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10799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30.03.2026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037117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30.03.2026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763698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30.03.2026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257622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30.03.2026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80027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30.03.2026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953355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30.03.2026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887541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30.03.2026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656952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30.03.2026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341692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30.03.2026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657274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30.03.2026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122617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2FFB779-270B-4192-84BA-A697F48306DC}" type="datetimeFigureOut">
              <a:rPr lang="ru-RU" smtClean="0"/>
              <a:t>30.03.2026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549794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dCvB-mhkT0w?feature=oembed" TargetMode="Externa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muIv8I6v1aE?feature=oembed" TargetMode="Externa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gAtBM06xwaw?feature=oembed" TargetMode="Externa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6TI5YOpnrgI?feature=oembed" TargetMode="Externa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NF1pwjL9-DE?start=66&amp;feature=oembed" TargetMode="Externa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" y="-22693"/>
            <a:ext cx="12191999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08719" y="-3931841"/>
            <a:ext cx="4374557" cy="12192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136696" y="-3703868"/>
            <a:ext cx="4374128" cy="1173647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" y="-22690"/>
            <a:ext cx="8542485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5945431" y="-1032053"/>
            <a:ext cx="4990147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314824" y="735106"/>
            <a:ext cx="10053763" cy="2928470"/>
          </a:xfrm>
        </p:spPr>
        <p:txBody>
          <a:bodyPr anchor="b">
            <a:normAutofit/>
          </a:bodyPr>
          <a:lstStyle/>
          <a:p>
            <a:pPr algn="l"/>
            <a:r>
              <a:rPr lang="ru-RU" sz="4800">
                <a:solidFill>
                  <a:srgbClr val="FFFFFF"/>
                </a:solidFill>
                <a:latin typeface="Times New Roman"/>
                <a:cs typeface="Times New Roman"/>
              </a:rPr>
              <a:t>Lecture 11. Elliptic Curve Cryptography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50682" y="4870824"/>
            <a:ext cx="10005951" cy="145825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ru-RU">
                <a:latin typeface="Times New Roman"/>
                <a:ea typeface="Calibri"/>
                <a:cs typeface="Times New Roman"/>
              </a:rPr>
              <a:t>CSE 1204 Applied Cryptography</a:t>
            </a:r>
          </a:p>
          <a:p>
            <a:pPr algn="l"/>
            <a:r>
              <a:rPr lang="ru-RU">
                <a:latin typeface="Times New Roman"/>
                <a:ea typeface="Calibri"/>
                <a:cs typeface="Times New Roman"/>
              </a:rPr>
              <a:t>Lectures by Zhaxalykov T.M.</a:t>
            </a:r>
            <a:endParaRPr lang="ru-RU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1207558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7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9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638515" y="639280"/>
            <a:ext cx="6858000" cy="557944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11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93206" y="395206"/>
            <a:ext cx="6346209" cy="557608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13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15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0CF879C-F49F-C221-47C2-B400A0A48F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6396" y="586855"/>
            <a:ext cx="4230100" cy="3387497"/>
          </a:xfrm>
        </p:spPr>
        <p:txBody>
          <a:bodyPr anchor="b">
            <a:normAutofit/>
          </a:bodyPr>
          <a:lstStyle/>
          <a:p>
            <a:pPr algn="r"/>
            <a:r>
              <a:rPr lang="ru-RU" sz="4000" b="1">
                <a:solidFill>
                  <a:srgbClr val="FFFFFF"/>
                </a:solidFill>
                <a:latin typeface="Times New Roman"/>
                <a:cs typeface="Times New Roman"/>
              </a:rPr>
              <a:t>Agenda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D685C0E-B3AE-4024-E3E2-A44731C15F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03158" y="649480"/>
            <a:ext cx="4862447" cy="5546047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buNone/>
            </a:pPr>
            <a:r>
              <a:rPr lang="ru-RU" sz="2000" b="1">
                <a:highlight>
                  <a:srgbClr val="FFFFFF"/>
                </a:highlight>
                <a:latin typeface="Times New Roman"/>
                <a:cs typeface="Times New Roman"/>
              </a:rPr>
              <a:t>Introduction to Elliptic Curves</a:t>
            </a:r>
            <a:endParaRPr lang="ru-RU" sz="2000" b="1">
              <a:latin typeface="Times New Roman"/>
              <a:cs typeface="Times New Roman"/>
            </a:endParaRPr>
          </a:p>
          <a:p>
            <a:pPr>
              <a:buNone/>
            </a:pPr>
            <a:r>
              <a:rPr lang="ru-RU" sz="2000" b="1">
                <a:highlight>
                  <a:srgbClr val="FFFFFF"/>
                </a:highlight>
                <a:latin typeface="Times New Roman"/>
                <a:cs typeface="Times New Roman"/>
              </a:rPr>
              <a:t>Elliptic Curve Mathematics</a:t>
            </a:r>
            <a:endParaRPr lang="ru-RU" sz="2000" b="1">
              <a:latin typeface="Times New Roman"/>
              <a:cs typeface="Times New Roman"/>
            </a:endParaRPr>
          </a:p>
          <a:p>
            <a:pPr>
              <a:buNone/>
            </a:pPr>
            <a:r>
              <a:rPr lang="ru-RU" sz="2000" b="1">
                <a:highlight>
                  <a:srgbClr val="FFFFFF"/>
                </a:highlight>
                <a:latin typeface="Times New Roman"/>
                <a:cs typeface="Times New Roman"/>
              </a:rPr>
              <a:t>Elliptic Curves over Finite Fields</a:t>
            </a:r>
            <a:endParaRPr lang="ru-RU" sz="2000" b="1">
              <a:highlight>
                <a:srgbClr val="C6C6C6"/>
              </a:highlight>
              <a:latin typeface="Times New Roman"/>
              <a:cs typeface="Times New Roman"/>
            </a:endParaRPr>
          </a:p>
          <a:p>
            <a:pPr>
              <a:buNone/>
            </a:pPr>
            <a:r>
              <a:rPr lang="ru-RU" sz="2000" b="1">
                <a:highlight>
                  <a:srgbClr val="FFFFFF"/>
                </a:highlight>
                <a:latin typeface="Times New Roman"/>
                <a:cs typeface="Times New Roman"/>
              </a:rPr>
              <a:t>ECDH: Elliptic Curve Diffie-Hellman</a:t>
            </a:r>
            <a:endParaRPr lang="ru-RU" sz="2000" b="1">
              <a:latin typeface="Times New Roman"/>
              <a:cs typeface="Times New Roman"/>
            </a:endParaRPr>
          </a:p>
          <a:p>
            <a:pPr>
              <a:buNone/>
            </a:pPr>
            <a:r>
              <a:rPr lang="ru-RU" sz="2000" b="1">
                <a:highlight>
                  <a:srgbClr val="FFFFFF"/>
                </a:highlight>
                <a:latin typeface="Times New Roman"/>
                <a:cs typeface="Times New Roman"/>
              </a:rPr>
              <a:t>ECDSA: Elliptic Curve Digital Signatures</a:t>
            </a:r>
            <a:endParaRPr lang="ru-RU" sz="2000" b="1">
              <a:latin typeface="Times New Roman"/>
              <a:cs typeface="Times New Roman"/>
            </a:endParaRPr>
          </a:p>
          <a:p>
            <a:pPr>
              <a:buNone/>
            </a:pPr>
            <a:r>
              <a:rPr lang="ru-RU" sz="2000" b="1">
                <a:highlight>
                  <a:srgbClr val="FFFFFF"/>
                </a:highlight>
                <a:latin typeface="Times New Roman"/>
                <a:cs typeface="Times New Roman"/>
              </a:rPr>
              <a:t>Modern Curves and Standards</a:t>
            </a:r>
            <a:endParaRPr lang="ru-RU" sz="2000" b="1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7637576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F4652A4-360B-51C5-71C8-8DB45321C3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638515" y="639280"/>
            <a:ext cx="6858000" cy="557944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93206" y="395206"/>
            <a:ext cx="6346209" cy="557608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60D4B20-2DFD-B0E7-9F86-9876D67097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6396" y="586855"/>
            <a:ext cx="4230100" cy="3387497"/>
          </a:xfrm>
        </p:spPr>
        <p:txBody>
          <a:bodyPr anchor="b">
            <a:normAutofit/>
          </a:bodyPr>
          <a:lstStyle/>
          <a:p>
            <a:pPr algn="r"/>
            <a:r>
              <a:rPr lang="ru-RU" sz="4000" b="1">
                <a:solidFill>
                  <a:schemeClr val="bg1"/>
                </a:solidFill>
                <a:latin typeface="Times New Roman"/>
                <a:cs typeface="Times New Roman"/>
              </a:rPr>
              <a:t>1. Introduction to Elliptic Curves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E700BF9-6D5B-818F-934F-E3480D2B52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03158" y="649480"/>
            <a:ext cx="4862447" cy="5546047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buNone/>
            </a:pPr>
            <a:r>
              <a:rPr lang="ru-RU" sz="2000" b="1">
                <a:highlight>
                  <a:srgbClr val="FFFFFF"/>
                </a:highlight>
                <a:latin typeface="Times New Roman"/>
                <a:cs typeface="Times New Roman"/>
              </a:rPr>
              <a:t>1.1 Why Elliptic Curves?</a:t>
            </a:r>
          </a:p>
          <a:p>
            <a:pPr>
              <a:buNone/>
            </a:pPr>
            <a:r>
              <a:rPr lang="ru-RU" sz="2000" b="1">
                <a:highlight>
                  <a:srgbClr val="FFFFFF"/>
                </a:highlight>
                <a:latin typeface="Times New Roman"/>
                <a:cs typeface="Times New Roman"/>
              </a:rPr>
              <a:t>1.2 ECC Advantages</a:t>
            </a:r>
          </a:p>
          <a:p>
            <a:pPr>
              <a:buNone/>
            </a:pPr>
            <a:r>
              <a:rPr lang="ru-RU" sz="2000" b="1">
                <a:highlight>
                  <a:srgbClr val="FFFFFF"/>
                </a:highlight>
                <a:latin typeface="Times New Roman"/>
                <a:cs typeface="Times New Roman"/>
              </a:rPr>
              <a:t>1.3 Elliptic Curve Definition</a:t>
            </a:r>
          </a:p>
          <a:p>
            <a:pPr>
              <a:buNone/>
            </a:pPr>
            <a:endParaRPr lang="ru-RU" sz="2000" b="1" dirty="0">
              <a:highlight>
                <a:srgbClr val="FFFFFF"/>
              </a:highlight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9996592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96923E1-3A3A-0022-B31C-130745963D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ru-RU" sz="4000" b="1">
                <a:solidFill>
                  <a:srgbClr val="FFFFFF"/>
                </a:solidFill>
                <a:latin typeface="Times New Roman"/>
                <a:cs typeface="Times New Roman"/>
              </a:rPr>
              <a:t>1. Introduction to Elliptic Curves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724AF40-426F-AD83-B0E3-45D7A2E436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ru-RU" sz="2000">
                <a:highlight>
                  <a:srgbClr val="FFFFFF"/>
                </a:highlight>
                <a:latin typeface="Times New Roman"/>
                <a:cs typeface="Times New Roman"/>
              </a:rPr>
              <a:t>Elliptic Curve Cryptography (ECC), independently proposed by Neal Koblitz and Victor Miller in 1985, provides an alternative mathematical foundation for public key cryptography with remarkable efficiency advantages.</a:t>
            </a:r>
            <a:endParaRPr lang="ru-RU" sz="2000">
              <a:highlight>
                <a:srgbClr val="C6C6C6"/>
              </a:highlight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6020270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8952442-B8C4-56C0-2215-FE660D7EB1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ru-RU" sz="4000" b="1">
                <a:solidFill>
                  <a:srgbClr val="FFFFFF"/>
                </a:solidFill>
                <a:latin typeface="Times New Roman"/>
                <a:cs typeface="Times New Roman"/>
              </a:rPr>
              <a:t>1.1 Why Elliptic Curves?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D37B173-6465-1D89-E14D-DA4EB22AC2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en-US" sz="2000" dirty="0">
                <a:highlight>
                  <a:srgbClr val="FFFFFF"/>
                </a:highlight>
                <a:latin typeface="Times New Roman"/>
                <a:cs typeface="Times New Roman"/>
              </a:rPr>
              <a:t>Traditional public key systems (RSA, DH) rely on integer factorization or discrete logarithm problems. These have </a:t>
            </a:r>
            <a:r>
              <a:rPr lang="en-US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subexponential</a:t>
            </a:r>
            <a:r>
              <a:rPr lang="en-US" sz="2000" dirty="0">
                <a:highlight>
                  <a:srgbClr val="FFFFFF"/>
                </a:highlight>
                <a:latin typeface="Times New Roman"/>
                <a:cs typeface="Times New Roman"/>
              </a:rPr>
              <a:t>-time algorithms (General Number Field Sieve), requiring increasingly large keys for security.</a:t>
            </a:r>
            <a:endParaRPr lang="ru-RU" sz="2000" dirty="0">
              <a:highlight>
                <a:srgbClr val="C6C6C6"/>
              </a:highlight>
              <a:latin typeface="Times New Roman"/>
              <a:cs typeface="Times New Roman"/>
            </a:endParaRPr>
          </a:p>
          <a:p>
            <a:pPr marL="0" indent="0">
              <a:buNone/>
            </a:pPr>
            <a:r>
              <a:rPr lang="en-US" sz="2000" dirty="0">
                <a:highlight>
                  <a:srgbClr val="FFFFFF"/>
                </a:highlight>
                <a:latin typeface="Times New Roman"/>
                <a:cs typeface="Times New Roman"/>
              </a:rPr>
              <a:t>Elliptic curves offer a crucial advantage: the best known attacks are fully exponential (Pollard's rho), meaning smaller keys provide equivalent security.</a:t>
            </a:r>
            <a:endParaRPr lang="ru-RU" sz="2000" dirty="0">
              <a:highlight>
                <a:srgbClr val="C6C6C6"/>
              </a:highlight>
              <a:latin typeface="Times New Roman"/>
              <a:cs typeface="Times New Roman"/>
            </a:endParaRPr>
          </a:p>
          <a:p>
            <a:pPr marL="0" indent="0">
              <a:buNone/>
            </a:pPr>
            <a:endParaRPr lang="ru-RU" sz="200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1115136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F843E0E-A57E-5093-E043-5D7D4801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ru-RU" sz="4000" b="1">
                <a:solidFill>
                  <a:srgbClr val="FFFFFF"/>
                </a:solidFill>
                <a:latin typeface="Times New Roman"/>
                <a:cs typeface="Times New Roman"/>
              </a:rPr>
              <a:t>Example 1.1: Key Size Comparison</a:t>
            </a:r>
          </a:p>
        </p:txBody>
      </p:sp>
      <p:graphicFrame>
        <p:nvGraphicFramePr>
          <p:cNvPr id="5" name="Объект 4">
            <a:extLst>
              <a:ext uri="{FF2B5EF4-FFF2-40B4-BE49-F238E27FC236}">
                <a16:creationId xmlns:a16="http://schemas.microsoft.com/office/drawing/2014/main" id="{4D5EDAFD-073C-01F3-D81A-7F318EA6E0B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55315948"/>
              </p:ext>
            </p:extLst>
          </p:nvPr>
        </p:nvGraphicFramePr>
        <p:xfrm>
          <a:off x="901130" y="1949293"/>
          <a:ext cx="10413682" cy="419280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16232">
                  <a:extLst>
                    <a:ext uri="{9D8B030D-6E8A-4147-A177-3AD203B41FA5}">
                      <a16:colId xmlns:a16="http://schemas.microsoft.com/office/drawing/2014/main" val="563185325"/>
                    </a:ext>
                  </a:extLst>
                </a:gridCol>
                <a:gridCol w="2847907">
                  <a:extLst>
                    <a:ext uri="{9D8B030D-6E8A-4147-A177-3AD203B41FA5}">
                      <a16:colId xmlns:a16="http://schemas.microsoft.com/office/drawing/2014/main" val="3014507660"/>
                    </a:ext>
                  </a:extLst>
                </a:gridCol>
                <a:gridCol w="2083297">
                  <a:extLst>
                    <a:ext uri="{9D8B030D-6E8A-4147-A177-3AD203B41FA5}">
                      <a16:colId xmlns:a16="http://schemas.microsoft.com/office/drawing/2014/main" val="2736226820"/>
                    </a:ext>
                  </a:extLst>
                </a:gridCol>
                <a:gridCol w="2566246">
                  <a:extLst>
                    <a:ext uri="{9D8B030D-6E8A-4147-A177-3AD203B41FA5}">
                      <a16:colId xmlns:a16="http://schemas.microsoft.com/office/drawing/2014/main" val="34727586"/>
                    </a:ext>
                  </a:extLst>
                </a:gridCol>
              </a:tblGrid>
              <a:tr h="940322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af-ZA" sz="19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Security Level (Symmetric equivalent)</a:t>
                      </a:r>
                      <a:endParaRPr lang="af-ZA" sz="19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96608" marR="120761" marT="161014" marB="16101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af-ZA" sz="19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RSA / DH (bits)</a:t>
                      </a:r>
                      <a:endParaRPr lang="af-ZA" sz="19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96608" marR="120761" marT="161014" marB="16101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af-ZA" sz="19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ECC (bits)</a:t>
                      </a:r>
                      <a:endParaRPr lang="af-ZA" sz="19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96608" marR="120761" marT="161014" marB="16101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af-ZA" sz="19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Ratio (RSA:ECC)</a:t>
                      </a:r>
                      <a:endParaRPr lang="af-ZA" sz="19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96608" marR="96608" marT="161014" marB="16101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53603464"/>
                  </a:ext>
                </a:extLst>
              </a:tr>
              <a:tr h="650497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af-ZA" sz="19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80-bit</a:t>
                      </a:r>
                      <a:endParaRPr lang="af-ZA" sz="19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96608" marR="120761" marT="161014" marB="16101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ru-RU" sz="19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1024</a:t>
                      </a:r>
                    </a:p>
                  </a:txBody>
                  <a:tcPr marL="96608" marR="120761" marT="161014" marB="16101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ru-RU" sz="19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160</a:t>
                      </a:r>
                    </a:p>
                  </a:txBody>
                  <a:tcPr marL="96608" marR="120761" marT="161014" marB="16101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ru-RU" sz="19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6.4×</a:t>
                      </a:r>
                    </a:p>
                  </a:txBody>
                  <a:tcPr marL="96608" marR="96608" marT="161014" marB="16101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46411743"/>
                  </a:ext>
                </a:extLst>
              </a:tr>
              <a:tr h="650497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af-ZA" sz="19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112-bit</a:t>
                      </a:r>
                      <a:endParaRPr lang="af-ZA" sz="19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96608" marR="120761" marT="161014" marB="16101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ru-RU" sz="19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2048</a:t>
                      </a:r>
                    </a:p>
                  </a:txBody>
                  <a:tcPr marL="96608" marR="120761" marT="161014" marB="16101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ru-RU" sz="19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224</a:t>
                      </a:r>
                    </a:p>
                  </a:txBody>
                  <a:tcPr marL="96608" marR="120761" marT="161014" marB="16101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ru-RU" sz="19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9.1×</a:t>
                      </a:r>
                    </a:p>
                  </a:txBody>
                  <a:tcPr marL="96608" marR="96608" marT="161014" marB="16101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02385073"/>
                  </a:ext>
                </a:extLst>
              </a:tr>
              <a:tr h="650497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af-ZA" sz="19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128-bit</a:t>
                      </a:r>
                      <a:endParaRPr lang="af-ZA" sz="19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96608" marR="120761" marT="161014" marB="16101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ru-RU" sz="19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3072</a:t>
                      </a:r>
                    </a:p>
                  </a:txBody>
                  <a:tcPr marL="96608" marR="120761" marT="161014" marB="16101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ru-RU" sz="19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256</a:t>
                      </a:r>
                    </a:p>
                  </a:txBody>
                  <a:tcPr marL="96608" marR="120761" marT="161014" marB="16101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ru-RU" sz="19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12×</a:t>
                      </a:r>
                    </a:p>
                  </a:txBody>
                  <a:tcPr marL="96608" marR="96608" marT="161014" marB="16101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75817920"/>
                  </a:ext>
                </a:extLst>
              </a:tr>
              <a:tr h="650497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af-ZA" sz="19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192-bit</a:t>
                      </a:r>
                      <a:endParaRPr lang="af-ZA" sz="19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96608" marR="120761" marT="161014" marB="16101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ru-RU" sz="19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7680</a:t>
                      </a:r>
                    </a:p>
                  </a:txBody>
                  <a:tcPr marL="96608" marR="120761" marT="161014" marB="16101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ru-RU" sz="19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384</a:t>
                      </a:r>
                    </a:p>
                  </a:txBody>
                  <a:tcPr marL="96608" marR="120761" marT="161014" marB="16101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ru-RU" sz="19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20×</a:t>
                      </a:r>
                    </a:p>
                  </a:txBody>
                  <a:tcPr marL="96608" marR="96608" marT="161014" marB="16101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96846504"/>
                  </a:ext>
                </a:extLst>
              </a:tr>
              <a:tr h="650497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af-ZA" sz="19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256-bit</a:t>
                      </a:r>
                      <a:endParaRPr lang="af-ZA" sz="19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96608" marR="120761" marT="161014" marB="16101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ru-RU" sz="19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15360</a:t>
                      </a:r>
                    </a:p>
                  </a:txBody>
                  <a:tcPr marL="96608" marR="120761" marT="161014" marB="16101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ru-RU" sz="19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512</a:t>
                      </a:r>
                    </a:p>
                  </a:txBody>
                  <a:tcPr marL="96608" marR="120761" marT="161014" marB="16101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ru-RU" sz="19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30×</a:t>
                      </a:r>
                    </a:p>
                  </a:txBody>
                  <a:tcPr marL="96608" marR="96608" marT="161014" marB="16101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42529287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87D5C856-2936-B195-E04E-91A95E82E22F}"/>
              </a:ext>
            </a:extLst>
          </p:cNvPr>
          <p:cNvSpPr txBox="1"/>
          <p:nvPr/>
        </p:nvSpPr>
        <p:spPr>
          <a:xfrm>
            <a:off x="1201766" y="6315498"/>
            <a:ext cx="10100127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ru-RU" sz="2000">
                <a:highlight>
                  <a:srgbClr val="FFFFFF"/>
                </a:highlight>
                <a:latin typeface="Times New Roman"/>
                <a:cs typeface="Times New Roman"/>
              </a:rPr>
              <a:t>A 256-bit ECC key provides equivalent security to a 3072-bit RSA key—12× smaller!</a:t>
            </a:r>
            <a:endParaRPr lang="ru-RU" sz="2000">
              <a:highlight>
                <a:srgbClr val="C6C6C6"/>
              </a:highlight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8315475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F28BF11-F83E-9292-E503-66E03CCF45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ru-RU" sz="4000" b="1">
                <a:solidFill>
                  <a:srgbClr val="FFFFFF"/>
                </a:solidFill>
                <a:latin typeface="Times New Roman"/>
                <a:cs typeface="Times New Roman"/>
              </a:rPr>
              <a:t>1.2 ECC Advantages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2AEB1BE-B20F-0ED9-ED91-96726FD834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z="2000" b="1">
                <a:highlight>
                  <a:srgbClr val="FFFFFF"/>
                </a:highlight>
                <a:latin typeface="Times New Roman"/>
                <a:cs typeface="Times New Roman"/>
              </a:rPr>
              <a:t>Smaller Keys: </a:t>
            </a:r>
            <a:r>
              <a:rPr lang="ru-RU" sz="2000">
                <a:highlight>
                  <a:srgbClr val="FFFFFF"/>
                </a:highlight>
                <a:latin typeface="Times New Roman"/>
                <a:cs typeface="Times New Roman"/>
              </a:rPr>
              <a:t>10-30× smaller than RSA for equivalent security</a:t>
            </a:r>
            <a:endParaRPr lang="ru-RU" sz="2000">
              <a:highlight>
                <a:srgbClr val="C6C6C6"/>
              </a:highlight>
              <a:latin typeface="Times New Roman"/>
              <a:cs typeface="Times New Roman"/>
            </a:endParaRPr>
          </a:p>
          <a:p>
            <a:r>
              <a:rPr lang="ru-RU" sz="2000" b="1">
                <a:highlight>
                  <a:srgbClr val="FFFFFF"/>
                </a:highlight>
                <a:latin typeface="Times New Roman"/>
                <a:cs typeface="Times New Roman"/>
              </a:rPr>
              <a:t>Faster Computation: </a:t>
            </a:r>
            <a:r>
              <a:rPr lang="ru-RU" sz="2000">
                <a:highlight>
                  <a:srgbClr val="FFFFFF"/>
                </a:highlight>
                <a:latin typeface="Times New Roman"/>
                <a:cs typeface="Times New Roman"/>
              </a:rPr>
              <a:t>Especially for key generation and signing</a:t>
            </a:r>
            <a:endParaRPr lang="ru-RU" sz="2000">
              <a:highlight>
                <a:srgbClr val="C6C6C6"/>
              </a:highlight>
              <a:latin typeface="Times New Roman"/>
              <a:cs typeface="Times New Roman"/>
            </a:endParaRPr>
          </a:p>
          <a:p>
            <a:r>
              <a:rPr lang="ru-RU" sz="2000" b="1">
                <a:highlight>
                  <a:srgbClr val="FFFFFF"/>
                </a:highlight>
                <a:latin typeface="Times New Roman"/>
                <a:cs typeface="Times New Roman"/>
              </a:rPr>
              <a:t>Less Bandwidth: </a:t>
            </a:r>
            <a:r>
              <a:rPr lang="ru-RU" sz="2000">
                <a:highlight>
                  <a:srgbClr val="FFFFFF"/>
                </a:highlight>
                <a:latin typeface="Times New Roman"/>
                <a:cs typeface="Times New Roman"/>
              </a:rPr>
              <a:t>Smaller keys and signatures reduce transmission costs</a:t>
            </a:r>
            <a:endParaRPr lang="ru-RU" sz="2000">
              <a:highlight>
                <a:srgbClr val="C6C6C6"/>
              </a:highlight>
              <a:latin typeface="Times New Roman"/>
              <a:cs typeface="Times New Roman"/>
            </a:endParaRPr>
          </a:p>
          <a:p>
            <a:r>
              <a:rPr lang="ru-RU" sz="2000" b="1">
                <a:highlight>
                  <a:srgbClr val="FFFFFF"/>
                </a:highlight>
                <a:latin typeface="Times New Roman"/>
                <a:cs typeface="Times New Roman"/>
              </a:rPr>
              <a:t>Lower Power: </a:t>
            </a:r>
            <a:r>
              <a:rPr lang="ru-RU" sz="2000">
                <a:highlight>
                  <a:srgbClr val="FFFFFF"/>
                </a:highlight>
                <a:latin typeface="Times New Roman"/>
                <a:cs typeface="Times New Roman"/>
              </a:rPr>
              <a:t>Ideal for mobile devices, IoT, embedded systems</a:t>
            </a:r>
            <a:endParaRPr lang="ru-RU" sz="2000">
              <a:highlight>
                <a:srgbClr val="C6C6C6"/>
              </a:highlight>
              <a:latin typeface="Times New Roman"/>
              <a:cs typeface="Times New Roman"/>
            </a:endParaRPr>
          </a:p>
          <a:p>
            <a:r>
              <a:rPr lang="en-US" sz="2000" b="1">
                <a:highlight>
                  <a:srgbClr val="FFFFFF"/>
                </a:highlight>
                <a:latin typeface="Times New Roman"/>
                <a:cs typeface="Times New Roman"/>
              </a:rPr>
              <a:t>Stronger Security: </a:t>
            </a:r>
            <a:r>
              <a:rPr lang="en-US" sz="2000">
                <a:highlight>
                  <a:srgbClr val="FFFFFF"/>
                </a:highlight>
                <a:latin typeface="Times New Roman"/>
                <a:cs typeface="Times New Roman"/>
              </a:rPr>
              <a:t>No subexponential algorithms known</a:t>
            </a:r>
            <a:endParaRPr lang="ru-RU" sz="2000">
              <a:highlight>
                <a:srgbClr val="C6C6C6"/>
              </a:highlight>
              <a:latin typeface="Times New Roman"/>
              <a:cs typeface="Times New Roman"/>
            </a:endParaRPr>
          </a:p>
          <a:p>
            <a:endParaRPr lang="ru-RU" sz="200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0397363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FAFC8B1-F072-FB9D-7D04-52160FF5C0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ru-RU" sz="4000" b="1">
                <a:solidFill>
                  <a:srgbClr val="FFFFFF"/>
                </a:solidFill>
                <a:latin typeface="Times New Roman"/>
                <a:cs typeface="Times New Roman"/>
              </a:rPr>
              <a:t>1.3 Elliptic Curve Definition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D6CD9C2-B53C-CEB4-C4E1-FC3F6BE88A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highlight>
                  <a:srgbClr val="FFFFFF"/>
                </a:highlight>
                <a:latin typeface="Times New Roman"/>
                <a:cs typeface="Times New Roman"/>
              </a:rPr>
              <a:t>Definition 1.1 (Elliptic Curve): </a:t>
            </a:r>
            <a:r>
              <a:rPr lang="en-US" sz="2000" dirty="0">
                <a:highlight>
                  <a:srgbClr val="FFFFFF"/>
                </a:highlight>
                <a:latin typeface="Times New Roman"/>
                <a:cs typeface="Times New Roman"/>
              </a:rPr>
              <a:t>An elliptic curve over real numbers ℝ is the set of points (x, y) satisfying the </a:t>
            </a:r>
            <a:r>
              <a:rPr lang="en-US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Weierstrass</a:t>
            </a:r>
            <a:r>
              <a:rPr lang="en-US" sz="2000" dirty="0">
                <a:highlight>
                  <a:srgbClr val="FFFFFF"/>
                </a:highlight>
                <a:latin typeface="Times New Roman"/>
                <a:cs typeface="Times New Roman"/>
              </a:rPr>
              <a:t> equation: y² = x³ + ax + b, together with a special point O (point at infinity), where the discriminant Δ = 4a³ + 27b² ≠ 0 (ensures non-singular curve).</a:t>
            </a:r>
            <a:endParaRPr lang="ru-RU" sz="2000" dirty="0">
              <a:highlight>
                <a:srgbClr val="C6C6C6"/>
              </a:highlight>
              <a:latin typeface="Times New Roman"/>
              <a:cs typeface="Times New Roman"/>
            </a:endParaRPr>
          </a:p>
          <a:p>
            <a:pPr marL="0" indent="0">
              <a:buNone/>
            </a:pPr>
            <a:r>
              <a:rPr lang="ru-RU" sz="2000">
                <a:highlight>
                  <a:srgbClr val="FFFFFF"/>
                </a:highlight>
                <a:latin typeface="Times New Roman"/>
                <a:cs typeface="Times New Roman"/>
              </a:rPr>
              <a:t>The curve forms a smooth, continuous shape with no cusps, self-intersections, or isolated points.</a:t>
            </a:r>
            <a:endParaRPr lang="ru-RU" sz="2000">
              <a:latin typeface="Times New Roman"/>
              <a:cs typeface="Times New Roman"/>
            </a:endParaRPr>
          </a:p>
          <a:p>
            <a:pPr marL="0" indent="0">
              <a:buNone/>
            </a:pPr>
            <a:endParaRPr lang="ru-RU" sz="200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3776676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EE58157-A230-6BBA-DE28-FE6C4CA634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ru-RU" sz="3700" b="1">
                <a:solidFill>
                  <a:srgbClr val="FFFFFF"/>
                </a:solidFill>
                <a:latin typeface="Times New Roman"/>
                <a:cs typeface="Times New Roman"/>
              </a:rPr>
              <a:t>Example 1.2: Elliptic Curve Visualization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311AD1E-41B4-7C7E-6F4F-4117A083E6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ru-RU" sz="2000">
                <a:highlight>
                  <a:srgbClr val="FFFFFF"/>
                </a:highlight>
                <a:latin typeface="Courier New"/>
                <a:cs typeface="Courier New"/>
              </a:rPr>
              <a:t>Curve: y² = x³ - x + 1</a:t>
            </a:r>
            <a:endParaRPr lang="ru-RU" sz="2000">
              <a:highlight>
                <a:srgbClr val="C6C6C6"/>
              </a:highlight>
              <a:latin typeface="Courier New"/>
              <a:cs typeface="Courier New"/>
            </a:endParaRPr>
          </a:p>
          <a:p>
            <a:pPr marL="0" indent="0">
              <a:buNone/>
            </a:pPr>
            <a:r>
              <a:rPr lang="ru-RU" sz="2000">
                <a:highlight>
                  <a:srgbClr val="FFFFFF"/>
                </a:highlight>
                <a:latin typeface="Courier New"/>
                <a:cs typeface="Courier New"/>
              </a:rPr>
              <a:t>Parameters: a = -1, b = 1</a:t>
            </a:r>
            <a:endParaRPr lang="ru-RU" sz="2000">
              <a:highlight>
                <a:srgbClr val="C6C6C6"/>
              </a:highlight>
              <a:latin typeface="Courier New"/>
              <a:cs typeface="Courier New"/>
            </a:endParaRPr>
          </a:p>
          <a:p>
            <a:pPr marL="0" indent="0">
              <a:buNone/>
            </a:pPr>
            <a:r>
              <a:rPr lang="en-US" sz="2000">
                <a:highlight>
                  <a:srgbClr val="FFFFFF"/>
                </a:highlight>
                <a:latin typeface="Courier New"/>
                <a:cs typeface="Courier New"/>
              </a:rPr>
              <a:t>Discriminant: Δ = 4(-1)³ + 27(1)² = -4 + 27 = 23 ≠ 0 ✓</a:t>
            </a:r>
            <a:endParaRPr lang="ru-RU" sz="2000">
              <a:highlight>
                <a:srgbClr val="C6C6C6"/>
              </a:highlight>
              <a:latin typeface="Courier New"/>
              <a:cs typeface="Courier New"/>
            </a:endParaRPr>
          </a:p>
          <a:p>
            <a:pPr marL="0" indent="0">
              <a:buNone/>
            </a:pPr>
            <a:r>
              <a:rPr lang="ru-RU" sz="2000">
                <a:highlight>
                  <a:srgbClr val="FFFFFF"/>
                </a:highlight>
                <a:latin typeface="Courier New"/>
                <a:cs typeface="Courier New"/>
              </a:rPr>
              <a:t>Valid elliptic curve (symmetric about x-axis)</a:t>
            </a:r>
            <a:endParaRPr lang="ru-RU" sz="2000">
              <a:highlight>
                <a:srgbClr val="C6C6C6"/>
              </a:highlight>
              <a:latin typeface="Courier New"/>
              <a:cs typeface="Courier New"/>
            </a:endParaRPr>
          </a:p>
          <a:p>
            <a:pPr marL="0" indent="0">
              <a:buNone/>
            </a:pPr>
            <a:endParaRPr lang="ru-RU" sz="2000" dirty="0">
              <a:highlight>
                <a:srgbClr val="FFFFFF"/>
              </a:highlight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631914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Мультимедиа в Интернете 3" title="Elliptic Curve Cryptography Overview">
            <a:hlinkClick r:id="" action="ppaction://noaction"/>
            <a:extLst>
              <a:ext uri="{FF2B5EF4-FFF2-40B4-BE49-F238E27FC236}">
                <a16:creationId xmlns:a16="http://schemas.microsoft.com/office/drawing/2014/main" id="{4039609D-99AC-68BE-6CB6-AE04C62FFA1D}"/>
              </a:ext>
            </a:extLst>
          </p:cNvPr>
          <p:cNvPicPr>
            <a:picLocks noGrp="1" noRot="1" noChangeAspect="1"/>
          </p:cNvPicPr>
          <p:nvPr>
            <p:ph idx="1"/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-1169" y="836"/>
            <a:ext cx="12192751" cy="68579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54314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1D745EC-A701-61BB-52B4-1E6AF6B61C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2C32E26-F01E-9905-F49F-1C7C971216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23C9F24-5861-DD74-8DE1-7353CEB6A7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638515" y="639280"/>
            <a:ext cx="6858000" cy="557944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B78D23E-4B73-525E-0A92-476E83F57E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93206" y="395206"/>
            <a:ext cx="6346209" cy="557608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0280067-383C-6665-DF29-7134D55499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09C3654-CD9F-3982-E532-47D147AA63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C350219B-35D9-E90B-64C4-F0ED1C2F68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89281B2-4456-D5E1-C5B5-100564EFF2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6396" y="586855"/>
            <a:ext cx="4230100" cy="3387497"/>
          </a:xfrm>
        </p:spPr>
        <p:txBody>
          <a:bodyPr anchor="b">
            <a:normAutofit/>
          </a:bodyPr>
          <a:lstStyle/>
          <a:p>
            <a:pPr algn="r"/>
            <a:r>
              <a:rPr lang="ru-RU" sz="4000" b="1">
                <a:solidFill>
                  <a:schemeClr val="bg1"/>
                </a:solidFill>
                <a:latin typeface="Times New Roman"/>
                <a:cs typeface="Times New Roman"/>
              </a:rPr>
              <a:t>2. Elliptic Curve Mathematics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61A112D-95D6-D5A4-BE49-B91AE47BBF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03158" y="604123"/>
            <a:ext cx="5397661" cy="559140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buNone/>
            </a:pPr>
            <a:r>
              <a:rPr lang="ru-RU" sz="2000" b="1">
                <a:latin typeface="Times New Roman"/>
                <a:cs typeface="Times New Roman"/>
              </a:rPr>
              <a:t>2.1 Point Addition: Geometric Interpretation</a:t>
            </a:r>
          </a:p>
          <a:p>
            <a:pPr>
              <a:buNone/>
            </a:pPr>
            <a:r>
              <a:rPr lang="ru-RU" sz="2000" b="1">
                <a:latin typeface="Times New Roman"/>
                <a:cs typeface="Times New Roman"/>
              </a:rPr>
              <a:t>2.2 Group Properties</a:t>
            </a:r>
          </a:p>
          <a:p>
            <a:pPr>
              <a:buNone/>
            </a:pPr>
            <a:r>
              <a:rPr lang="ru-RU" sz="2000" b="1">
                <a:latin typeface="Times New Roman"/>
                <a:cs typeface="Times New Roman"/>
              </a:rPr>
              <a:t>2.3 Point Addition Formulas</a:t>
            </a:r>
          </a:p>
          <a:p>
            <a:pPr>
              <a:buNone/>
            </a:pPr>
            <a:r>
              <a:rPr lang="ru-RU" sz="2000" b="1">
                <a:latin typeface="Times New Roman"/>
                <a:cs typeface="Times New Roman"/>
              </a:rPr>
              <a:t>2.4 Scalar Multiplication</a:t>
            </a:r>
          </a:p>
        </p:txBody>
      </p:sp>
    </p:spTree>
    <p:extLst>
      <p:ext uri="{BB962C8B-B14F-4D97-AF65-F5344CB8AC3E}">
        <p14:creationId xmlns:p14="http://schemas.microsoft.com/office/powerpoint/2010/main" val="31684990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069F6FF-5E15-110C-A8BA-BF71728F98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ru-RU" sz="4000" b="1">
                <a:solidFill>
                  <a:srgbClr val="FFFFFF"/>
                </a:solidFill>
                <a:latin typeface="Times New Roman"/>
                <a:cs typeface="Times New Roman"/>
              </a:rPr>
              <a:t>2. Elliptic Curve Mathematics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780E4D2-58D9-53D4-94F9-2EE27CA504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en-US" sz="2000">
                <a:highlight>
                  <a:srgbClr val="FFFFFF"/>
                </a:highlight>
                <a:latin typeface="Times New Roman"/>
                <a:cs typeface="Times New Roman"/>
              </a:rPr>
              <a:t>Elliptic curves form an abelian group under a geometric point addition operation.</a:t>
            </a:r>
            <a:endParaRPr lang="ru-RU" sz="2000">
              <a:highlight>
                <a:srgbClr val="C6C6C6"/>
              </a:highlight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9873702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79C2835-3789-EB44-A27C-5084FF818B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ru-RU" sz="3400" b="1">
                <a:solidFill>
                  <a:srgbClr val="FFFFFF"/>
                </a:solidFill>
                <a:latin typeface="Times New Roman"/>
                <a:cs typeface="Times New Roman"/>
              </a:rPr>
              <a:t>2.1 Point Addition: Geometric Interpretation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AAFAA41-1345-5DD0-EFE6-6B5D4FAB5B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ru-RU" sz="2000">
                <a:highlight>
                  <a:srgbClr val="FFFFFF"/>
                </a:highlight>
                <a:latin typeface="Times New Roman"/>
                <a:cs typeface="Times New Roman"/>
              </a:rPr>
              <a:t>To add two points P and Q on the curve:</a:t>
            </a:r>
            <a:endParaRPr lang="ru-RU" sz="2000">
              <a:highlight>
                <a:srgbClr val="C6C6C6"/>
              </a:highlight>
              <a:latin typeface="Times New Roman"/>
              <a:cs typeface="Times New Roman"/>
            </a:endParaRPr>
          </a:p>
          <a:p>
            <a:r>
              <a:rPr lang="ru-RU" sz="2000">
                <a:highlight>
                  <a:srgbClr val="FFFFFF"/>
                </a:highlight>
                <a:latin typeface="Times New Roman"/>
                <a:cs typeface="Times New Roman"/>
              </a:rPr>
              <a:t>Draw a line through P and Q</a:t>
            </a:r>
            <a:endParaRPr lang="ru-RU" sz="2000">
              <a:highlight>
                <a:srgbClr val="C6C6C6"/>
              </a:highlight>
              <a:latin typeface="Times New Roman"/>
              <a:cs typeface="Times New Roman"/>
            </a:endParaRPr>
          </a:p>
          <a:p>
            <a:r>
              <a:rPr lang="ru-RU" sz="2000">
                <a:highlight>
                  <a:srgbClr val="FFFFFF"/>
                </a:highlight>
                <a:latin typeface="Times New Roman"/>
                <a:cs typeface="Times New Roman"/>
              </a:rPr>
              <a:t>This line intersects the curve at a third point R'</a:t>
            </a:r>
            <a:endParaRPr lang="ru-RU" sz="2000">
              <a:highlight>
                <a:srgbClr val="C6C6C6"/>
              </a:highlight>
              <a:latin typeface="Times New Roman"/>
              <a:cs typeface="Times New Roman"/>
            </a:endParaRPr>
          </a:p>
          <a:p>
            <a:r>
              <a:rPr lang="ru-RU" sz="2000">
                <a:highlight>
                  <a:srgbClr val="FFFFFF"/>
                </a:highlight>
                <a:latin typeface="Times New Roman"/>
                <a:cs typeface="Times New Roman"/>
              </a:rPr>
              <a:t>Reflect R' across the x-axis to get R = P + Q</a:t>
            </a:r>
            <a:endParaRPr lang="ru-RU" sz="2000">
              <a:highlight>
                <a:srgbClr val="C6C6C6"/>
              </a:highlight>
              <a:latin typeface="Times New Roman"/>
              <a:cs typeface="Times New Roman"/>
            </a:endParaRPr>
          </a:p>
          <a:p>
            <a:pPr marL="0" indent="0">
              <a:buNone/>
            </a:pPr>
            <a:r>
              <a:rPr lang="ru-RU" sz="2000">
                <a:highlight>
                  <a:srgbClr val="FFFFFF"/>
                </a:highlight>
                <a:latin typeface="Times New Roman"/>
                <a:cs typeface="Times New Roman"/>
              </a:rPr>
              <a:t>This geometric construction ensures closure: the result is always on the curve.</a:t>
            </a:r>
            <a:endParaRPr lang="ru-RU" sz="2000">
              <a:highlight>
                <a:srgbClr val="C6C6C6"/>
              </a:highlight>
              <a:latin typeface="Times New Roman"/>
              <a:cs typeface="Times New Roman"/>
            </a:endParaRPr>
          </a:p>
          <a:p>
            <a:endParaRPr lang="ru-RU" sz="200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507183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AF086C6-CD98-EB35-A9EE-3518C1A8D3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ru-RU" sz="4000" b="1">
                <a:solidFill>
                  <a:srgbClr val="FFFFFF"/>
                </a:solidFill>
                <a:latin typeface="Times New Roman"/>
                <a:cs typeface="Times New Roman"/>
              </a:rPr>
              <a:t>2.2 Group Properties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9E1C007-1A63-D1EE-5BB1-FD871EC88D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z="2000" b="1">
                <a:highlight>
                  <a:srgbClr val="FFFFFF"/>
                </a:highlight>
                <a:latin typeface="Times New Roman"/>
                <a:cs typeface="Times New Roman"/>
              </a:rPr>
              <a:t>Identity Element:</a:t>
            </a:r>
            <a:r>
              <a:rPr lang="ru-RU" sz="2000">
                <a:highlight>
                  <a:srgbClr val="FFFFFF"/>
                </a:highlight>
                <a:latin typeface="Times New Roman"/>
                <a:cs typeface="Times New Roman"/>
              </a:rPr>
              <a:t> Point at infinity O. For any point P: P + O = P</a:t>
            </a:r>
            <a:endParaRPr lang="ru-RU" sz="2000">
              <a:highlight>
                <a:srgbClr val="C6C6C6"/>
              </a:highlight>
              <a:latin typeface="Times New Roman"/>
              <a:cs typeface="Times New Roman"/>
            </a:endParaRPr>
          </a:p>
          <a:p>
            <a:r>
              <a:rPr lang="ru-RU" sz="2000" b="1">
                <a:highlight>
                  <a:srgbClr val="FFFFFF"/>
                </a:highlight>
                <a:latin typeface="Times New Roman"/>
                <a:cs typeface="Times New Roman"/>
              </a:rPr>
              <a:t>Inverse Element:</a:t>
            </a:r>
            <a:r>
              <a:rPr lang="ru-RU" sz="2000">
                <a:highlight>
                  <a:srgbClr val="FFFFFF"/>
                </a:highlight>
                <a:latin typeface="Times New Roman"/>
                <a:cs typeface="Times New Roman"/>
              </a:rPr>
              <a:t> For P = (x, y), the inverse is -P = (x, -y). Property: P + (-P) = O</a:t>
            </a:r>
            <a:endParaRPr lang="ru-RU" sz="2000">
              <a:highlight>
                <a:srgbClr val="C6C6C6"/>
              </a:highlight>
              <a:latin typeface="Times New Roman"/>
              <a:cs typeface="Times New Roman"/>
            </a:endParaRPr>
          </a:p>
          <a:p>
            <a:r>
              <a:rPr lang="ru-RU" sz="2000" b="1">
                <a:highlight>
                  <a:srgbClr val="FFFFFF"/>
                </a:highlight>
                <a:latin typeface="Times New Roman"/>
                <a:cs typeface="Times New Roman"/>
              </a:rPr>
              <a:t>Associativity:</a:t>
            </a:r>
            <a:r>
              <a:rPr lang="ru-RU" sz="2000">
                <a:highlight>
                  <a:srgbClr val="FFFFFF"/>
                </a:highlight>
                <a:latin typeface="Times New Roman"/>
                <a:cs typeface="Times New Roman"/>
              </a:rPr>
              <a:t> (P + Q) + R = P + (Q + R)</a:t>
            </a:r>
            <a:endParaRPr lang="ru-RU" sz="2000">
              <a:highlight>
                <a:srgbClr val="C6C6C6"/>
              </a:highlight>
              <a:latin typeface="Times New Roman"/>
              <a:cs typeface="Times New Roman"/>
            </a:endParaRPr>
          </a:p>
          <a:p>
            <a:r>
              <a:rPr lang="ru-RU" sz="2000" b="1">
                <a:highlight>
                  <a:srgbClr val="FFFFFF"/>
                </a:highlight>
                <a:latin typeface="Times New Roman"/>
                <a:cs typeface="Times New Roman"/>
              </a:rPr>
              <a:t>Commutativity:</a:t>
            </a:r>
            <a:r>
              <a:rPr lang="ru-RU" sz="2000">
                <a:highlight>
                  <a:srgbClr val="FFFFFF"/>
                </a:highlight>
                <a:latin typeface="Times New Roman"/>
                <a:cs typeface="Times New Roman"/>
              </a:rPr>
              <a:t> P + Q = Q + P</a:t>
            </a:r>
            <a:endParaRPr lang="ru-RU" sz="2000">
              <a:highlight>
                <a:srgbClr val="C6C6C6"/>
              </a:highlight>
              <a:latin typeface="Times New Roman"/>
              <a:cs typeface="Times New Roman"/>
            </a:endParaRPr>
          </a:p>
          <a:p>
            <a:endParaRPr lang="ru-RU" sz="200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91675169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8249E14-E67B-1554-5B8E-5DC2305520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ru-RU" sz="4000" b="1">
                <a:solidFill>
                  <a:srgbClr val="FFFFFF"/>
                </a:solidFill>
                <a:latin typeface="Times New Roman"/>
                <a:cs typeface="Times New Roman"/>
              </a:rPr>
              <a:t>2.3 Point Addition Formulas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3852527-5A52-9A50-3BD6-9BCE78E79F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ru-RU" sz="2000" b="1">
                <a:highlight>
                  <a:srgbClr val="FFFFFF"/>
                </a:highlight>
                <a:latin typeface="Arial"/>
                <a:cs typeface="Arial"/>
              </a:rPr>
              <a:t>Case 1: P ≠ Q (Different Points)</a:t>
            </a:r>
            <a:endParaRPr lang="ru-RU" sz="2000">
              <a:highlight>
                <a:srgbClr val="C6C6C6"/>
              </a:highlight>
              <a:latin typeface="Arial"/>
              <a:cs typeface="Arial"/>
            </a:endParaRPr>
          </a:p>
          <a:p>
            <a:pPr marL="0" indent="0">
              <a:buNone/>
            </a:pPr>
            <a:r>
              <a:rPr lang="ru-RU" sz="2000">
                <a:highlight>
                  <a:srgbClr val="FFFFFF"/>
                </a:highlight>
                <a:latin typeface="Courier New"/>
                <a:cs typeface="Courier New"/>
              </a:rPr>
              <a:t>Given: P = (x₁, y₁), Q = (x₂, y₂)</a:t>
            </a:r>
            <a:endParaRPr lang="ru-RU" sz="2000">
              <a:highlight>
                <a:srgbClr val="C6C6C6"/>
              </a:highlight>
              <a:latin typeface="Courier New"/>
              <a:cs typeface="Courier New"/>
            </a:endParaRPr>
          </a:p>
          <a:p>
            <a:pPr marL="0" indent="0">
              <a:buNone/>
            </a:pPr>
            <a:r>
              <a:rPr lang="ru-RU" sz="2000">
                <a:highlight>
                  <a:srgbClr val="FFFFFF"/>
                </a:highlight>
                <a:latin typeface="Courier New"/>
                <a:cs typeface="Courier New"/>
              </a:rPr>
              <a:t>Slope: λ = (y₂ - y₁) / (x₂ - x₁)</a:t>
            </a:r>
            <a:endParaRPr lang="ru-RU" sz="2000">
              <a:highlight>
                <a:srgbClr val="C6C6C6"/>
              </a:highlight>
              <a:latin typeface="Courier New"/>
              <a:cs typeface="Courier New"/>
            </a:endParaRPr>
          </a:p>
          <a:p>
            <a:pPr marL="0" indent="0">
              <a:buNone/>
            </a:pPr>
            <a:r>
              <a:rPr lang="ru-RU" sz="2000">
                <a:highlight>
                  <a:srgbClr val="FFFFFF"/>
                </a:highlight>
                <a:latin typeface="Courier New"/>
                <a:cs typeface="Courier New"/>
              </a:rPr>
              <a:t>Result R = (x₃, y₃):</a:t>
            </a:r>
            <a:endParaRPr lang="ru-RU" sz="2000">
              <a:highlight>
                <a:srgbClr val="C6C6C6"/>
              </a:highlight>
              <a:latin typeface="Courier New"/>
              <a:cs typeface="Courier New"/>
            </a:endParaRPr>
          </a:p>
          <a:p>
            <a:pPr marL="0" indent="0">
              <a:buNone/>
            </a:pPr>
            <a:r>
              <a:rPr lang="ru-RU" sz="2000">
                <a:highlight>
                  <a:srgbClr val="FFFFFF"/>
                </a:highlight>
                <a:latin typeface="Courier New"/>
                <a:cs typeface="Courier New"/>
              </a:rPr>
              <a:t>  x₃ = λ² - x₁ - x₂</a:t>
            </a:r>
            <a:endParaRPr lang="ru-RU" sz="2000">
              <a:highlight>
                <a:srgbClr val="C6C6C6"/>
              </a:highlight>
              <a:latin typeface="Courier New"/>
              <a:cs typeface="Courier New"/>
            </a:endParaRPr>
          </a:p>
          <a:p>
            <a:pPr marL="0" indent="0">
              <a:buNone/>
            </a:pPr>
            <a:r>
              <a:rPr lang="en-US" sz="2000">
                <a:highlight>
                  <a:srgbClr val="FFFFFF"/>
                </a:highlight>
                <a:latin typeface="Courier New"/>
                <a:cs typeface="Courier New"/>
              </a:rPr>
              <a:t>  y₃ = λ(x₁ - x₃) - y₁</a:t>
            </a:r>
            <a:endParaRPr lang="ru-RU" sz="2000"/>
          </a:p>
          <a:p>
            <a:endParaRPr lang="ru-RU" sz="2000"/>
          </a:p>
        </p:txBody>
      </p:sp>
    </p:spTree>
    <p:extLst>
      <p:ext uri="{BB962C8B-B14F-4D97-AF65-F5344CB8AC3E}">
        <p14:creationId xmlns:p14="http://schemas.microsoft.com/office/powerpoint/2010/main" val="129371384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D8AA8A2-684E-6865-A3B5-B364328F64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F7C9B4B9-EDC3-BC11-15BE-F23A9191A8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182761A-192F-6B9E-9515-166E733181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920429A-F4D8-1F7D-C5D4-96169A2300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E15CC27-BFE4-0146-3FF6-D35BE565A2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58F02B8-7FF9-C68A-67F6-97E8300C3C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BE4C258-ECCD-D1F3-18AC-657C57AB25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ru-RU" sz="4000" b="1">
                <a:solidFill>
                  <a:srgbClr val="FFFFFF"/>
                </a:solidFill>
                <a:latin typeface="Times New Roman"/>
                <a:cs typeface="Times New Roman"/>
              </a:rPr>
              <a:t>2.3 Point Addition Formulas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0DCB2A0-EBA2-974F-657C-BF610AE8CF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ru-RU" sz="2000" b="1">
                <a:highlight>
                  <a:srgbClr val="FFFFFF"/>
                </a:highlight>
                <a:latin typeface="Arial"/>
                <a:cs typeface="Arial"/>
              </a:rPr>
              <a:t>Case 2: P = Q (Point Doubling)</a:t>
            </a:r>
            <a:endParaRPr lang="ru-RU" sz="2000">
              <a:highlight>
                <a:srgbClr val="C6C6C6"/>
              </a:highlight>
              <a:latin typeface="Arial"/>
              <a:cs typeface="Arial"/>
            </a:endParaRPr>
          </a:p>
          <a:p>
            <a:pPr marL="0" indent="0">
              <a:buNone/>
            </a:pPr>
            <a:r>
              <a:rPr lang="ru-RU" sz="2000">
                <a:highlight>
                  <a:srgbClr val="FFFFFF"/>
                </a:highlight>
                <a:latin typeface="Courier New"/>
                <a:cs typeface="Courier New"/>
              </a:rPr>
              <a:t>Given: P = (x₁, y₁)</a:t>
            </a:r>
            <a:endParaRPr lang="ru-RU" sz="2000">
              <a:highlight>
                <a:srgbClr val="C6C6C6"/>
              </a:highlight>
              <a:latin typeface="Courier New"/>
              <a:cs typeface="Courier New"/>
            </a:endParaRPr>
          </a:p>
          <a:p>
            <a:pPr marL="0" indent="0">
              <a:buNone/>
            </a:pPr>
            <a:r>
              <a:rPr lang="ru-RU" sz="2000">
                <a:highlight>
                  <a:srgbClr val="FFFFFF"/>
                </a:highlight>
                <a:latin typeface="Courier New"/>
                <a:cs typeface="Courier New"/>
              </a:rPr>
              <a:t>Slope (tangent): λ = (3x₁² + a) / (2y₁)</a:t>
            </a:r>
            <a:endParaRPr lang="ru-RU" sz="2000">
              <a:highlight>
                <a:srgbClr val="C6C6C6"/>
              </a:highlight>
              <a:latin typeface="Courier New"/>
              <a:cs typeface="Courier New"/>
            </a:endParaRPr>
          </a:p>
          <a:p>
            <a:pPr marL="0" indent="0">
              <a:buNone/>
            </a:pPr>
            <a:r>
              <a:rPr lang="ru-RU" sz="2000">
                <a:highlight>
                  <a:srgbClr val="FFFFFF"/>
                </a:highlight>
                <a:latin typeface="Courier New"/>
                <a:cs typeface="Courier New"/>
              </a:rPr>
              <a:t>Result R = 2P = (x₃, y₃):</a:t>
            </a:r>
            <a:endParaRPr lang="ru-RU" sz="2000">
              <a:highlight>
                <a:srgbClr val="C6C6C6"/>
              </a:highlight>
              <a:latin typeface="Courier New"/>
              <a:cs typeface="Courier New"/>
            </a:endParaRPr>
          </a:p>
          <a:p>
            <a:pPr marL="0" indent="0">
              <a:buNone/>
            </a:pPr>
            <a:r>
              <a:rPr lang="ru-RU" sz="2000">
                <a:highlight>
                  <a:srgbClr val="FFFFFF"/>
                </a:highlight>
                <a:latin typeface="Courier New"/>
                <a:cs typeface="Courier New"/>
              </a:rPr>
              <a:t>  x₃ = λ² - 2x₁</a:t>
            </a:r>
            <a:endParaRPr lang="ru-RU" sz="2000">
              <a:highlight>
                <a:srgbClr val="C6C6C6"/>
              </a:highlight>
              <a:latin typeface="Courier New"/>
              <a:cs typeface="Courier New"/>
            </a:endParaRPr>
          </a:p>
          <a:p>
            <a:pPr marL="0" indent="0">
              <a:buNone/>
            </a:pPr>
            <a:r>
              <a:rPr lang="en-US" sz="2000">
                <a:highlight>
                  <a:srgbClr val="FFFFFF"/>
                </a:highlight>
                <a:latin typeface="Courier New"/>
                <a:cs typeface="Courier New"/>
              </a:rPr>
              <a:t>  y₃ = λ(x₁ - x₃) - y₁</a:t>
            </a:r>
            <a:endParaRPr lang="ru-RU" sz="2000">
              <a:highlight>
                <a:srgbClr val="C6C6C6"/>
              </a:highlight>
              <a:latin typeface="Courier New"/>
              <a:cs typeface="Courier New"/>
            </a:endParaRPr>
          </a:p>
          <a:p>
            <a:pPr marL="0" indent="0">
              <a:buNone/>
            </a:pPr>
            <a:endParaRPr lang="ru-RU" sz="2000" b="1" dirty="0">
              <a:highlight>
                <a:srgbClr val="FFFFFF"/>
              </a:highlight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73036601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3065020-FEB9-F054-7A62-2441BAFF03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ru-RU" sz="3700" b="1">
                <a:solidFill>
                  <a:srgbClr val="FFFFFF"/>
                </a:solidFill>
                <a:latin typeface="Times New Roman"/>
                <a:cs typeface="Times New Roman"/>
              </a:rPr>
              <a:t>Example 2.1: Point Addition on Real Curve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2633867-9828-9AB9-2EDD-C0E8954DC7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ru-RU" sz="2000">
                <a:highlight>
                  <a:srgbClr val="FFFFFF"/>
                </a:highlight>
                <a:latin typeface="Courier New"/>
                <a:cs typeface="Courier New"/>
              </a:rPr>
              <a:t>Curve: y² = x³ - x + 1</a:t>
            </a:r>
            <a:endParaRPr lang="ru-RU" sz="2000">
              <a:highlight>
                <a:srgbClr val="C6C6C6"/>
              </a:highlight>
              <a:latin typeface="Courier New"/>
              <a:cs typeface="Courier New"/>
            </a:endParaRPr>
          </a:p>
          <a:p>
            <a:pPr marL="0" indent="0">
              <a:buNone/>
            </a:pPr>
            <a:r>
              <a:rPr lang="ru-RU" sz="2000">
                <a:highlight>
                  <a:srgbClr val="FFFFFF"/>
                </a:highlight>
                <a:latin typeface="Courier New"/>
                <a:cs typeface="Courier New"/>
              </a:rPr>
              <a:t>P = (0, 1), Q = (1, 1)</a:t>
            </a:r>
            <a:endParaRPr lang="ru-RU" sz="2000">
              <a:highlight>
                <a:srgbClr val="C6C6C6"/>
              </a:highlight>
              <a:latin typeface="Courier New"/>
              <a:cs typeface="Courier New"/>
            </a:endParaRPr>
          </a:p>
          <a:p>
            <a:pPr marL="0" indent="0">
              <a:buNone/>
            </a:pPr>
            <a:endParaRPr lang="ru-RU" sz="2000">
              <a:highlight>
                <a:srgbClr val="C6C6C6"/>
              </a:highlight>
              <a:latin typeface="Arial"/>
              <a:cs typeface="Arial"/>
            </a:endParaRPr>
          </a:p>
          <a:p>
            <a:pPr marL="0" indent="0">
              <a:buNone/>
            </a:pPr>
            <a:r>
              <a:rPr lang="ru-RU" sz="2000">
                <a:highlight>
                  <a:srgbClr val="FFFFFF"/>
                </a:highlight>
                <a:latin typeface="Courier New"/>
                <a:cs typeface="Courier New"/>
              </a:rPr>
              <a:t>Compute R = P + Q:</a:t>
            </a:r>
            <a:endParaRPr lang="ru-RU" sz="2000">
              <a:highlight>
                <a:srgbClr val="C6C6C6"/>
              </a:highlight>
              <a:latin typeface="Courier New"/>
              <a:cs typeface="Courier New"/>
            </a:endParaRPr>
          </a:p>
          <a:p>
            <a:pPr marL="0" indent="0">
              <a:buNone/>
            </a:pPr>
            <a:r>
              <a:rPr lang="en-US" sz="2000">
                <a:highlight>
                  <a:srgbClr val="FFFFFF"/>
                </a:highlight>
                <a:latin typeface="Courier New"/>
                <a:cs typeface="Courier New"/>
              </a:rPr>
              <a:t>  λ = (1 - 1)/(1 - 0) = 0</a:t>
            </a:r>
            <a:endParaRPr lang="ru-RU" sz="2000">
              <a:highlight>
                <a:srgbClr val="C6C6C6"/>
              </a:highlight>
              <a:latin typeface="Courier New"/>
              <a:cs typeface="Courier New"/>
            </a:endParaRPr>
          </a:p>
          <a:p>
            <a:pPr marL="0" indent="0">
              <a:buNone/>
            </a:pPr>
            <a:r>
              <a:rPr lang="ru-RU" sz="2000">
                <a:highlight>
                  <a:srgbClr val="FFFFFF"/>
                </a:highlight>
                <a:latin typeface="Courier New"/>
                <a:cs typeface="Courier New"/>
              </a:rPr>
              <a:t>  x₃ = 0² - 0 - 1 = -1</a:t>
            </a:r>
            <a:endParaRPr lang="ru-RU" sz="2000">
              <a:highlight>
                <a:srgbClr val="C6C6C6"/>
              </a:highlight>
              <a:latin typeface="Courier New"/>
              <a:cs typeface="Courier New"/>
            </a:endParaRPr>
          </a:p>
          <a:p>
            <a:pPr marL="0" indent="0">
              <a:buNone/>
            </a:pPr>
            <a:r>
              <a:rPr lang="ru-RU" sz="2000">
                <a:highlight>
                  <a:srgbClr val="FFFFFF"/>
                </a:highlight>
                <a:latin typeface="Courier New"/>
                <a:cs typeface="Courier New"/>
              </a:rPr>
              <a:t>  y₃ = 0(0 - (-1)) - 1 = -1</a:t>
            </a:r>
            <a:endParaRPr lang="ru-RU" sz="2000">
              <a:highlight>
                <a:srgbClr val="C6C6C6"/>
              </a:highlight>
              <a:latin typeface="Courier New"/>
              <a:cs typeface="Courier New"/>
            </a:endParaRPr>
          </a:p>
          <a:p>
            <a:pPr marL="0" indent="0">
              <a:buNone/>
            </a:pPr>
            <a:r>
              <a:rPr lang="ru-RU" sz="2000" b="1">
                <a:highlight>
                  <a:srgbClr val="FFFFFF"/>
                </a:highlight>
                <a:latin typeface="Courier New"/>
                <a:cs typeface="Courier New"/>
              </a:rPr>
              <a:t>  R = (-1, -1)</a:t>
            </a:r>
            <a:endParaRPr lang="ru-RU" sz="2000">
              <a:highlight>
                <a:srgbClr val="C6C6C6"/>
              </a:highlight>
              <a:latin typeface="Courier New"/>
              <a:cs typeface="Courier New"/>
            </a:endParaRPr>
          </a:p>
          <a:p>
            <a:pPr marL="0" indent="0">
              <a:buNone/>
            </a:pPr>
            <a:r>
              <a:rPr lang="en-US" sz="2000">
                <a:highlight>
                  <a:srgbClr val="FFFFFF"/>
                </a:highlight>
                <a:latin typeface="Courier New"/>
                <a:cs typeface="Courier New"/>
              </a:rPr>
              <a:t>Verify: (-1)² = (-1)³ - (-1) + 1 → 1 = -1 + 1 + 1 → 1 = 1 ✓</a:t>
            </a:r>
            <a:endParaRPr lang="ru-RU" sz="2000">
              <a:highlight>
                <a:srgbClr val="C6C6C6"/>
              </a:highlight>
              <a:latin typeface="Courier New"/>
              <a:cs typeface="Courier New"/>
            </a:endParaRPr>
          </a:p>
          <a:p>
            <a:pPr marL="0" indent="0">
              <a:buNone/>
            </a:pPr>
            <a:endParaRPr lang="ru-RU" sz="2000"/>
          </a:p>
        </p:txBody>
      </p:sp>
    </p:spTree>
    <p:extLst>
      <p:ext uri="{BB962C8B-B14F-4D97-AF65-F5344CB8AC3E}">
        <p14:creationId xmlns:p14="http://schemas.microsoft.com/office/powerpoint/2010/main" val="59898229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97374AE-1C77-CCD7-C233-428ADB19BA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ru-RU" sz="4000" b="1">
                <a:solidFill>
                  <a:srgbClr val="FFFFFF"/>
                </a:solidFill>
                <a:latin typeface="Times New Roman"/>
                <a:cs typeface="Times New Roman"/>
              </a:rPr>
              <a:t>2.4 Scalar Multiplication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DB775BB-ED65-8BD7-DE6C-04C13DE365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highlight>
                  <a:srgbClr val="FFFFFF"/>
                </a:highlight>
                <a:latin typeface="Times New Roman"/>
                <a:cs typeface="Times New Roman"/>
              </a:rPr>
              <a:t>Definition 2.1 (Scalar Multiplication): </a:t>
            </a:r>
            <a:r>
              <a:rPr lang="en-US" sz="2000" dirty="0">
                <a:highlight>
                  <a:srgbClr val="FFFFFF"/>
                </a:highlight>
                <a:latin typeface="Times New Roman"/>
                <a:cs typeface="Times New Roman"/>
              </a:rPr>
              <a:t>For point P and integer n, scalar multiplication is </a:t>
            </a:r>
            <a:r>
              <a:rPr lang="en-US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nP</a:t>
            </a:r>
            <a:r>
              <a:rPr lang="en-US" sz="2000" dirty="0">
                <a:highlight>
                  <a:srgbClr val="FFFFFF"/>
                </a:highlight>
                <a:latin typeface="Times New Roman"/>
                <a:cs typeface="Times New Roman"/>
              </a:rPr>
              <a:t> = P + P + ... + P (n times).</a:t>
            </a:r>
            <a:endParaRPr lang="ru-RU" sz="2000">
              <a:highlight>
                <a:srgbClr val="C6C6C6"/>
              </a:highlight>
              <a:latin typeface="Times New Roman"/>
              <a:cs typeface="Times New Roman"/>
            </a:endParaRPr>
          </a:p>
          <a:p>
            <a:pPr marL="0" indent="0">
              <a:buNone/>
            </a:pPr>
            <a:r>
              <a:rPr lang="ru-RU" sz="2000" b="1">
                <a:highlight>
                  <a:srgbClr val="FFFFFF"/>
                </a:highlight>
                <a:latin typeface="Times New Roman"/>
                <a:cs typeface="Times New Roman"/>
              </a:rPr>
              <a:t>Efficient Computation: Double-and-Add Algorithm</a:t>
            </a:r>
            <a:endParaRPr lang="ru-RU" sz="2000">
              <a:highlight>
                <a:srgbClr val="C6C6C6"/>
              </a:highlight>
              <a:latin typeface="Times New Roman"/>
              <a:cs typeface="Times New Roman"/>
            </a:endParaRPr>
          </a:p>
          <a:p>
            <a:pPr marL="0" indent="0">
              <a:buNone/>
            </a:pPr>
            <a:r>
              <a:rPr lang="en-US" sz="2000" dirty="0">
                <a:highlight>
                  <a:srgbClr val="FFFFFF"/>
                </a:highlight>
                <a:latin typeface="Times New Roman"/>
                <a:cs typeface="Times New Roman"/>
              </a:rPr>
              <a:t>Similar to repeated squaring for modular exponentiation. Convert n to binary, process bits using doubling and conditional addition.</a:t>
            </a:r>
            <a:endParaRPr lang="ru-RU" sz="2000">
              <a:highlight>
                <a:srgbClr val="C6C6C6"/>
              </a:highlight>
              <a:latin typeface="Times New Roman"/>
              <a:cs typeface="Times New Roman"/>
            </a:endParaRPr>
          </a:p>
          <a:p>
            <a:pPr marL="0" indent="0">
              <a:buNone/>
            </a:pPr>
            <a:endParaRPr lang="ru-RU" sz="200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89309052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C506B11-CAB8-8BB2-AEE0-3DA768830B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ru-RU" sz="4000" b="1">
                <a:solidFill>
                  <a:srgbClr val="FFFFFF"/>
                </a:solidFill>
                <a:latin typeface="Times New Roman"/>
                <a:cs typeface="Times New Roman"/>
              </a:rPr>
              <a:t>Example 2.2: Scalar Multiplication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9E28553-3B28-9938-78F2-F0CFDC4A8C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ru-RU" sz="2000">
                <a:highlight>
                  <a:srgbClr val="FFFFFF"/>
                </a:highlight>
                <a:latin typeface="Courier New"/>
                <a:cs typeface="Courier New"/>
              </a:rPr>
              <a:t>Compute 11P using double-and-add:</a:t>
            </a:r>
            <a:endParaRPr lang="ru-RU" sz="2000">
              <a:highlight>
                <a:srgbClr val="C6C6C6"/>
              </a:highlight>
              <a:latin typeface="Courier New"/>
              <a:cs typeface="Courier New"/>
            </a:endParaRPr>
          </a:p>
          <a:p>
            <a:pPr marL="0" indent="0">
              <a:buNone/>
            </a:pPr>
            <a:r>
              <a:rPr lang="ru-RU" sz="2000">
                <a:highlight>
                  <a:srgbClr val="FFFFFF"/>
                </a:highlight>
                <a:latin typeface="Courier New"/>
                <a:cs typeface="Courier New"/>
              </a:rPr>
              <a:t>11 in binary: 1011₂</a:t>
            </a:r>
            <a:endParaRPr lang="ru-RU" sz="2000">
              <a:highlight>
                <a:srgbClr val="C6C6C6"/>
              </a:highlight>
              <a:latin typeface="Courier New"/>
              <a:cs typeface="Courier New"/>
            </a:endParaRPr>
          </a:p>
          <a:p>
            <a:pPr marL="0" indent="0">
              <a:buNone/>
            </a:pPr>
            <a:endParaRPr lang="ru-RU" sz="2000">
              <a:highlight>
                <a:srgbClr val="C6C6C6"/>
              </a:highlight>
              <a:latin typeface="Arial"/>
              <a:cs typeface="Arial"/>
            </a:endParaRPr>
          </a:p>
          <a:p>
            <a:pPr marL="0" indent="0">
              <a:buNone/>
            </a:pPr>
            <a:r>
              <a:rPr lang="ru-RU" sz="2000">
                <a:highlight>
                  <a:srgbClr val="FFFFFF"/>
                </a:highlight>
                <a:latin typeface="Courier New"/>
                <a:cs typeface="Courier New"/>
              </a:rPr>
              <a:t>Process bits right-to-left:</a:t>
            </a:r>
            <a:endParaRPr lang="ru-RU" sz="2000">
              <a:highlight>
                <a:srgbClr val="C6C6C6"/>
              </a:highlight>
              <a:latin typeface="Courier New"/>
              <a:cs typeface="Courier New"/>
            </a:endParaRPr>
          </a:p>
          <a:p>
            <a:pPr marL="0" indent="0">
              <a:buNone/>
            </a:pPr>
            <a:r>
              <a:rPr lang="ru-RU" sz="2000">
                <a:highlight>
                  <a:srgbClr val="FFFFFF"/>
                </a:highlight>
                <a:latin typeface="Courier New"/>
                <a:cs typeface="Courier New"/>
              </a:rPr>
              <a:t>  Bit 0 (1): Result = P</a:t>
            </a:r>
            <a:endParaRPr lang="ru-RU" sz="2000">
              <a:highlight>
                <a:srgbClr val="C6C6C6"/>
              </a:highlight>
              <a:latin typeface="Courier New"/>
              <a:cs typeface="Courier New"/>
            </a:endParaRPr>
          </a:p>
          <a:p>
            <a:pPr marL="0" indent="0">
              <a:buNone/>
            </a:pPr>
            <a:r>
              <a:rPr lang="ru-RU" sz="2000">
                <a:highlight>
                  <a:srgbClr val="FFFFFF"/>
                </a:highlight>
                <a:latin typeface="Courier New"/>
                <a:cs typeface="Courier New"/>
              </a:rPr>
              <a:t>  Bit 1 (1): Result = 2(P) + P = 3P</a:t>
            </a:r>
            <a:endParaRPr lang="ru-RU" sz="2000">
              <a:highlight>
                <a:srgbClr val="C6C6C6"/>
              </a:highlight>
              <a:latin typeface="Courier New"/>
              <a:cs typeface="Courier New"/>
            </a:endParaRPr>
          </a:p>
          <a:p>
            <a:pPr marL="0" indent="0">
              <a:buNone/>
            </a:pPr>
            <a:r>
              <a:rPr lang="ru-RU" sz="2000">
                <a:highlight>
                  <a:srgbClr val="FFFFFF"/>
                </a:highlight>
                <a:latin typeface="Courier New"/>
                <a:cs typeface="Courier New"/>
              </a:rPr>
              <a:t>  Bit 2 (0): Result = 2(3P) = 6P</a:t>
            </a:r>
            <a:endParaRPr lang="ru-RU" sz="2000">
              <a:highlight>
                <a:srgbClr val="C6C6C6"/>
              </a:highlight>
              <a:latin typeface="Courier New"/>
              <a:cs typeface="Courier New"/>
            </a:endParaRPr>
          </a:p>
          <a:p>
            <a:pPr marL="0" indent="0">
              <a:buNone/>
            </a:pPr>
            <a:r>
              <a:rPr lang="ru-RU" sz="2000">
                <a:highlight>
                  <a:srgbClr val="FFFFFF"/>
                </a:highlight>
                <a:latin typeface="Courier New"/>
                <a:cs typeface="Courier New"/>
              </a:rPr>
              <a:t>  Bit 3 (1): Result = 2(6P) + P = 13P... (adjust)</a:t>
            </a:r>
            <a:endParaRPr lang="ru-RU" sz="2000">
              <a:highlight>
                <a:srgbClr val="C6C6C6"/>
              </a:highlight>
              <a:latin typeface="Courier New"/>
              <a:cs typeface="Courier New"/>
            </a:endParaRPr>
          </a:p>
          <a:p>
            <a:pPr marL="0" indent="0">
              <a:buNone/>
            </a:pPr>
            <a:r>
              <a:rPr lang="ru-RU" sz="2000" b="1">
                <a:highlight>
                  <a:srgbClr val="FFFFFF"/>
                </a:highlight>
                <a:latin typeface="Courier New"/>
                <a:cs typeface="Courier New"/>
              </a:rPr>
              <a:t>Requires: 3 doublings + 2 additions (5 ops vs 10 for naive)</a:t>
            </a:r>
            <a:endParaRPr lang="ru-RU" sz="2000"/>
          </a:p>
          <a:p>
            <a:pPr marL="0" indent="0">
              <a:buNone/>
            </a:pPr>
            <a:endParaRPr lang="ru-RU" sz="2000"/>
          </a:p>
        </p:txBody>
      </p:sp>
    </p:spTree>
    <p:extLst>
      <p:ext uri="{BB962C8B-B14F-4D97-AF65-F5344CB8AC3E}">
        <p14:creationId xmlns:p14="http://schemas.microsoft.com/office/powerpoint/2010/main" val="365058847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Мультимедиа в Интернете 3" title="Math Behind Bitcoin and Elliptic Curve Cryptography (Explained Simply)">
            <a:hlinkClick r:id="" action="ppaction://noaction"/>
            <a:extLst>
              <a:ext uri="{FF2B5EF4-FFF2-40B4-BE49-F238E27FC236}">
                <a16:creationId xmlns:a16="http://schemas.microsoft.com/office/drawing/2014/main" id="{D204381D-0B4D-F311-2D4A-0D7A16C6D110}"/>
              </a:ext>
            </a:extLst>
          </p:cNvPr>
          <p:cNvPicPr>
            <a:picLocks noGrp="1" noRot="1" noChangeAspect="1"/>
          </p:cNvPicPr>
          <p:nvPr>
            <p:ph idx="1"/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-1169" y="837"/>
            <a:ext cx="12192751" cy="6928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566038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5E52D85-F41F-8CF1-6B08-1ADCADC6A4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83CF466-958A-4351-01F6-0194C6DE18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E1FF5F9-F200-0BFE-9305-A73E27D328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638515" y="639280"/>
            <a:ext cx="6858000" cy="557944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972B652-82A3-A33E-BD83-8A237596DD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93206" y="395206"/>
            <a:ext cx="6346209" cy="557608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D69A429-93AF-902A-D5C7-DD7FFA0223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AED3A8F-ACD0-A3E6-3F3A-235E8038EC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BEC187A-1A3D-D97D-7708-C54B01C104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F2BC0DC-1931-2C62-FB2F-F104BC85C5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6396" y="586855"/>
            <a:ext cx="4230100" cy="3387497"/>
          </a:xfrm>
        </p:spPr>
        <p:txBody>
          <a:bodyPr anchor="b">
            <a:normAutofit/>
          </a:bodyPr>
          <a:lstStyle/>
          <a:p>
            <a:pPr algn="r"/>
            <a:r>
              <a:rPr lang="ru-RU" sz="4000" b="1">
                <a:solidFill>
                  <a:schemeClr val="bg1"/>
                </a:solidFill>
                <a:latin typeface="Times New Roman"/>
                <a:cs typeface="Times New Roman"/>
              </a:rPr>
              <a:t>3. Elliptic Curves over Finite Fields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2FD7A15-E5AB-59E0-041D-373908E493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61474" y="584071"/>
            <a:ext cx="6039345" cy="561145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buNone/>
            </a:pPr>
            <a:r>
              <a:rPr lang="ru-RU" sz="2000" b="1">
                <a:highlight>
                  <a:srgbClr val="FFFFFF"/>
                </a:highlight>
                <a:latin typeface="Times New Roman"/>
                <a:cs typeface="Times New Roman"/>
              </a:rPr>
              <a:t>3.1 Definition</a:t>
            </a:r>
            <a:endParaRPr lang="ru-RU" sz="2000" b="1">
              <a:highlight>
                <a:srgbClr val="C6C6C6"/>
              </a:highlight>
              <a:latin typeface="Times New Roman"/>
              <a:cs typeface="Times New Roman"/>
            </a:endParaRPr>
          </a:p>
          <a:p>
            <a:pPr>
              <a:buNone/>
            </a:pPr>
            <a:r>
              <a:rPr lang="ru-RU" sz="2000" b="1">
                <a:highlight>
                  <a:srgbClr val="FFFFFF"/>
                </a:highlight>
                <a:latin typeface="Times New Roman"/>
                <a:cs typeface="Times New Roman"/>
              </a:rPr>
              <a:t>3.2 Point Addition over Finite Fields</a:t>
            </a:r>
          </a:p>
          <a:p>
            <a:pPr>
              <a:buNone/>
            </a:pPr>
            <a:r>
              <a:rPr lang="ru-RU" sz="2000" b="1">
                <a:highlight>
                  <a:srgbClr val="FFFFFF"/>
                </a:highlight>
                <a:latin typeface="Times New Roman"/>
                <a:cs typeface="Times New Roman"/>
              </a:rPr>
              <a:t>3.3 Group Order and Hasse's Theorem</a:t>
            </a:r>
            <a:endParaRPr lang="ru-RU" sz="2000" b="1">
              <a:highlight>
                <a:srgbClr val="C6C6C6"/>
              </a:highlight>
              <a:latin typeface="Times New Roman"/>
              <a:cs typeface="Times New Roman"/>
            </a:endParaRPr>
          </a:p>
          <a:p>
            <a:pPr>
              <a:buNone/>
            </a:pPr>
            <a:r>
              <a:rPr lang="ru-RU" sz="2000" b="1">
                <a:highlight>
                  <a:srgbClr val="FFFFFF"/>
                </a:highlight>
                <a:latin typeface="Times New Roman"/>
                <a:cs typeface="Times New Roman"/>
              </a:rPr>
              <a:t>3.4 The ECDLP (Elliptic Curve Discrete Logarithm Problem)</a:t>
            </a:r>
            <a:endParaRPr lang="ru-RU" sz="2000" b="1">
              <a:highlight>
                <a:srgbClr val="C6C6C6"/>
              </a:highlight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19436504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A0C0F2A-40C7-96A2-8F7C-61982BD92D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ru-RU" sz="4000" b="1">
                <a:solidFill>
                  <a:srgbClr val="FFFFFF"/>
                </a:solidFill>
                <a:latin typeface="Times New Roman"/>
                <a:cs typeface="Times New Roman"/>
              </a:rPr>
              <a:t>3. Elliptic Curves over Finite Fields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546B733-C762-5290-2FB6-4CE9DC949A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ru-RU" sz="2000">
                <a:highlight>
                  <a:srgbClr val="FFFFFF"/>
                </a:highlight>
                <a:latin typeface="Times New Roman"/>
                <a:cs typeface="Times New Roman"/>
              </a:rPr>
              <a:t>For cryptography, we use elliptic curves over finite fields 𝔽ₚ (integers mod p) instead of real numbers.</a:t>
            </a:r>
            <a:endParaRPr lang="ru-RU" sz="2000">
              <a:highlight>
                <a:srgbClr val="C6C6C6"/>
              </a:highlight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30037632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B0D6F97-C02C-1898-81E5-6479789A45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ru-RU" sz="4000" b="1">
                <a:solidFill>
                  <a:srgbClr val="FFFFFF"/>
                </a:solidFill>
                <a:latin typeface="Times New Roman"/>
                <a:cs typeface="Times New Roman"/>
              </a:rPr>
              <a:t>3.1 Definition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52FE577-40F4-9321-3569-C9B056BC1E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ru-RU" sz="2000" b="1">
                <a:highlight>
                  <a:srgbClr val="FFFFFF"/>
                </a:highlight>
                <a:latin typeface="Times New Roman"/>
                <a:cs typeface="Times New Roman"/>
              </a:rPr>
              <a:t>Definition 3.1 (EC over Finite Field): </a:t>
            </a:r>
            <a:r>
              <a:rPr lang="ru-RU" sz="2000">
                <a:highlight>
                  <a:srgbClr val="FFFFFF"/>
                </a:highlight>
                <a:latin typeface="Times New Roman"/>
                <a:cs typeface="Times New Roman"/>
              </a:rPr>
              <a:t>An elliptic curve E over 𝔽ₚ (prime p &gt; 3) is: E(𝔽ₚ) = {(x, y) ∈ 𝔽ₚ × 𝔽ₚ : y² ≡ x³ + ax + b (mod p)} ∪ {O}, where 4a³ + 27b² ≢ 0 (mod p).</a:t>
            </a:r>
            <a:endParaRPr lang="ru-RU" sz="2000">
              <a:highlight>
                <a:srgbClr val="C6C6C6"/>
              </a:highlight>
              <a:latin typeface="Times New Roman"/>
              <a:cs typeface="Times New Roman"/>
            </a:endParaRPr>
          </a:p>
          <a:p>
            <a:pPr marL="0" indent="0">
              <a:buNone/>
            </a:pPr>
            <a:r>
              <a:rPr lang="ru-RU" sz="2000">
                <a:highlight>
                  <a:srgbClr val="FFFFFF"/>
                </a:highlight>
                <a:latin typeface="Times New Roman"/>
                <a:cs typeface="Times New Roman"/>
              </a:rPr>
              <a:t>All arithmetic (addition, multiplication, division) performed modulo p.</a:t>
            </a:r>
            <a:endParaRPr lang="ru-RU" sz="2000">
              <a:highlight>
                <a:srgbClr val="C6C6C6"/>
              </a:highlight>
              <a:latin typeface="Times New Roman"/>
              <a:cs typeface="Times New Roman"/>
            </a:endParaRPr>
          </a:p>
          <a:p>
            <a:pPr marL="0" indent="0">
              <a:buNone/>
            </a:pPr>
            <a:endParaRPr lang="ru-RU" sz="200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04528390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BB95AF3-1005-EB37-C035-A4093AC663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ru-RU" sz="3400" b="1">
                <a:solidFill>
                  <a:srgbClr val="FFFFFF"/>
                </a:solidFill>
                <a:latin typeface="Times New Roman"/>
                <a:ea typeface="Calibri"/>
                <a:cs typeface="Times New Roman"/>
              </a:rPr>
              <a:t>Example 3.1: Finding Points on Finite Curve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37CAD11-5306-845A-3857-3ADE7EFA5C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864786"/>
          </a:xfrm>
        </p:spPr>
        <p:txBody>
          <a:bodyPr vert="horz" lIns="91440" tIns="45720" rIns="91440" bIns="45720" rtlCol="0" anchor="ctr">
            <a:normAutofit lnSpcReduction="10000"/>
          </a:bodyPr>
          <a:lstStyle/>
          <a:p>
            <a:pPr marL="0" indent="0">
              <a:buNone/>
            </a:pPr>
            <a:r>
              <a:rPr lang="ru-RU" sz="2000">
                <a:highlight>
                  <a:srgbClr val="FFFFFF"/>
                </a:highlight>
                <a:latin typeface="Courier New"/>
                <a:cs typeface="Courier New"/>
              </a:rPr>
              <a:t>Curve: y² = x³ + x + 1 over 𝔽₅</a:t>
            </a:r>
            <a:endParaRPr lang="ru-RU" sz="2000">
              <a:highlight>
                <a:srgbClr val="C6C6C6"/>
              </a:highlight>
              <a:latin typeface="Courier New"/>
              <a:cs typeface="Courier New"/>
            </a:endParaRPr>
          </a:p>
          <a:p>
            <a:pPr marL="0" indent="0">
              <a:buNone/>
            </a:pPr>
            <a:r>
              <a:rPr lang="ru-RU" sz="2000">
                <a:highlight>
                  <a:srgbClr val="FFFFFF"/>
                </a:highlight>
                <a:latin typeface="Courier New"/>
                <a:cs typeface="Courier New"/>
              </a:rPr>
              <a:t>Parameters: p = 5, a = 1, b = 1</a:t>
            </a:r>
            <a:endParaRPr lang="ru-RU" sz="2000">
              <a:highlight>
                <a:srgbClr val="C6C6C6"/>
              </a:highlight>
              <a:latin typeface="Courier New"/>
              <a:cs typeface="Courier New"/>
            </a:endParaRPr>
          </a:p>
          <a:p>
            <a:pPr marL="0" indent="0">
              <a:buNone/>
            </a:pPr>
            <a:endParaRPr lang="ru-RU" sz="2000">
              <a:highlight>
                <a:srgbClr val="C6C6C6"/>
              </a:highlight>
              <a:latin typeface="Arial"/>
              <a:cs typeface="Arial"/>
            </a:endParaRPr>
          </a:p>
          <a:p>
            <a:pPr marL="0" indent="0">
              <a:buNone/>
            </a:pPr>
            <a:r>
              <a:rPr lang="ru-RU" sz="2000">
                <a:highlight>
                  <a:srgbClr val="FFFFFF"/>
                </a:highlight>
                <a:latin typeface="Courier New"/>
                <a:cs typeface="Courier New"/>
              </a:rPr>
              <a:t>Test all x ∈ {0,1,2,3,4}:</a:t>
            </a:r>
            <a:endParaRPr lang="ru-RU" sz="2000">
              <a:highlight>
                <a:srgbClr val="C6C6C6"/>
              </a:highlight>
              <a:latin typeface="Courier New"/>
              <a:cs typeface="Courier New"/>
            </a:endParaRPr>
          </a:p>
          <a:p>
            <a:pPr marL="0" indent="0">
              <a:buNone/>
            </a:pPr>
            <a:r>
              <a:rPr lang="ru-RU" sz="2000">
                <a:highlight>
                  <a:srgbClr val="FFFFFF"/>
                </a:highlight>
                <a:latin typeface="Courier New"/>
                <a:cs typeface="Courier New"/>
              </a:rPr>
              <a:t>x=0: y² ≡ 0+0+1 ≡ 1 → y ∈ {1,4} → Points: (0,1), (0,4)</a:t>
            </a:r>
            <a:endParaRPr lang="ru-RU" sz="2000">
              <a:highlight>
                <a:srgbClr val="C6C6C6"/>
              </a:highlight>
              <a:latin typeface="Courier New"/>
              <a:cs typeface="Courier New"/>
            </a:endParaRPr>
          </a:p>
          <a:p>
            <a:pPr marL="0" indent="0">
              <a:buNone/>
            </a:pPr>
            <a:r>
              <a:rPr lang="ru-RU" sz="2000">
                <a:highlight>
                  <a:srgbClr val="FFFFFF"/>
                </a:highlight>
                <a:latin typeface="Courier New"/>
                <a:cs typeface="Courier New"/>
              </a:rPr>
              <a:t>x=1: y² ≡ 1+1+1 ≡ 3 → No square root mod 5</a:t>
            </a:r>
            <a:endParaRPr lang="ru-RU" sz="2000">
              <a:highlight>
                <a:srgbClr val="C6C6C6"/>
              </a:highlight>
              <a:latin typeface="Courier New"/>
              <a:cs typeface="Courier New"/>
            </a:endParaRPr>
          </a:p>
          <a:p>
            <a:pPr marL="0" indent="0">
              <a:buNone/>
            </a:pPr>
            <a:r>
              <a:rPr lang="ru-RU" sz="2000">
                <a:highlight>
                  <a:srgbClr val="FFFFFF"/>
                </a:highlight>
                <a:latin typeface="Courier New"/>
                <a:cs typeface="Courier New"/>
              </a:rPr>
              <a:t>x=2: y² ≡ 8+2+1 ≡ 11 ≡ 1 → y ∈ {1,4} → Points: (2,1), (2,4)</a:t>
            </a:r>
            <a:endParaRPr lang="ru-RU" sz="2000">
              <a:highlight>
                <a:srgbClr val="C6C6C6"/>
              </a:highlight>
              <a:latin typeface="Courier New"/>
              <a:cs typeface="Courier New"/>
            </a:endParaRPr>
          </a:p>
          <a:p>
            <a:pPr marL="0" indent="0">
              <a:buNone/>
            </a:pPr>
            <a:r>
              <a:rPr lang="ru-RU" sz="2000">
                <a:highlight>
                  <a:srgbClr val="FFFFFF"/>
                </a:highlight>
                <a:latin typeface="Courier New"/>
                <a:cs typeface="Courier New"/>
              </a:rPr>
              <a:t>x=3: y² ≡ 27+3+1 ≡ 31 ≡ 1 → y ∈ {1,4} → Points: (3,1), (3,4)</a:t>
            </a:r>
            <a:endParaRPr lang="ru-RU" sz="2000">
              <a:highlight>
                <a:srgbClr val="C6C6C6"/>
              </a:highlight>
              <a:latin typeface="Courier New"/>
              <a:cs typeface="Courier New"/>
            </a:endParaRPr>
          </a:p>
          <a:p>
            <a:pPr marL="0" indent="0">
              <a:buNone/>
            </a:pPr>
            <a:r>
              <a:rPr lang="ru-RU" sz="2000">
                <a:highlight>
                  <a:srgbClr val="FFFFFF"/>
                </a:highlight>
                <a:latin typeface="Courier New"/>
                <a:cs typeface="Courier New"/>
              </a:rPr>
              <a:t>x=4: y² ≡ 64+4+1 ≡ 69 ≡ 4 → y ∈ {2,3} → Points: (4,2), (4,3)</a:t>
            </a:r>
          </a:p>
          <a:p>
            <a:pPr marL="0" indent="0">
              <a:buNone/>
            </a:pPr>
            <a:r>
              <a:rPr lang="ru-RU" sz="2000" b="1">
                <a:highlight>
                  <a:srgbClr val="FFFFFF"/>
                </a:highlight>
                <a:latin typeface="Courier New"/>
                <a:cs typeface="Courier New"/>
              </a:rPr>
              <a:t>Total: 8 points + O = 9 points (order of curve)</a:t>
            </a:r>
            <a:endParaRPr lang="ru-RU" sz="2000">
              <a:highlight>
                <a:srgbClr val="C6C6C6"/>
              </a:highlight>
              <a:latin typeface="Courier New"/>
              <a:cs typeface="Courier New"/>
            </a:endParaRPr>
          </a:p>
          <a:p>
            <a:pPr marL="0" indent="0">
              <a:buNone/>
            </a:pPr>
            <a:endParaRPr lang="ru-RU" sz="2000"/>
          </a:p>
        </p:txBody>
      </p:sp>
    </p:spTree>
    <p:extLst>
      <p:ext uri="{BB962C8B-B14F-4D97-AF65-F5344CB8AC3E}">
        <p14:creationId xmlns:p14="http://schemas.microsoft.com/office/powerpoint/2010/main" val="306814188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8F7D781-9F2E-261F-45A7-50FAEC0BA0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ru-RU" sz="4000" b="1">
                <a:solidFill>
                  <a:schemeClr val="bg1"/>
                </a:solidFill>
                <a:latin typeface="Times New Roman"/>
                <a:cs typeface="Times New Roman"/>
              </a:rPr>
              <a:t>3.2 Point Addition over Finite Fields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41AC94D-85AE-916F-72CB-D6F0EB9257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ru-RU" sz="2000">
                <a:highlight>
                  <a:srgbClr val="FFFFFF"/>
                </a:highlight>
                <a:latin typeface="Times New Roman"/>
                <a:cs typeface="Times New Roman"/>
              </a:rPr>
              <a:t>Formulas same as real curves, but with modular arithmetic:</a:t>
            </a:r>
            <a:endParaRPr lang="ru-RU" sz="2000">
              <a:highlight>
                <a:srgbClr val="C6C6C6"/>
              </a:highlight>
              <a:latin typeface="Times New Roman"/>
              <a:cs typeface="Times New Roman"/>
            </a:endParaRPr>
          </a:p>
          <a:p>
            <a:r>
              <a:rPr lang="en-US" sz="2000">
                <a:highlight>
                  <a:srgbClr val="FFFFFF"/>
                </a:highlight>
                <a:latin typeface="Times New Roman"/>
                <a:cs typeface="Times New Roman"/>
              </a:rPr>
              <a:t>λ = (y₂ - y₁) × (x₂ - x₁)⁻¹ mod p  (for P ≠ Q)</a:t>
            </a:r>
            <a:endParaRPr lang="ru-RU" sz="2000">
              <a:highlight>
                <a:srgbClr val="C6C6C6"/>
              </a:highlight>
              <a:latin typeface="Times New Roman"/>
              <a:cs typeface="Times New Roman"/>
            </a:endParaRPr>
          </a:p>
          <a:p>
            <a:r>
              <a:rPr lang="en-US" sz="2000">
                <a:highlight>
                  <a:srgbClr val="FFFFFF"/>
                </a:highlight>
                <a:latin typeface="Times New Roman"/>
                <a:cs typeface="Times New Roman"/>
              </a:rPr>
              <a:t>λ = (3x₁² + a) × (2y₁)⁻¹ mod p     (for P = Q)</a:t>
            </a:r>
            <a:endParaRPr lang="ru-RU" sz="2000">
              <a:highlight>
                <a:srgbClr val="C6C6C6"/>
              </a:highlight>
              <a:latin typeface="Times New Roman"/>
              <a:cs typeface="Times New Roman"/>
            </a:endParaRPr>
          </a:p>
          <a:p>
            <a:pPr marL="0" indent="0">
              <a:buNone/>
            </a:pPr>
            <a:r>
              <a:rPr lang="ru-RU" sz="2000">
                <a:highlight>
                  <a:srgbClr val="FFFFFF"/>
                </a:highlight>
                <a:latin typeface="Times New Roman"/>
                <a:cs typeface="Times New Roman"/>
              </a:rPr>
              <a:t>Division replaced by multiplication with modular inverse.</a:t>
            </a:r>
            <a:endParaRPr lang="ru-RU" sz="2000">
              <a:highlight>
                <a:srgbClr val="C6C6C6"/>
              </a:highlight>
              <a:latin typeface="Times New Roman"/>
              <a:cs typeface="Times New Roman"/>
            </a:endParaRPr>
          </a:p>
          <a:p>
            <a:endParaRPr lang="ru-RU" sz="200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6393585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FA41C7A-555E-969F-216C-46D657699B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ru-RU" sz="4000" b="1">
                <a:solidFill>
                  <a:srgbClr val="FFFFFF"/>
                </a:solidFill>
                <a:latin typeface="Times New Roman"/>
                <a:cs typeface="Times New Roman"/>
              </a:rPr>
              <a:t>Example 3.2: Point Addition over 𝔽₂₃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43ADDD3-ABFF-57EE-4432-FFA40982AF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ru-RU" sz="1400">
                <a:latin typeface="Courier New"/>
                <a:cs typeface="Courier New"/>
              </a:rPr>
              <a:t>Curve: y² = x³ + x + 1 over 𝔽₂₃</a:t>
            </a:r>
            <a:endParaRPr lang="ru-RU"/>
          </a:p>
          <a:p>
            <a:pPr marL="0" indent="0">
              <a:buNone/>
            </a:pPr>
            <a:r>
              <a:rPr lang="ru-RU" sz="1400">
                <a:latin typeface="Courier New"/>
                <a:cs typeface="Courier New"/>
              </a:rPr>
              <a:t>P = (0, 1), Q = (3, 10)</a:t>
            </a:r>
          </a:p>
          <a:p>
            <a:pPr marL="0" indent="0">
              <a:buNone/>
            </a:pPr>
            <a:endParaRPr lang="ru-RU" sz="1400" dirty="0">
              <a:latin typeface="Arial"/>
              <a:cs typeface="Arial"/>
            </a:endParaRPr>
          </a:p>
          <a:p>
            <a:pPr marL="0" indent="0">
              <a:buNone/>
            </a:pPr>
            <a:r>
              <a:rPr lang="ru-RU" sz="1400">
                <a:latin typeface="Courier New"/>
                <a:cs typeface="Courier New"/>
              </a:rPr>
              <a:t>Compute R = P + Q:</a:t>
            </a:r>
          </a:p>
          <a:p>
            <a:pPr marL="0" indent="0">
              <a:buNone/>
            </a:pPr>
            <a:r>
              <a:rPr lang="en-US" sz="1400">
                <a:latin typeface="Courier New"/>
                <a:cs typeface="Courier New"/>
              </a:rPr>
              <a:t>  λ = (10 - 1) × (3 - 0)⁻¹ mod 23</a:t>
            </a:r>
            <a:endParaRPr lang="ru-RU" sz="1400">
              <a:latin typeface="Courier New"/>
              <a:cs typeface="Courier New"/>
            </a:endParaRPr>
          </a:p>
          <a:p>
            <a:pPr marL="0" indent="0">
              <a:buNone/>
            </a:pPr>
            <a:r>
              <a:rPr lang="ru-RU" sz="1400">
                <a:latin typeface="Courier New"/>
                <a:cs typeface="Courier New"/>
              </a:rPr>
              <a:t>    = 9 × 3⁻¹ mod 23</a:t>
            </a:r>
          </a:p>
          <a:p>
            <a:pPr marL="0" indent="0">
              <a:buNone/>
            </a:pPr>
            <a:r>
              <a:rPr lang="en-US" sz="1400">
                <a:latin typeface="Courier New"/>
                <a:cs typeface="Courier New"/>
              </a:rPr>
              <a:t>    = 9 × 8 mod 23  (since 3 × 8 = 24 ≡ 1 mod 23)</a:t>
            </a:r>
            <a:endParaRPr lang="ru-RU" sz="1400">
              <a:latin typeface="Courier New"/>
              <a:cs typeface="Courier New"/>
            </a:endParaRPr>
          </a:p>
          <a:p>
            <a:pPr marL="0" indent="0">
              <a:buNone/>
            </a:pPr>
            <a:r>
              <a:rPr lang="ru-RU" sz="1400">
                <a:latin typeface="Courier New"/>
                <a:cs typeface="Courier New"/>
              </a:rPr>
              <a:t>    = 72 mod 23 = 3</a:t>
            </a:r>
          </a:p>
          <a:p>
            <a:pPr marL="0" indent="0">
              <a:buNone/>
            </a:pPr>
            <a:r>
              <a:rPr lang="ru-RU" sz="1400">
                <a:latin typeface="Courier New"/>
                <a:cs typeface="Courier New"/>
              </a:rPr>
              <a:t>  x₃ = 3² - 0 - 3 mod 23 = 6</a:t>
            </a:r>
          </a:p>
          <a:p>
            <a:pPr marL="0" indent="0">
              <a:buNone/>
            </a:pPr>
            <a:r>
              <a:rPr lang="ru-RU" sz="1400">
                <a:latin typeface="Courier New"/>
                <a:cs typeface="Courier New"/>
              </a:rPr>
              <a:t>  y₃ = 3(0 - 6) - 1 mod 23 = -19 mod 23 = 4</a:t>
            </a:r>
          </a:p>
          <a:p>
            <a:pPr marL="0" indent="0">
              <a:buNone/>
            </a:pPr>
            <a:r>
              <a:rPr lang="ru-RU" sz="1400" b="1">
                <a:latin typeface="Courier New"/>
                <a:cs typeface="Courier New"/>
              </a:rPr>
              <a:t>  R = (6, 4)</a:t>
            </a:r>
            <a:endParaRPr lang="ru-RU" sz="1400" dirty="0"/>
          </a:p>
          <a:p>
            <a:pPr marL="0" indent="0">
              <a:buNone/>
            </a:pPr>
            <a:endParaRPr lang="ru-RU" sz="1400" dirty="0"/>
          </a:p>
        </p:txBody>
      </p:sp>
    </p:spTree>
    <p:extLst>
      <p:ext uri="{BB962C8B-B14F-4D97-AF65-F5344CB8AC3E}">
        <p14:creationId xmlns:p14="http://schemas.microsoft.com/office/powerpoint/2010/main" val="301911732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74781DC-E45F-627C-BC75-51FAD0EF33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ru-RU" sz="4000" b="1">
                <a:solidFill>
                  <a:srgbClr val="FFFFFF"/>
                </a:solidFill>
                <a:latin typeface="Times New Roman"/>
                <a:cs typeface="Times New Roman"/>
              </a:rPr>
              <a:t>3.3 Group Order and Hasse's Theorem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DDF44DC-BF5A-331F-2027-3E38657F36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ru-RU" sz="2000" b="1">
                <a:latin typeface="Times New Roman"/>
                <a:cs typeface="Times New Roman"/>
              </a:rPr>
              <a:t>Theorem 3.1 (Hasse's Theorem): </a:t>
            </a:r>
            <a:r>
              <a:rPr lang="ru-RU" sz="2000">
                <a:latin typeface="Times New Roman"/>
                <a:cs typeface="Times New Roman"/>
              </a:rPr>
              <a:t>For elliptic curve E over 𝔽ₚ, let N = |E(𝔽ₚ)| be the number of points. Then: p + 1 - 2√p ≤ N ≤ p + 1 + 2√p</a:t>
            </a:r>
            <a:endParaRPr lang="ru-RU"/>
          </a:p>
          <a:p>
            <a:pPr marL="0" indent="0">
              <a:buNone/>
            </a:pPr>
            <a:r>
              <a:rPr lang="en-US" sz="2000">
                <a:latin typeface="Times New Roman"/>
                <a:cs typeface="Times New Roman"/>
              </a:rPr>
              <a:t>This bounds the curve order near p, ensuring large group for cryptographic use.</a:t>
            </a:r>
            <a:endParaRPr lang="ru-RU" sz="2000" dirty="0">
              <a:latin typeface="Times New Roman"/>
              <a:cs typeface="Times New Roman"/>
            </a:endParaRPr>
          </a:p>
          <a:p>
            <a:pPr marL="0" indent="0">
              <a:buNone/>
            </a:pPr>
            <a:endParaRPr lang="ru-RU" sz="20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55987839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7C488BE-B5FA-DC5D-8ACE-BFDE5DCB44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ru-RU" sz="3400" b="1">
                <a:solidFill>
                  <a:srgbClr val="FFFFFF"/>
                </a:solidFill>
                <a:latin typeface="Times New Roman"/>
                <a:cs typeface="Times New Roman"/>
              </a:rPr>
              <a:t>3.4 The ECDLP (Elliptic Curve Discrete Logarithm Problem)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C740DC3-3FBB-111E-CD69-A93C735AB7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latin typeface="Times New Roman"/>
                <a:cs typeface="Times New Roman"/>
              </a:rPr>
              <a:t>Definition 3.2 (ECDLP): </a:t>
            </a:r>
            <a:r>
              <a:rPr lang="en-US" sz="2000" dirty="0">
                <a:latin typeface="Times New Roman"/>
                <a:cs typeface="Times New Roman"/>
              </a:rPr>
              <a:t>Given elliptic curve E over 𝔽ₚ, base point G of order n, and point Q = </a:t>
            </a:r>
            <a:r>
              <a:rPr lang="en-US" sz="2000" dirty="0" err="1">
                <a:latin typeface="Times New Roman"/>
                <a:cs typeface="Times New Roman"/>
              </a:rPr>
              <a:t>nG</a:t>
            </a:r>
            <a:r>
              <a:rPr lang="en-US" sz="2000" dirty="0">
                <a:latin typeface="Times New Roman"/>
                <a:cs typeface="Times New Roman"/>
              </a:rPr>
              <a:t>, find integer k (0 ≤ k &lt; n) such that Q = </a:t>
            </a:r>
            <a:r>
              <a:rPr lang="en-US" sz="2000" dirty="0" err="1">
                <a:latin typeface="Times New Roman"/>
                <a:cs typeface="Times New Roman"/>
              </a:rPr>
              <a:t>kG.</a:t>
            </a:r>
            <a:endParaRPr lang="ru-RU" sz="2000" err="1">
              <a:latin typeface="Times New Roman"/>
              <a:cs typeface="Times New Roman"/>
            </a:endParaRPr>
          </a:p>
          <a:p>
            <a:pPr marL="0" indent="0">
              <a:buNone/>
            </a:pPr>
            <a:r>
              <a:rPr lang="ru-RU" sz="2000" b="1">
                <a:latin typeface="Times New Roman"/>
                <a:cs typeface="Times New Roman"/>
              </a:rPr>
              <a:t>Best Known Algorithm: </a:t>
            </a:r>
            <a:r>
              <a:rPr lang="ru-RU" sz="2000">
                <a:latin typeface="Times New Roman"/>
                <a:cs typeface="Times New Roman"/>
              </a:rPr>
              <a:t>Pollard's rho algorithm</a:t>
            </a:r>
          </a:p>
          <a:p>
            <a:pPr marL="0" indent="0">
              <a:buNone/>
            </a:pPr>
            <a:r>
              <a:rPr lang="ru-RU" sz="2000">
                <a:latin typeface="Times New Roman"/>
                <a:cs typeface="Times New Roman"/>
              </a:rPr>
              <a:t>Complexity: O(√n) ≈ O(2^(m/2)) for m-bit curve</a:t>
            </a:r>
          </a:p>
          <a:p>
            <a:pPr marL="0" indent="0">
              <a:buNone/>
            </a:pPr>
            <a:r>
              <a:rPr lang="en-US" sz="2000" b="1" dirty="0">
                <a:latin typeface="Times New Roman"/>
                <a:cs typeface="Times New Roman"/>
              </a:rPr>
              <a:t>Fully exponential—no </a:t>
            </a:r>
            <a:r>
              <a:rPr lang="en-US" sz="2000" b="1" dirty="0" err="1">
                <a:latin typeface="Times New Roman"/>
                <a:cs typeface="Times New Roman"/>
              </a:rPr>
              <a:t>subexponential</a:t>
            </a:r>
            <a:r>
              <a:rPr lang="en-US" sz="2000" b="1" dirty="0">
                <a:latin typeface="Times New Roman"/>
                <a:cs typeface="Times New Roman"/>
              </a:rPr>
              <a:t> algorithm known!</a:t>
            </a:r>
            <a:endParaRPr lang="ru-RU" sz="2000">
              <a:latin typeface="Times New Roman"/>
              <a:cs typeface="Times New Roman"/>
            </a:endParaRPr>
          </a:p>
          <a:p>
            <a:pPr marL="0" indent="0">
              <a:buNone/>
            </a:pPr>
            <a:r>
              <a:rPr lang="en-US" sz="2000">
                <a:latin typeface="Times New Roman"/>
                <a:cs typeface="Times New Roman"/>
              </a:rPr>
              <a:t>This is why ECC offers better security-per-bit than RSA/DH.</a:t>
            </a:r>
            <a:endParaRPr lang="ru-RU" sz="2000" dirty="0">
              <a:latin typeface="Times New Roman"/>
              <a:cs typeface="Times New Roman"/>
            </a:endParaRPr>
          </a:p>
          <a:p>
            <a:pPr marL="0" indent="0">
              <a:buNone/>
            </a:pPr>
            <a:endParaRPr lang="ru-RU" sz="20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14893327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B18C231-3DB5-CE12-21F2-14C3099D58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ru-RU" sz="4000" b="1">
                <a:solidFill>
                  <a:srgbClr val="FFFFFF"/>
                </a:solidFill>
                <a:latin typeface="Times New Roman"/>
                <a:cs typeface="Times New Roman"/>
              </a:rPr>
              <a:t>3. Elliptic Curves over Finite Fields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1C327D8-47FF-07B6-3510-0596157877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ru-RU" sz="2000">
                <a:latin typeface="Times New Roman"/>
                <a:cs typeface="Times New Roman"/>
              </a:rPr>
              <a:t>For cryptography, we use elliptic curves over finite fields 𝔽ₚ (integers mod p) instead of real numbers.</a:t>
            </a:r>
          </a:p>
        </p:txBody>
      </p:sp>
    </p:spTree>
    <p:extLst>
      <p:ext uri="{BB962C8B-B14F-4D97-AF65-F5344CB8AC3E}">
        <p14:creationId xmlns:p14="http://schemas.microsoft.com/office/powerpoint/2010/main" val="199571671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3DBFBF8-3136-BCD0-9C24-B3C9BF2131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227D94-5B6C-229B-F300-453BA4862B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52EC08F-F57C-1AE0-D6D0-ECFF5D7D0F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638515" y="639280"/>
            <a:ext cx="6858000" cy="557944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008912C-ECF5-3A83-B92A-07D527C74C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93206" y="395206"/>
            <a:ext cx="6346209" cy="557608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4BDE8B4-9750-55A5-E420-80C7E4D6AC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92A8B1A-4B18-83BC-D62D-22AE6AF8F8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25CCA6A4-2C7D-A0AF-BB7C-E210021E5D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6CBE6F5-F79C-EDC2-2801-0B2330BD78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6396" y="586855"/>
            <a:ext cx="4230100" cy="3387497"/>
          </a:xfrm>
        </p:spPr>
        <p:txBody>
          <a:bodyPr anchor="b">
            <a:normAutofit/>
          </a:bodyPr>
          <a:lstStyle/>
          <a:p>
            <a:pPr algn="r"/>
            <a:r>
              <a:rPr lang="ru-RU" sz="4000" b="1">
                <a:solidFill>
                  <a:schemeClr val="bg1"/>
                </a:solidFill>
                <a:latin typeface="Times New Roman"/>
                <a:cs typeface="Times New Roman"/>
              </a:rPr>
              <a:t>4. ECDH: Elliptic Curve Diffie-Hellman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6FA0B21-EC34-339B-3497-015DEB8067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04659" y="604123"/>
            <a:ext cx="6259445" cy="559140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buNone/>
            </a:pPr>
            <a:r>
              <a:rPr lang="ru-RU" sz="2000" b="1">
                <a:latin typeface="Times New Roman"/>
                <a:cs typeface="Times New Roman"/>
              </a:rPr>
              <a:t>4.1 ECDH Protocol</a:t>
            </a:r>
          </a:p>
          <a:p>
            <a:pPr>
              <a:buNone/>
            </a:pPr>
            <a:r>
              <a:rPr lang="ru-RU" sz="2000" b="1">
                <a:latin typeface="Times New Roman"/>
                <a:cs typeface="Times New Roman"/>
              </a:rPr>
              <a:t>4.2 X25519: Modern ECDH</a:t>
            </a:r>
          </a:p>
        </p:txBody>
      </p:sp>
    </p:spTree>
    <p:extLst>
      <p:ext uri="{BB962C8B-B14F-4D97-AF65-F5344CB8AC3E}">
        <p14:creationId xmlns:p14="http://schemas.microsoft.com/office/powerpoint/2010/main" val="287460495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2044380-F5C8-1B2E-DC91-94E758C07D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ru-RU" sz="4000" b="1">
                <a:solidFill>
                  <a:srgbClr val="FFFFFF"/>
                </a:solidFill>
                <a:latin typeface="Times New Roman"/>
                <a:cs typeface="Times New Roman"/>
              </a:rPr>
              <a:t>4. ECDH: Elliptic Curve Diffie-Hellman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D203A80-EA98-B1A8-635A-0E2116E71E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en-US" sz="2000">
                <a:highlight>
                  <a:srgbClr val="FFFFFF"/>
                </a:highlight>
                <a:latin typeface="Times New Roman"/>
                <a:cs typeface="Times New Roman"/>
              </a:rPr>
              <a:t>ECDH adapts Diffie-Hellman key exchange to elliptic curves, providing equivalent security with much smaller keys.</a:t>
            </a:r>
            <a:endParaRPr lang="ru-RU" sz="2000">
              <a:highlight>
                <a:srgbClr val="C6C6C6"/>
              </a:highlight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67093488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72FA3C0-E67D-7C9C-5B39-B526947253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ru-RU" sz="4000" b="1">
                <a:solidFill>
                  <a:srgbClr val="FFFFFF"/>
                </a:solidFill>
                <a:latin typeface="Times New Roman"/>
                <a:cs typeface="Times New Roman"/>
              </a:rPr>
              <a:t>4.1 ECDH Protocol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D279F20-C743-9613-8F6A-7FAEAD384C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ru-RU" sz="2000" b="1">
                <a:latin typeface="Times New Roman"/>
                <a:cs typeface="Times New Roman"/>
              </a:rPr>
              <a:t>Public Parameters (Domain Parameters):</a:t>
            </a:r>
            <a:endParaRPr lang="ru-RU" sz="2000">
              <a:latin typeface="Times New Roman"/>
              <a:cs typeface="Times New Roman"/>
            </a:endParaRPr>
          </a:p>
          <a:p>
            <a:r>
              <a:rPr lang="ru-RU" sz="2000">
                <a:latin typeface="Times New Roman"/>
                <a:cs typeface="Times New Roman"/>
              </a:rPr>
              <a:t>Elliptic curve E over 𝔽ₚ: y² = x³ + ax + b</a:t>
            </a:r>
          </a:p>
          <a:p>
            <a:r>
              <a:rPr lang="ru-RU" sz="2000">
                <a:latin typeface="Times New Roman"/>
                <a:cs typeface="Times New Roman"/>
              </a:rPr>
              <a:t>Base point G ∈ E(𝔽ₚ)</a:t>
            </a:r>
          </a:p>
          <a:p>
            <a:r>
              <a:rPr lang="en-US" sz="2000" dirty="0">
                <a:latin typeface="Times New Roman"/>
                <a:cs typeface="Times New Roman"/>
              </a:rPr>
              <a:t>Order n of G (prime, satisfying </a:t>
            </a:r>
            <a:r>
              <a:rPr lang="en-US" sz="2000" dirty="0" err="1">
                <a:latin typeface="Times New Roman"/>
                <a:cs typeface="Times New Roman"/>
              </a:rPr>
              <a:t>nG</a:t>
            </a:r>
            <a:r>
              <a:rPr lang="en-US" sz="2000" dirty="0">
                <a:latin typeface="Times New Roman"/>
                <a:cs typeface="Times New Roman"/>
              </a:rPr>
              <a:t> = O)</a:t>
            </a:r>
            <a:endParaRPr lang="ru-RU" sz="2000" dirty="0">
              <a:latin typeface="Times New Roman"/>
              <a:cs typeface="Times New Roman"/>
            </a:endParaRPr>
          </a:p>
          <a:p>
            <a:endParaRPr lang="ru-RU" sz="20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722679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22ACBA0-7E78-2B50-1F1B-1E3170C381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ru-RU" sz="4000" b="1">
                <a:solidFill>
                  <a:schemeClr val="bg1"/>
                </a:solidFill>
                <a:latin typeface="Times New Roman"/>
                <a:cs typeface="Times New Roman"/>
              </a:rPr>
              <a:t>Protocol Execution:</a:t>
            </a:r>
            <a:endParaRPr lang="ru-RU" sz="4000">
              <a:solidFill>
                <a:schemeClr val="bg1"/>
              </a:solidFill>
              <a:latin typeface="Times New Roman"/>
              <a:cs typeface="Times New Roman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240F064-539D-897C-394C-A8044BA788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ru-RU" sz="1300" b="1">
                <a:highlight>
                  <a:srgbClr val="FFFFFF"/>
                </a:highlight>
                <a:latin typeface="Courier New"/>
                <a:cs typeface="Courier New"/>
              </a:rPr>
              <a:t>Alice:</a:t>
            </a:r>
            <a:endParaRPr lang="ru-RU" sz="1300">
              <a:highlight>
                <a:srgbClr val="C6C6C6"/>
              </a:highlight>
              <a:latin typeface="Courier New"/>
              <a:cs typeface="Courier New"/>
            </a:endParaRPr>
          </a:p>
          <a:p>
            <a:pPr marL="0" indent="0">
              <a:buNone/>
            </a:pPr>
            <a:r>
              <a:rPr lang="ru-RU" sz="1300">
                <a:highlight>
                  <a:srgbClr val="FFFFFF"/>
                </a:highlight>
                <a:latin typeface="Courier New"/>
                <a:cs typeface="Courier New"/>
              </a:rPr>
              <a:t>  1. Choose random private key a (1 ≤ a &lt; n)</a:t>
            </a:r>
            <a:endParaRPr lang="ru-RU" sz="1300">
              <a:highlight>
                <a:srgbClr val="C6C6C6"/>
              </a:highlight>
              <a:latin typeface="Courier New"/>
              <a:cs typeface="Courier New"/>
            </a:endParaRPr>
          </a:p>
          <a:p>
            <a:pPr marL="0" indent="0">
              <a:buNone/>
            </a:pPr>
            <a:r>
              <a:rPr lang="en-US" sz="1300">
                <a:highlight>
                  <a:srgbClr val="FFFFFF"/>
                </a:highlight>
                <a:latin typeface="Courier New"/>
                <a:cs typeface="Courier New"/>
              </a:rPr>
              <a:t>  2. Compute public key A = </a:t>
            </a:r>
            <a:r>
              <a:rPr lang="en-US" sz="1300" err="1">
                <a:highlight>
                  <a:srgbClr val="FFFFFF"/>
                </a:highlight>
                <a:latin typeface="Courier New"/>
                <a:cs typeface="Courier New"/>
              </a:rPr>
              <a:t>aG</a:t>
            </a:r>
            <a:endParaRPr lang="ru-RU" sz="1300">
              <a:highlight>
                <a:srgbClr val="C6C6C6"/>
              </a:highlight>
              <a:latin typeface="Courier New"/>
              <a:cs typeface="Courier New"/>
            </a:endParaRPr>
          </a:p>
          <a:p>
            <a:pPr marL="0" indent="0">
              <a:buNone/>
            </a:pPr>
            <a:r>
              <a:rPr lang="ru-RU" sz="1300">
                <a:highlight>
                  <a:srgbClr val="FFFFFF"/>
                </a:highlight>
                <a:latin typeface="Courier New"/>
                <a:cs typeface="Courier New"/>
              </a:rPr>
              <a:t>  3. Send A to Bob</a:t>
            </a:r>
            <a:endParaRPr lang="ru-RU" sz="1300">
              <a:highlight>
                <a:srgbClr val="C6C6C6"/>
              </a:highlight>
              <a:latin typeface="Courier New"/>
              <a:cs typeface="Courier New"/>
            </a:endParaRPr>
          </a:p>
          <a:p>
            <a:pPr marL="0" indent="0">
              <a:buNone/>
            </a:pPr>
            <a:r>
              <a:rPr lang="ru-RU" sz="1300" b="1">
                <a:highlight>
                  <a:srgbClr val="FFFFFF"/>
                </a:highlight>
                <a:latin typeface="Courier New"/>
                <a:cs typeface="Courier New"/>
              </a:rPr>
              <a:t>Bob:</a:t>
            </a:r>
            <a:endParaRPr lang="ru-RU" sz="1300">
              <a:highlight>
                <a:srgbClr val="C6C6C6"/>
              </a:highlight>
              <a:latin typeface="Courier New"/>
              <a:cs typeface="Courier New"/>
            </a:endParaRPr>
          </a:p>
          <a:p>
            <a:pPr marL="0" indent="0">
              <a:buNone/>
            </a:pPr>
            <a:r>
              <a:rPr lang="ru-RU" sz="1300">
                <a:highlight>
                  <a:srgbClr val="FFFFFF"/>
                </a:highlight>
                <a:latin typeface="Courier New"/>
                <a:cs typeface="Courier New"/>
              </a:rPr>
              <a:t>  1. Choose random private key b (1 ≤ b &lt; n)</a:t>
            </a:r>
            <a:endParaRPr lang="ru-RU" sz="1300">
              <a:highlight>
                <a:srgbClr val="C6C6C6"/>
              </a:highlight>
              <a:latin typeface="Courier New"/>
              <a:cs typeface="Courier New"/>
            </a:endParaRPr>
          </a:p>
          <a:p>
            <a:pPr marL="0" indent="0">
              <a:buNone/>
            </a:pPr>
            <a:r>
              <a:rPr lang="en-US" sz="1300">
                <a:highlight>
                  <a:srgbClr val="FFFFFF"/>
                </a:highlight>
                <a:latin typeface="Courier New"/>
                <a:cs typeface="Courier New"/>
              </a:rPr>
              <a:t>  2. Compute public key B = </a:t>
            </a:r>
            <a:r>
              <a:rPr lang="en-US" sz="1300" err="1">
                <a:highlight>
                  <a:srgbClr val="FFFFFF"/>
                </a:highlight>
                <a:latin typeface="Courier New"/>
                <a:cs typeface="Courier New"/>
              </a:rPr>
              <a:t>bG</a:t>
            </a:r>
            <a:endParaRPr lang="ru-RU" sz="1300">
              <a:highlight>
                <a:srgbClr val="C6C6C6"/>
              </a:highlight>
              <a:latin typeface="Courier New"/>
              <a:cs typeface="Courier New"/>
            </a:endParaRPr>
          </a:p>
          <a:p>
            <a:pPr marL="0" indent="0">
              <a:buNone/>
            </a:pPr>
            <a:r>
              <a:rPr lang="ru-RU" sz="1300">
                <a:highlight>
                  <a:srgbClr val="FFFFFF"/>
                </a:highlight>
                <a:latin typeface="Courier New"/>
                <a:cs typeface="Courier New"/>
              </a:rPr>
              <a:t>  3. Send B to Alice</a:t>
            </a:r>
            <a:endParaRPr lang="ru-RU" sz="1300">
              <a:highlight>
                <a:srgbClr val="C6C6C6"/>
              </a:highlight>
              <a:latin typeface="Courier New"/>
              <a:cs typeface="Courier New"/>
            </a:endParaRPr>
          </a:p>
          <a:p>
            <a:pPr marL="0" indent="0">
              <a:buNone/>
            </a:pPr>
            <a:r>
              <a:rPr lang="ru-RU" sz="1300" b="1">
                <a:highlight>
                  <a:srgbClr val="FFFFFF"/>
                </a:highlight>
                <a:latin typeface="Courier New"/>
                <a:cs typeface="Courier New"/>
              </a:rPr>
              <a:t>Shared Secret:</a:t>
            </a:r>
            <a:endParaRPr lang="ru-RU" sz="1300">
              <a:highlight>
                <a:srgbClr val="C6C6C6"/>
              </a:highlight>
              <a:latin typeface="Courier New"/>
              <a:cs typeface="Courier New"/>
            </a:endParaRPr>
          </a:p>
          <a:p>
            <a:pPr marL="342900" indent="-342900">
              <a:buAutoNum type="arabicPeriod"/>
            </a:pPr>
            <a:r>
              <a:rPr lang="en-US" sz="1300">
                <a:highlight>
                  <a:srgbClr val="FFFFFF"/>
                </a:highlight>
                <a:latin typeface="Courier New"/>
                <a:cs typeface="Courier New"/>
              </a:rPr>
              <a:t>Alice computes: K = </a:t>
            </a:r>
            <a:r>
              <a:rPr lang="en-US" sz="1300" err="1">
                <a:highlight>
                  <a:srgbClr val="FFFFFF"/>
                </a:highlight>
                <a:latin typeface="Courier New"/>
                <a:cs typeface="Courier New"/>
              </a:rPr>
              <a:t>aB</a:t>
            </a:r>
            <a:r>
              <a:rPr lang="en-US" sz="1300">
                <a:highlight>
                  <a:srgbClr val="FFFFFF"/>
                </a:highlight>
                <a:latin typeface="Courier New"/>
                <a:cs typeface="Courier New"/>
              </a:rPr>
              <a:t> = a(</a:t>
            </a:r>
            <a:r>
              <a:rPr lang="en-US" sz="1300" err="1">
                <a:highlight>
                  <a:srgbClr val="FFFFFF"/>
                </a:highlight>
                <a:latin typeface="Courier New"/>
                <a:cs typeface="Courier New"/>
              </a:rPr>
              <a:t>bG</a:t>
            </a:r>
            <a:r>
              <a:rPr lang="en-US" sz="1300">
                <a:highlight>
                  <a:srgbClr val="FFFFFF"/>
                </a:highlight>
                <a:latin typeface="Courier New"/>
                <a:cs typeface="Courier New"/>
              </a:rPr>
              <a:t>) = (ab)G</a:t>
            </a:r>
            <a:endParaRPr lang="ru-RU" sz="1300">
              <a:highlight>
                <a:srgbClr val="C6C6C6"/>
              </a:highlight>
              <a:latin typeface="Courier New"/>
              <a:cs typeface="Courier New"/>
            </a:endParaRPr>
          </a:p>
          <a:p>
            <a:pPr marL="342900" indent="-342900">
              <a:buAutoNum type="arabicPeriod"/>
            </a:pPr>
            <a:r>
              <a:rPr lang="en-US" sz="1300" dirty="0">
                <a:highlight>
                  <a:srgbClr val="FFFFFF"/>
                </a:highlight>
                <a:latin typeface="Courier New"/>
                <a:cs typeface="Courier New"/>
              </a:rPr>
              <a:t>Bob computes:   K = </a:t>
            </a:r>
            <a:r>
              <a:rPr lang="en-US" sz="1300" dirty="0" err="1">
                <a:highlight>
                  <a:srgbClr val="FFFFFF"/>
                </a:highlight>
                <a:latin typeface="Courier New"/>
                <a:cs typeface="Courier New"/>
              </a:rPr>
              <a:t>bA</a:t>
            </a:r>
            <a:r>
              <a:rPr lang="en-US" sz="1300" dirty="0">
                <a:highlight>
                  <a:srgbClr val="FFFFFF"/>
                </a:highlight>
                <a:latin typeface="Courier New"/>
                <a:cs typeface="Courier New"/>
              </a:rPr>
              <a:t> = b(</a:t>
            </a:r>
            <a:r>
              <a:rPr lang="en-US" sz="1300" dirty="0" err="1">
                <a:highlight>
                  <a:srgbClr val="FFFFFF"/>
                </a:highlight>
                <a:latin typeface="Courier New"/>
                <a:cs typeface="Courier New"/>
              </a:rPr>
              <a:t>aG</a:t>
            </a:r>
            <a:r>
              <a:rPr lang="en-US" sz="1300" dirty="0">
                <a:highlight>
                  <a:srgbClr val="FFFFFF"/>
                </a:highlight>
                <a:latin typeface="Courier New"/>
                <a:cs typeface="Courier New"/>
              </a:rPr>
              <a:t>) = (ab)G</a:t>
            </a:r>
            <a:endParaRPr lang="ru-RU" sz="1300" dirty="0">
              <a:highlight>
                <a:srgbClr val="C6C6C6"/>
              </a:highlight>
              <a:latin typeface="Courier New"/>
              <a:cs typeface="Courier New"/>
            </a:endParaRPr>
          </a:p>
          <a:p>
            <a:pPr marL="342900" indent="-342900">
              <a:buAutoNum type="arabicPeriod"/>
            </a:pPr>
            <a:r>
              <a:rPr lang="ru-RU" sz="1300">
                <a:highlight>
                  <a:srgbClr val="FFFFFF"/>
                </a:highlight>
                <a:latin typeface="Courier New"/>
                <a:cs typeface="Courier New"/>
              </a:rPr>
              <a:t>Both derive same point K = (ab)G. Use x-coordinate as shared secret.</a:t>
            </a:r>
            <a:endParaRPr lang="ru-RU" sz="1300">
              <a:latin typeface="Courier New"/>
              <a:cs typeface="Courier New"/>
            </a:endParaRPr>
          </a:p>
          <a:p>
            <a:pPr>
              <a:buAutoNum type="arabicPeriod"/>
            </a:pPr>
            <a:endParaRPr lang="ru-RU" sz="1300"/>
          </a:p>
        </p:txBody>
      </p:sp>
    </p:spTree>
    <p:extLst>
      <p:ext uri="{BB962C8B-B14F-4D97-AF65-F5344CB8AC3E}">
        <p14:creationId xmlns:p14="http://schemas.microsoft.com/office/powerpoint/2010/main" val="166506938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BB46C98-38A2-18B8-3207-AE09B35576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ru-RU" sz="4000" b="1">
                <a:solidFill>
                  <a:srgbClr val="FFFFFF"/>
                </a:solidFill>
                <a:latin typeface="Times New Roman"/>
                <a:cs typeface="Times New Roman"/>
              </a:rPr>
              <a:t>Example 4.1: Small ECDH Exchange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92F67C8-37CF-822F-A525-64F69678B0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ru-RU" sz="1300">
                <a:highlight>
                  <a:srgbClr val="FFFFFF"/>
                </a:highlight>
                <a:latin typeface="Courier New"/>
                <a:cs typeface="Courier New"/>
              </a:rPr>
              <a:t>Curve: y² = x³ + x + 1 over 𝔽₂₃</a:t>
            </a:r>
            <a:endParaRPr lang="ru-RU" sz="1300">
              <a:highlight>
                <a:srgbClr val="C6C6C6"/>
              </a:highlight>
              <a:latin typeface="Courier New"/>
              <a:cs typeface="Courier New"/>
            </a:endParaRPr>
          </a:p>
          <a:p>
            <a:pPr marL="0" indent="0">
              <a:buNone/>
            </a:pPr>
            <a:r>
              <a:rPr lang="ru-RU" sz="1300">
                <a:highlight>
                  <a:srgbClr val="FFFFFF"/>
                </a:highlight>
                <a:latin typeface="Courier New"/>
                <a:cs typeface="Courier New"/>
              </a:rPr>
              <a:t>Base point: G = (0, 1), order n = 24</a:t>
            </a:r>
            <a:endParaRPr lang="ru-RU" sz="1300">
              <a:highlight>
                <a:srgbClr val="C6C6C6"/>
              </a:highlight>
              <a:latin typeface="Courier New"/>
              <a:cs typeface="Courier New"/>
            </a:endParaRPr>
          </a:p>
          <a:p>
            <a:pPr marL="0" indent="0">
              <a:buNone/>
            </a:pPr>
            <a:endParaRPr lang="ru-RU" sz="1300">
              <a:highlight>
                <a:srgbClr val="C6C6C6"/>
              </a:highlight>
              <a:latin typeface="Arial"/>
              <a:cs typeface="Arial"/>
            </a:endParaRPr>
          </a:p>
          <a:p>
            <a:pPr marL="0" indent="0">
              <a:buNone/>
            </a:pPr>
            <a:r>
              <a:rPr lang="ru-RU" sz="1300">
                <a:highlight>
                  <a:srgbClr val="FFFFFF"/>
                </a:highlight>
                <a:latin typeface="Courier New"/>
                <a:cs typeface="Courier New"/>
              </a:rPr>
              <a:t>Alice: a = 5 (private)</a:t>
            </a:r>
            <a:endParaRPr lang="ru-RU" sz="1300">
              <a:highlight>
                <a:srgbClr val="C6C6C6"/>
              </a:highlight>
              <a:latin typeface="Courier New"/>
              <a:cs typeface="Courier New"/>
            </a:endParaRPr>
          </a:p>
          <a:p>
            <a:pPr marL="0" indent="0">
              <a:buNone/>
            </a:pPr>
            <a:r>
              <a:rPr lang="ru-RU" sz="1300">
                <a:highlight>
                  <a:srgbClr val="FFFFFF"/>
                </a:highlight>
                <a:latin typeface="Courier New"/>
                <a:cs typeface="Courier New"/>
              </a:rPr>
              <a:t>       A = 5G = (6, 4) (public)</a:t>
            </a:r>
            <a:endParaRPr lang="ru-RU" sz="1300">
              <a:highlight>
                <a:srgbClr val="C6C6C6"/>
              </a:highlight>
              <a:latin typeface="Courier New"/>
              <a:cs typeface="Courier New"/>
            </a:endParaRPr>
          </a:p>
          <a:p>
            <a:pPr marL="0" indent="0">
              <a:buNone/>
            </a:pPr>
            <a:endParaRPr lang="ru-RU" sz="1300">
              <a:highlight>
                <a:srgbClr val="C6C6C6"/>
              </a:highlight>
              <a:latin typeface="Arial"/>
              <a:cs typeface="Arial"/>
            </a:endParaRPr>
          </a:p>
          <a:p>
            <a:pPr marL="0" indent="0">
              <a:buNone/>
            </a:pPr>
            <a:r>
              <a:rPr lang="ru-RU" sz="1300">
                <a:highlight>
                  <a:srgbClr val="FFFFFF"/>
                </a:highlight>
                <a:latin typeface="Courier New"/>
                <a:cs typeface="Courier New"/>
              </a:rPr>
              <a:t>Bob:   b = 7 (private)</a:t>
            </a:r>
            <a:endParaRPr lang="ru-RU" sz="1300">
              <a:highlight>
                <a:srgbClr val="C6C6C6"/>
              </a:highlight>
              <a:latin typeface="Courier New"/>
              <a:cs typeface="Courier New"/>
            </a:endParaRPr>
          </a:p>
          <a:p>
            <a:pPr marL="0" indent="0">
              <a:buNone/>
            </a:pPr>
            <a:r>
              <a:rPr lang="ru-RU" sz="1300">
                <a:highlight>
                  <a:srgbClr val="FFFFFF"/>
                </a:highlight>
                <a:latin typeface="Courier New"/>
                <a:cs typeface="Courier New"/>
              </a:rPr>
              <a:t>       B = 7G = (13, 10) (public)</a:t>
            </a:r>
            <a:endParaRPr lang="ru-RU" sz="1300">
              <a:highlight>
                <a:srgbClr val="C6C6C6"/>
              </a:highlight>
              <a:latin typeface="Courier New"/>
              <a:cs typeface="Courier New"/>
            </a:endParaRPr>
          </a:p>
          <a:p>
            <a:pPr marL="0" indent="0">
              <a:buNone/>
            </a:pPr>
            <a:endParaRPr lang="ru-RU" sz="1300">
              <a:highlight>
                <a:srgbClr val="C6C6C6"/>
              </a:highlight>
              <a:latin typeface="Arial"/>
              <a:cs typeface="Arial"/>
            </a:endParaRPr>
          </a:p>
          <a:p>
            <a:pPr marL="0" indent="0">
              <a:buNone/>
            </a:pPr>
            <a:r>
              <a:rPr lang="ru-RU" sz="1300">
                <a:highlight>
                  <a:srgbClr val="FFFFFF"/>
                </a:highlight>
                <a:latin typeface="Courier New"/>
                <a:cs typeface="Courier New"/>
              </a:rPr>
              <a:t>Alice: K = 5B = 5(13, 10) = (18, 20)</a:t>
            </a:r>
            <a:endParaRPr lang="ru-RU" sz="1300">
              <a:highlight>
                <a:srgbClr val="C6C6C6"/>
              </a:highlight>
              <a:latin typeface="Courier New"/>
              <a:cs typeface="Courier New"/>
            </a:endParaRPr>
          </a:p>
          <a:p>
            <a:pPr marL="0" indent="0">
              <a:buNone/>
            </a:pPr>
            <a:r>
              <a:rPr lang="ru-RU" sz="1300">
                <a:highlight>
                  <a:srgbClr val="FFFFFF"/>
                </a:highlight>
                <a:latin typeface="Courier New"/>
                <a:cs typeface="Courier New"/>
              </a:rPr>
              <a:t>Bob:   K = 7A = 7(6, 4) = (18, 20)</a:t>
            </a:r>
            <a:endParaRPr lang="ru-RU" sz="1300">
              <a:highlight>
                <a:srgbClr val="C6C6C6"/>
              </a:highlight>
              <a:latin typeface="Courier New"/>
              <a:cs typeface="Courier New"/>
            </a:endParaRPr>
          </a:p>
          <a:p>
            <a:pPr marL="0" indent="0">
              <a:buNone/>
            </a:pPr>
            <a:r>
              <a:rPr lang="ru-RU" sz="1300" b="1">
                <a:highlight>
                  <a:srgbClr val="FFFFFF"/>
                </a:highlight>
                <a:latin typeface="Courier New"/>
                <a:cs typeface="Courier New"/>
              </a:rPr>
              <a:t>Shared secret: x-coordinate = 18 ✓</a:t>
            </a:r>
            <a:endParaRPr lang="ru-RU" sz="1300">
              <a:highlight>
                <a:srgbClr val="C6C6C6"/>
              </a:highlight>
              <a:latin typeface="Courier New"/>
              <a:cs typeface="Courier New"/>
            </a:endParaRPr>
          </a:p>
          <a:p>
            <a:pPr marL="0" indent="0">
              <a:buNone/>
            </a:pPr>
            <a:endParaRPr lang="ru-RU" sz="1300"/>
          </a:p>
        </p:txBody>
      </p:sp>
    </p:spTree>
    <p:extLst>
      <p:ext uri="{BB962C8B-B14F-4D97-AF65-F5344CB8AC3E}">
        <p14:creationId xmlns:p14="http://schemas.microsoft.com/office/powerpoint/2010/main" val="182253592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73FE6A1-9330-9604-C864-423EB778B4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ru-RU" sz="4000" b="1">
                <a:solidFill>
                  <a:srgbClr val="FFFFFF"/>
                </a:solidFill>
                <a:latin typeface="Times New Roman"/>
                <a:cs typeface="Times New Roman"/>
              </a:rPr>
              <a:t>4.2 X25519: Modern ECDH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BDC3ED0-2B7A-D0E3-7F76-3DA1DC32D1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vert="horz" lIns="91440" tIns="45720" rIns="91440" bIns="4572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000">
                <a:latin typeface="Times New Roman"/>
                <a:cs typeface="Times New Roman"/>
              </a:rPr>
              <a:t>X25519 is ECDH using Curve25519, designed by Daniel J. Bernstein in 2005.</a:t>
            </a:r>
            <a:endParaRPr lang="ru-RU" sz="2000">
              <a:latin typeface="Times New Roman"/>
              <a:cs typeface="Times New Roman"/>
            </a:endParaRPr>
          </a:p>
          <a:p>
            <a:pPr marL="0" indent="0">
              <a:buNone/>
            </a:pPr>
            <a:r>
              <a:rPr lang="ru-RU" sz="2000" b="1">
                <a:latin typeface="Times New Roman"/>
                <a:cs typeface="Times New Roman"/>
              </a:rPr>
              <a:t>Key Features:</a:t>
            </a:r>
            <a:endParaRPr lang="ru-RU" sz="2000">
              <a:latin typeface="Times New Roman"/>
              <a:cs typeface="Times New Roman"/>
            </a:endParaRPr>
          </a:p>
          <a:p>
            <a:r>
              <a:rPr lang="en-US" sz="2000" b="1" dirty="0">
                <a:latin typeface="Times New Roman"/>
                <a:cs typeface="Times New Roman"/>
              </a:rPr>
              <a:t>Montgomery Curve: </a:t>
            </a:r>
            <a:r>
              <a:rPr lang="en-US" sz="2000" dirty="0">
                <a:latin typeface="Times New Roman"/>
                <a:cs typeface="Times New Roman"/>
              </a:rPr>
              <a:t>Different form than </a:t>
            </a:r>
            <a:r>
              <a:rPr lang="en-US" sz="2000" dirty="0" err="1">
                <a:latin typeface="Times New Roman"/>
                <a:cs typeface="Times New Roman"/>
              </a:rPr>
              <a:t>Weierstrass</a:t>
            </a:r>
            <a:r>
              <a:rPr lang="en-US" sz="2000" dirty="0">
                <a:latin typeface="Times New Roman"/>
                <a:cs typeface="Times New Roman"/>
              </a:rPr>
              <a:t>, optimized for DH</a:t>
            </a:r>
            <a:endParaRPr lang="ru-RU" sz="2000">
              <a:latin typeface="Times New Roman"/>
              <a:cs typeface="Times New Roman"/>
            </a:endParaRPr>
          </a:p>
          <a:p>
            <a:r>
              <a:rPr lang="ru-RU" sz="2000" b="1">
                <a:latin typeface="Times New Roman"/>
                <a:cs typeface="Times New Roman"/>
              </a:rPr>
              <a:t>255-bit Prime: </a:t>
            </a:r>
            <a:r>
              <a:rPr lang="ru-RU" sz="2000">
                <a:latin typeface="Times New Roman"/>
                <a:cs typeface="Times New Roman"/>
              </a:rPr>
              <a:t>p = 2²⁵⁵ - 19</a:t>
            </a:r>
          </a:p>
          <a:p>
            <a:r>
              <a:rPr lang="ru-RU" sz="2000" b="1">
                <a:latin typeface="Times New Roman"/>
                <a:cs typeface="Times New Roman"/>
              </a:rPr>
              <a:t>X-coordinate Only: </a:t>
            </a:r>
            <a:r>
              <a:rPr lang="ru-RU" sz="2000">
                <a:latin typeface="Times New Roman"/>
                <a:cs typeface="Times New Roman"/>
              </a:rPr>
              <a:t>Faster computation (no y-coordinate needed)</a:t>
            </a:r>
          </a:p>
          <a:p>
            <a:r>
              <a:rPr lang="ru-RU" sz="2000" b="1">
                <a:latin typeface="Times New Roman"/>
                <a:cs typeface="Times New Roman"/>
              </a:rPr>
              <a:t>Constant-Time: </a:t>
            </a:r>
            <a:r>
              <a:rPr lang="ru-RU" sz="2000">
                <a:latin typeface="Times New Roman"/>
                <a:cs typeface="Times New Roman"/>
              </a:rPr>
              <a:t>Resistant to timing attacks</a:t>
            </a:r>
          </a:p>
          <a:p>
            <a:r>
              <a:rPr lang="ru-RU" sz="2000" b="1">
                <a:latin typeface="Times New Roman"/>
                <a:cs typeface="Times New Roman"/>
              </a:rPr>
              <a:t>Fast: </a:t>
            </a:r>
            <a:r>
              <a:rPr lang="ru-RU" sz="2000">
                <a:latin typeface="Times New Roman"/>
                <a:cs typeface="Times New Roman"/>
              </a:rPr>
              <a:t>~100,000 operations/second on modern CPU</a:t>
            </a:r>
          </a:p>
          <a:p>
            <a:pPr marL="0" indent="0">
              <a:buNone/>
            </a:pPr>
            <a:endParaRPr lang="en-US" sz="2000" b="1" dirty="0">
              <a:latin typeface="Times New Roman"/>
              <a:cs typeface="Times New Roman"/>
            </a:endParaRPr>
          </a:p>
          <a:p>
            <a:pPr marL="0" indent="0">
              <a:buNone/>
            </a:pPr>
            <a:r>
              <a:rPr lang="en-US" sz="2000" b="1">
                <a:latin typeface="Times New Roman"/>
                <a:cs typeface="Times New Roman"/>
              </a:rPr>
              <a:t>Deployment:</a:t>
            </a:r>
            <a:r>
              <a:rPr lang="en-US" sz="2000">
                <a:latin typeface="Times New Roman"/>
                <a:cs typeface="Times New Roman"/>
              </a:rPr>
              <a:t> Signal Protocol, WhatsApp, </a:t>
            </a:r>
            <a:r>
              <a:rPr lang="en-US" sz="2000" err="1">
                <a:latin typeface="Times New Roman"/>
                <a:cs typeface="Times New Roman"/>
              </a:rPr>
              <a:t>WireGuard</a:t>
            </a:r>
            <a:r>
              <a:rPr lang="en-US" sz="2000" dirty="0">
                <a:latin typeface="Times New Roman"/>
                <a:cs typeface="Times New Roman"/>
              </a:rPr>
              <a:t> VPN, TLS 1.3, OpenSSH, age encryption tool</a:t>
            </a:r>
            <a:endParaRPr lang="ru-RU" sz="2000">
              <a:latin typeface="Times New Roman"/>
              <a:cs typeface="Times New Roman"/>
            </a:endParaRPr>
          </a:p>
          <a:p>
            <a:endParaRPr lang="ru-RU" sz="20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90419783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Мультимедиа в Интернете 3" title="Elliptic Curve Cryptography Tutorial - Understanding ECC through the Diffie-Hellman Key Exchange">
            <a:hlinkClick r:id="" action="ppaction://noaction"/>
            <a:extLst>
              <a:ext uri="{FF2B5EF4-FFF2-40B4-BE49-F238E27FC236}">
                <a16:creationId xmlns:a16="http://schemas.microsoft.com/office/drawing/2014/main" id="{496A4085-57D0-5005-2889-1D60E7942959}"/>
              </a:ext>
            </a:extLst>
          </p:cNvPr>
          <p:cNvPicPr>
            <a:picLocks noGrp="1" noRot="1" noChangeAspect="1"/>
          </p:cNvPicPr>
          <p:nvPr>
            <p:ph idx="1"/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4629" y="-1338"/>
            <a:ext cx="12190335" cy="68576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630270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23DD27C-6489-B392-2AB0-27D77969B9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0BFBE7E-1A57-6AAA-5B63-7C6C9AC3A6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BB98075-8C05-6D10-66EB-935837438E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638515" y="639280"/>
            <a:ext cx="6858000" cy="557944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4198B47-B8BD-0FD7-1612-3619714240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93206" y="395206"/>
            <a:ext cx="6346209" cy="557608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46DB195-F3D6-0E46-3A85-6E838FDED5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FA29775-E910-D14E-CB5B-5ECD8B2D6A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0DC0FFB-DFA1-6E90-60EC-96497AEE2A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1391405-F638-83F6-82B6-A24D67CD6B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6396" y="586855"/>
            <a:ext cx="4230100" cy="3387497"/>
          </a:xfrm>
        </p:spPr>
        <p:txBody>
          <a:bodyPr anchor="b">
            <a:normAutofit/>
          </a:bodyPr>
          <a:lstStyle/>
          <a:p>
            <a:pPr algn="r"/>
            <a:r>
              <a:rPr lang="ru-RU" sz="4000" b="1">
                <a:solidFill>
                  <a:schemeClr val="bg1"/>
                </a:solidFill>
                <a:latin typeface="Times New Roman"/>
                <a:cs typeface="Times New Roman"/>
              </a:rPr>
              <a:t>5. ECDSA: Elliptic Curve Digital Signatures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0A4CD68-2E41-9CDC-8C9C-53E2619C68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04659" y="604123"/>
            <a:ext cx="6259445" cy="559140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buNone/>
            </a:pPr>
            <a:r>
              <a:rPr lang="ru-RU" sz="2000" b="1">
                <a:highlight>
                  <a:srgbClr val="FFFFFF"/>
                </a:highlight>
                <a:latin typeface="Times New Roman"/>
                <a:cs typeface="Times New Roman"/>
              </a:rPr>
              <a:t>5.1 ECDSA Algorithm</a:t>
            </a:r>
          </a:p>
          <a:p>
            <a:pPr>
              <a:buNone/>
            </a:pPr>
            <a:r>
              <a:rPr lang="ru-RU" sz="2000" b="1">
                <a:highlight>
                  <a:srgbClr val="FFFFFF"/>
                </a:highlight>
                <a:latin typeface="Times New Roman"/>
                <a:cs typeface="Times New Roman"/>
              </a:rPr>
              <a:t>5.2 Critical Security Requirement</a:t>
            </a:r>
          </a:p>
          <a:p>
            <a:pPr>
              <a:buNone/>
            </a:pPr>
            <a:r>
              <a:rPr lang="en-US" sz="2000" b="1" dirty="0">
                <a:highlight>
                  <a:srgbClr val="FFFFFF"/>
                </a:highlight>
                <a:latin typeface="Times New Roman"/>
                <a:cs typeface="Times New Roman"/>
              </a:rPr>
              <a:t>5.3 </a:t>
            </a:r>
            <a:r>
              <a:rPr lang="en-US" sz="2000" b="1" dirty="0" err="1">
                <a:highlight>
                  <a:srgbClr val="FFFFFF"/>
                </a:highlight>
                <a:latin typeface="Times New Roman"/>
                <a:cs typeface="Times New Roman"/>
              </a:rPr>
              <a:t>EdDSA</a:t>
            </a:r>
            <a:r>
              <a:rPr lang="en-US" sz="2000" b="1" dirty="0">
                <a:highlight>
                  <a:srgbClr val="FFFFFF"/>
                </a:highlight>
                <a:latin typeface="Times New Roman"/>
                <a:cs typeface="Times New Roman"/>
              </a:rPr>
              <a:t>: Modern Alternative</a:t>
            </a:r>
            <a:endParaRPr lang="ru-RU" sz="2000" b="1">
              <a:highlight>
                <a:srgbClr val="C6C6C6"/>
              </a:highlight>
              <a:latin typeface="Times New Roman"/>
              <a:cs typeface="Times New Roman"/>
            </a:endParaRPr>
          </a:p>
          <a:p>
            <a:pPr>
              <a:buNone/>
            </a:pPr>
            <a:r>
              <a:rPr lang="en-US" sz="2000" b="1" dirty="0">
                <a:highlight>
                  <a:srgbClr val="FFFFFF"/>
                </a:highlight>
                <a:latin typeface="Times New Roman"/>
                <a:cs typeface="Times New Roman"/>
              </a:rPr>
              <a:t>5.4 Ed25519: </a:t>
            </a:r>
            <a:r>
              <a:rPr lang="en-US" sz="2000" b="1" dirty="0" err="1">
                <a:highlight>
                  <a:srgbClr val="FFFFFF"/>
                </a:highlight>
                <a:latin typeface="Times New Roman"/>
                <a:cs typeface="Times New Roman"/>
              </a:rPr>
              <a:t>EdDSA</a:t>
            </a:r>
            <a:r>
              <a:rPr lang="en-US" sz="2000" b="1" dirty="0">
                <a:highlight>
                  <a:srgbClr val="FFFFFF"/>
                </a:highlight>
                <a:latin typeface="Times New Roman"/>
                <a:cs typeface="Times New Roman"/>
              </a:rPr>
              <a:t> with Curve25519</a:t>
            </a:r>
            <a:endParaRPr lang="en-US" sz="2000" b="1">
              <a:highlight>
                <a:srgbClr val="C6C6C6"/>
              </a:highlight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92702965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E7E6327-1566-6CC0-BB12-BA086F538A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ru-RU" sz="3700" b="1">
                <a:solidFill>
                  <a:srgbClr val="FFFFFF"/>
                </a:solidFill>
                <a:latin typeface="Times New Roman"/>
                <a:cs typeface="Times New Roman"/>
              </a:rPr>
              <a:t>5. ECDSA: Elliptic Curve Digital Signatures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8F9F6D2-0A82-A471-CCC6-AE4A490A48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ru-RU" sz="2000">
                <a:highlight>
                  <a:srgbClr val="FFFFFF"/>
                </a:highlight>
                <a:latin typeface="Times New Roman"/>
                <a:cs typeface="Times New Roman"/>
              </a:rPr>
              <a:t>ECDSA is the elliptic curve analog of DSA, providing digital signatures with smaller keys.</a:t>
            </a:r>
            <a:endParaRPr lang="ru-RU" sz="2000">
              <a:highlight>
                <a:srgbClr val="C6C6C6"/>
              </a:highlight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75135765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B973B09-1773-A37B-3955-F887C88BE7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ru-RU" sz="4000" b="1">
                <a:solidFill>
                  <a:srgbClr val="FFFFFF"/>
                </a:solidFill>
                <a:latin typeface="Times New Roman"/>
                <a:cs typeface="Times New Roman"/>
              </a:rPr>
              <a:t>5.1 ECDSA Algorithm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B9F625B-8A18-8D1B-C482-C9C4D3418B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8385" y="1946268"/>
            <a:ext cx="5542102" cy="3356786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ru-RU" sz="1400" b="1">
                <a:highlight>
                  <a:srgbClr val="FFFFFF"/>
                </a:highlight>
                <a:latin typeface="Times New Roman"/>
                <a:cs typeface="Times New Roman"/>
              </a:rPr>
              <a:t>Key Generation:</a:t>
            </a:r>
            <a:endParaRPr lang="ru-RU" sz="1400">
              <a:highlight>
                <a:srgbClr val="C6C6C6"/>
              </a:highlight>
              <a:latin typeface="Times New Roman"/>
              <a:cs typeface="Times New Roman"/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ru-RU" sz="1600">
                <a:highlight>
                  <a:srgbClr val="FFFFFF"/>
                </a:highlight>
                <a:latin typeface="Times New Roman"/>
                <a:cs typeface="Times New Roman"/>
              </a:rPr>
              <a:t>Select curve E, base point G of order n</a:t>
            </a:r>
            <a:endParaRPr lang="ru-RU" sz="1600">
              <a:highlight>
                <a:srgbClr val="C6C6C6"/>
              </a:highlight>
              <a:latin typeface="Times New Roman"/>
              <a:cs typeface="Times New Roman"/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ru-RU" sz="1600">
                <a:highlight>
                  <a:srgbClr val="FFFFFF"/>
                </a:highlight>
                <a:latin typeface="Times New Roman"/>
                <a:cs typeface="Times New Roman"/>
              </a:rPr>
              <a:t>Choose random private key d (1 ≤ d &lt; n)</a:t>
            </a:r>
            <a:endParaRPr lang="ru-RU" sz="1600">
              <a:highlight>
                <a:srgbClr val="C6C6C6"/>
              </a:highlight>
              <a:latin typeface="Times New Roman"/>
              <a:cs typeface="Times New Roman"/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600" dirty="0">
                <a:highlight>
                  <a:srgbClr val="FFFFFF"/>
                </a:highlight>
                <a:latin typeface="Times New Roman"/>
                <a:cs typeface="Times New Roman"/>
              </a:rPr>
              <a:t>Compute public key Q = </a:t>
            </a:r>
            <a:r>
              <a:rPr lang="en-US" sz="1600" dirty="0" err="1">
                <a:highlight>
                  <a:srgbClr val="FFFFFF"/>
                </a:highlight>
                <a:latin typeface="Times New Roman"/>
                <a:cs typeface="Times New Roman"/>
              </a:rPr>
              <a:t>dG</a:t>
            </a:r>
            <a:endParaRPr lang="ru-RU" sz="1600" dirty="0">
              <a:highlight>
                <a:srgbClr val="C6C6C6"/>
              </a:highlight>
              <a:latin typeface="Times New Roman"/>
              <a:cs typeface="Times New Roman"/>
            </a:endParaRPr>
          </a:p>
          <a:p>
            <a:r>
              <a:rPr lang="ru-RU" sz="1400" b="1">
                <a:highlight>
                  <a:srgbClr val="FFFFFF"/>
                </a:highlight>
                <a:latin typeface="Times New Roman"/>
                <a:cs typeface="Times New Roman"/>
              </a:rPr>
              <a:t>Signing Message M:</a:t>
            </a:r>
            <a:endParaRPr lang="ru-RU" sz="1400">
              <a:highlight>
                <a:srgbClr val="C6C6C6"/>
              </a:highlight>
              <a:latin typeface="Times New Roman"/>
              <a:cs typeface="Times New Roman"/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ru-RU" sz="1600">
                <a:highlight>
                  <a:srgbClr val="FFFFFF"/>
                </a:highlight>
                <a:latin typeface="Times New Roman"/>
                <a:cs typeface="Times New Roman"/>
              </a:rPr>
              <a:t>Compute message hash: e = H(M) (typically SHA-256)</a:t>
            </a:r>
            <a:endParaRPr lang="ru-RU" sz="1600">
              <a:highlight>
                <a:srgbClr val="C6C6C6"/>
              </a:highlight>
              <a:latin typeface="Times New Roman"/>
              <a:cs typeface="Times New Roman"/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ru-RU" sz="1600">
                <a:highlight>
                  <a:srgbClr val="FFFFFF"/>
                </a:highlight>
                <a:latin typeface="Times New Roman"/>
                <a:cs typeface="Times New Roman"/>
              </a:rPr>
              <a:t>Choose random ephemeral key k (1 ≤ k &lt; n)</a:t>
            </a:r>
            <a:endParaRPr lang="ru-RU" sz="1600">
              <a:highlight>
                <a:srgbClr val="C6C6C6"/>
              </a:highlight>
              <a:latin typeface="Times New Roman"/>
              <a:cs typeface="Times New Roman"/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600" dirty="0">
                <a:highlight>
                  <a:srgbClr val="FFFFFF"/>
                </a:highlight>
                <a:latin typeface="Times New Roman"/>
                <a:cs typeface="Times New Roman"/>
              </a:rPr>
              <a:t>Compute (x₁, y₁) = </a:t>
            </a:r>
            <a:r>
              <a:rPr lang="en-US" sz="1600" dirty="0" err="1">
                <a:highlight>
                  <a:srgbClr val="FFFFFF"/>
                </a:highlight>
                <a:latin typeface="Times New Roman"/>
                <a:cs typeface="Times New Roman"/>
              </a:rPr>
              <a:t>kG</a:t>
            </a:r>
            <a:endParaRPr lang="ru-RU" sz="1600" dirty="0">
              <a:highlight>
                <a:srgbClr val="C6C6C6"/>
              </a:highlight>
              <a:latin typeface="Times New Roman"/>
              <a:cs typeface="Times New Roman"/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ru-RU" sz="1600">
                <a:highlight>
                  <a:srgbClr val="FFFFFF"/>
                </a:highlight>
                <a:latin typeface="Times New Roman"/>
                <a:cs typeface="Times New Roman"/>
              </a:rPr>
              <a:t>Compute r = x₁ mod n (if r = 0, choose new k)</a:t>
            </a:r>
            <a:endParaRPr lang="ru-RU" sz="1600">
              <a:highlight>
                <a:srgbClr val="C6C6C6"/>
              </a:highlight>
              <a:latin typeface="Times New Roman"/>
              <a:cs typeface="Times New Roman"/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600">
                <a:highlight>
                  <a:srgbClr val="FFFFFF"/>
                </a:highlight>
                <a:latin typeface="Times New Roman"/>
                <a:cs typeface="Times New Roman"/>
              </a:rPr>
              <a:t>Compute s = k⁻¹(e + dr) mod n (if s = 0, choose new k)</a:t>
            </a:r>
            <a:endParaRPr lang="ru-RU" sz="1600">
              <a:highlight>
                <a:srgbClr val="C6C6C6"/>
              </a:highlight>
              <a:latin typeface="Times New Roman"/>
              <a:cs typeface="Times New Roman"/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ru-RU" sz="1600">
                <a:highlight>
                  <a:srgbClr val="FFFFFF"/>
                </a:highlight>
                <a:latin typeface="Times New Roman"/>
                <a:cs typeface="Times New Roman"/>
              </a:rPr>
              <a:t>Signature: (r, s)</a:t>
            </a:r>
            <a:endParaRPr lang="ru-RU" sz="1600">
              <a:highlight>
                <a:srgbClr val="C6C6C6"/>
              </a:highlight>
              <a:latin typeface="Times New Roman"/>
              <a:cs typeface="Times New Roman"/>
            </a:endParaRPr>
          </a:p>
          <a:p>
            <a:endParaRPr lang="ru-RU" sz="1400" b="1" dirty="0">
              <a:highlight>
                <a:srgbClr val="FFFFFF"/>
              </a:highlight>
              <a:latin typeface="Times New Roman"/>
              <a:cs typeface="Times New Roman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39F9CB9-513A-8EF5-D141-4FE4CCF99BFD}"/>
              </a:ext>
            </a:extLst>
          </p:cNvPr>
          <p:cNvSpPr txBox="1"/>
          <p:nvPr/>
        </p:nvSpPr>
        <p:spPr>
          <a:xfrm>
            <a:off x="6450687" y="1893611"/>
            <a:ext cx="4303484" cy="200054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ru-RU" sz="1400" b="1">
                <a:highlight>
                  <a:srgbClr val="FFFFFF"/>
                </a:highlight>
                <a:latin typeface="Times New Roman"/>
                <a:cs typeface="Times New Roman"/>
              </a:rPr>
              <a:t>Verification:</a:t>
            </a:r>
            <a:endParaRPr lang="ru-RU" sz="1400">
              <a:latin typeface="Times New Roman"/>
              <a:cs typeface="Times New Roman"/>
            </a:endParaRPr>
          </a:p>
          <a:p>
            <a:pPr marL="742950" lvl="1" indent="-285750">
              <a:lnSpc>
                <a:spcPct val="90000"/>
              </a:lnSpc>
              <a:spcBef>
                <a:spcPts val="500"/>
              </a:spcBef>
              <a:buFont typeface="Courier New,monospace"/>
              <a:buChar char="o"/>
            </a:pPr>
            <a:r>
              <a:rPr lang="ru-RU" sz="1600">
                <a:highlight>
                  <a:srgbClr val="FFFFFF"/>
                </a:highlight>
                <a:latin typeface="Times New Roman"/>
                <a:cs typeface="Times New Roman"/>
              </a:rPr>
              <a:t>Verify 1 ≤ r, s &lt; n</a:t>
            </a:r>
            <a:endParaRPr lang="ru-RU" sz="1600">
              <a:latin typeface="Times New Roman"/>
              <a:cs typeface="Times New Roman"/>
            </a:endParaRPr>
          </a:p>
          <a:p>
            <a:pPr marL="742950" lvl="1" indent="-285750">
              <a:lnSpc>
                <a:spcPct val="90000"/>
              </a:lnSpc>
              <a:spcBef>
                <a:spcPts val="500"/>
              </a:spcBef>
              <a:buFont typeface="Courier New,monospace"/>
              <a:buChar char="o"/>
            </a:pPr>
            <a:r>
              <a:rPr lang="ru-RU" sz="1600">
                <a:highlight>
                  <a:srgbClr val="FFFFFF"/>
                </a:highlight>
                <a:latin typeface="Times New Roman"/>
                <a:cs typeface="Times New Roman"/>
              </a:rPr>
              <a:t>Compute e = H(M)</a:t>
            </a:r>
            <a:endParaRPr lang="ru-RU" sz="1600">
              <a:latin typeface="Times New Roman"/>
              <a:cs typeface="Times New Roman"/>
            </a:endParaRPr>
          </a:p>
          <a:p>
            <a:pPr marL="742950" lvl="1" indent="-285750">
              <a:lnSpc>
                <a:spcPct val="90000"/>
              </a:lnSpc>
              <a:spcBef>
                <a:spcPts val="500"/>
              </a:spcBef>
              <a:buFont typeface="Courier New,monospace"/>
              <a:buChar char="o"/>
            </a:pPr>
            <a:r>
              <a:rPr lang="ru-RU" sz="1600">
                <a:highlight>
                  <a:srgbClr val="FFFFFF"/>
                </a:highlight>
                <a:latin typeface="Times New Roman"/>
                <a:cs typeface="Times New Roman"/>
              </a:rPr>
              <a:t>Compute w = s⁻¹ mod n</a:t>
            </a:r>
            <a:endParaRPr lang="ru-RU" sz="1600">
              <a:latin typeface="Times New Roman"/>
              <a:cs typeface="Times New Roman"/>
            </a:endParaRPr>
          </a:p>
          <a:p>
            <a:pPr marL="742950" lvl="1" indent="-285750">
              <a:lnSpc>
                <a:spcPct val="90000"/>
              </a:lnSpc>
              <a:spcBef>
                <a:spcPts val="500"/>
              </a:spcBef>
              <a:buFont typeface="Courier New,monospace"/>
              <a:buChar char="o"/>
            </a:pPr>
            <a:r>
              <a:rPr lang="en-US" sz="1600" dirty="0">
                <a:highlight>
                  <a:srgbClr val="FFFFFF"/>
                </a:highlight>
                <a:latin typeface="Times New Roman"/>
                <a:cs typeface="Times New Roman"/>
              </a:rPr>
              <a:t>Compute u₁ = </a:t>
            </a:r>
            <a:r>
              <a:rPr lang="en-US" sz="1600" dirty="0" err="1">
                <a:highlight>
                  <a:srgbClr val="FFFFFF"/>
                </a:highlight>
                <a:latin typeface="Times New Roman"/>
                <a:cs typeface="Times New Roman"/>
              </a:rPr>
              <a:t>ew</a:t>
            </a:r>
            <a:r>
              <a:rPr lang="en-US" sz="1600" dirty="0">
                <a:highlight>
                  <a:srgbClr val="FFFFFF"/>
                </a:highlight>
                <a:latin typeface="Times New Roman"/>
                <a:cs typeface="Times New Roman"/>
              </a:rPr>
              <a:t> mod n, u₂ = </a:t>
            </a:r>
            <a:r>
              <a:rPr lang="en-US" sz="1600" dirty="0" err="1">
                <a:highlight>
                  <a:srgbClr val="FFFFFF"/>
                </a:highlight>
                <a:latin typeface="Times New Roman"/>
                <a:cs typeface="Times New Roman"/>
              </a:rPr>
              <a:t>rw</a:t>
            </a:r>
            <a:r>
              <a:rPr lang="en-US" sz="1600" dirty="0">
                <a:highlight>
                  <a:srgbClr val="FFFFFF"/>
                </a:highlight>
                <a:latin typeface="Times New Roman"/>
                <a:cs typeface="Times New Roman"/>
              </a:rPr>
              <a:t> mod n</a:t>
            </a:r>
            <a:endParaRPr lang="ru-RU" sz="1600" dirty="0">
              <a:latin typeface="Times New Roman"/>
              <a:cs typeface="Times New Roman"/>
            </a:endParaRPr>
          </a:p>
          <a:p>
            <a:pPr marL="742950" lvl="1" indent="-285750">
              <a:lnSpc>
                <a:spcPct val="90000"/>
              </a:lnSpc>
              <a:spcBef>
                <a:spcPts val="500"/>
              </a:spcBef>
              <a:buFont typeface="Courier New,monospace"/>
              <a:buChar char="o"/>
            </a:pPr>
            <a:r>
              <a:rPr lang="en-US" sz="1600" dirty="0">
                <a:highlight>
                  <a:srgbClr val="FFFFFF"/>
                </a:highlight>
                <a:latin typeface="Times New Roman"/>
                <a:cs typeface="Times New Roman"/>
              </a:rPr>
              <a:t>Compute (x₁, y₁) = </a:t>
            </a:r>
            <a:r>
              <a:rPr lang="en-US" sz="1600" dirty="0" err="1">
                <a:highlight>
                  <a:srgbClr val="FFFFFF"/>
                </a:highlight>
                <a:latin typeface="Times New Roman"/>
                <a:cs typeface="Times New Roman"/>
              </a:rPr>
              <a:t>u₁G</a:t>
            </a:r>
            <a:r>
              <a:rPr lang="en-US" sz="1600" dirty="0">
                <a:highlight>
                  <a:srgbClr val="FFFFFF"/>
                </a:highlight>
                <a:latin typeface="Times New Roman"/>
                <a:cs typeface="Times New Roman"/>
              </a:rPr>
              <a:t> + </a:t>
            </a:r>
            <a:r>
              <a:rPr lang="en-US" sz="1600" dirty="0" err="1">
                <a:highlight>
                  <a:srgbClr val="FFFFFF"/>
                </a:highlight>
                <a:latin typeface="Times New Roman"/>
                <a:cs typeface="Times New Roman"/>
              </a:rPr>
              <a:t>u₂Q</a:t>
            </a:r>
            <a:endParaRPr lang="ru-RU" sz="1600" dirty="0" err="1">
              <a:latin typeface="Times New Roman"/>
              <a:cs typeface="Times New Roman"/>
            </a:endParaRPr>
          </a:p>
          <a:p>
            <a:pPr marL="742950" lvl="1" indent="-285750">
              <a:lnSpc>
                <a:spcPct val="90000"/>
              </a:lnSpc>
              <a:spcBef>
                <a:spcPts val="500"/>
              </a:spcBef>
              <a:buFont typeface="Courier New,monospace"/>
              <a:buChar char="o"/>
            </a:pPr>
            <a:r>
              <a:rPr lang="ru-RU" sz="1600">
                <a:highlight>
                  <a:srgbClr val="FFFFFF"/>
                </a:highlight>
                <a:latin typeface="Times New Roman"/>
                <a:cs typeface="Times New Roman"/>
              </a:rPr>
              <a:t>Accept if r ≡ x₁ (mod n)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3993868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E33FABF-3E3D-6CC0-C699-F7C39C7737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ru-RU" sz="4000" b="1">
                <a:solidFill>
                  <a:srgbClr val="FFFFFF"/>
                </a:solidFill>
                <a:latin typeface="Times New Roman"/>
                <a:cs typeface="Times New Roman"/>
              </a:rPr>
              <a:t>5.2 Critical Security Requirement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29DDB0F-A6E7-6198-7BF2-7EB80BB535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ru-RU" sz="2000" b="1">
                <a:latin typeface="Times New Roman"/>
                <a:cs typeface="Times New Roman"/>
              </a:rPr>
              <a:t>WARNING: </a:t>
            </a:r>
            <a:r>
              <a:rPr lang="ru-RU" sz="2000">
                <a:latin typeface="Times New Roman"/>
                <a:cs typeface="Times New Roman"/>
              </a:rPr>
              <a:t>The ephemeral key k must be unique per signature and truly random. Reusing k or using predictable k allows private key recovery!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906686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2F28F88-4AC3-19A3-5862-4A11DD6D9B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ru-RU" sz="4000" b="1">
                <a:solidFill>
                  <a:schemeClr val="bg1"/>
                </a:solidFill>
                <a:latin typeface="Times New Roman"/>
                <a:cs typeface="Times New Roman"/>
              </a:rPr>
              <a:t>Example 5.1: Nonce Reuse Attack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D33CA8A-52E9-52E7-230C-D1F491FDA1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ru-RU" sz="2000">
                <a:latin typeface="Times New Roman"/>
                <a:cs typeface="Times New Roman"/>
              </a:rPr>
              <a:t>If two signatures (r₁, s₁) and (r₂, s₂) use same k:</a:t>
            </a:r>
            <a:endParaRPr lang="ru-RU"/>
          </a:p>
          <a:p>
            <a:pPr marL="0" indent="0">
              <a:buNone/>
            </a:pPr>
            <a:r>
              <a:rPr lang="ru-RU" sz="2000">
                <a:highlight>
                  <a:srgbClr val="FFFFFF"/>
                </a:highlight>
                <a:latin typeface="Courier New"/>
                <a:cs typeface="Courier New"/>
              </a:rPr>
              <a:t>  r₁ = r₂ (reveals k reuse!)</a:t>
            </a:r>
            <a:endParaRPr lang="ru-RU" sz="2000">
              <a:highlight>
                <a:srgbClr val="C6C6C6"/>
              </a:highlight>
              <a:latin typeface="Courier New"/>
              <a:cs typeface="Courier New"/>
            </a:endParaRPr>
          </a:p>
          <a:p>
            <a:pPr marL="0" indent="0">
              <a:buNone/>
            </a:pPr>
            <a:r>
              <a:rPr lang="en-US" sz="2000">
                <a:highlight>
                  <a:srgbClr val="FFFFFF"/>
                </a:highlight>
                <a:latin typeface="Courier New"/>
                <a:cs typeface="Courier New"/>
              </a:rPr>
              <a:t>  s₁ = k⁻¹(e₁ + dr₁) mod n</a:t>
            </a:r>
            <a:endParaRPr lang="ru-RU" sz="2000">
              <a:highlight>
                <a:srgbClr val="C6C6C6"/>
              </a:highlight>
              <a:latin typeface="Courier New"/>
              <a:cs typeface="Courier New"/>
            </a:endParaRPr>
          </a:p>
          <a:p>
            <a:pPr marL="0" indent="0">
              <a:buNone/>
            </a:pPr>
            <a:r>
              <a:rPr lang="en-US" sz="2000">
                <a:highlight>
                  <a:srgbClr val="FFFFFF"/>
                </a:highlight>
                <a:latin typeface="Courier New"/>
                <a:cs typeface="Courier New"/>
              </a:rPr>
              <a:t>  s₂ = k⁻¹(e₂ + dr₂) mod n</a:t>
            </a:r>
            <a:endParaRPr lang="ru-RU" sz="2000">
              <a:highlight>
                <a:srgbClr val="C6C6C6"/>
              </a:highlight>
              <a:latin typeface="Courier New"/>
              <a:cs typeface="Courier New"/>
            </a:endParaRPr>
          </a:p>
          <a:p>
            <a:pPr marL="0" indent="0">
              <a:buNone/>
            </a:pPr>
            <a:r>
              <a:rPr lang="en-US" sz="2000">
                <a:highlight>
                  <a:srgbClr val="FFFFFF"/>
                </a:highlight>
                <a:latin typeface="Courier New"/>
                <a:cs typeface="Courier New"/>
              </a:rPr>
              <a:t>  s₁ - s₂ = k⁻¹(e₁ - e₂) mod n</a:t>
            </a:r>
            <a:endParaRPr lang="ru-RU" sz="2000">
              <a:highlight>
                <a:srgbClr val="C6C6C6"/>
              </a:highlight>
              <a:latin typeface="Courier New"/>
              <a:cs typeface="Courier New"/>
            </a:endParaRPr>
          </a:p>
          <a:p>
            <a:pPr marL="0" indent="0">
              <a:buNone/>
            </a:pPr>
            <a:r>
              <a:rPr lang="en-US" sz="2000">
                <a:highlight>
                  <a:srgbClr val="FFFFFF"/>
                </a:highlight>
                <a:latin typeface="Courier New"/>
                <a:cs typeface="Courier New"/>
              </a:rPr>
              <a:t>  k = (e₁ - e₂)(s₁ - s₂)⁻¹ mod n</a:t>
            </a:r>
            <a:endParaRPr lang="ru-RU" sz="2000">
              <a:highlight>
                <a:srgbClr val="C6C6C6"/>
              </a:highlight>
              <a:latin typeface="Courier New"/>
              <a:cs typeface="Courier New"/>
            </a:endParaRPr>
          </a:p>
          <a:p>
            <a:pPr marL="0" indent="0">
              <a:buNone/>
            </a:pPr>
            <a:r>
              <a:rPr lang="en-US" sz="2000" b="1" dirty="0">
                <a:highlight>
                  <a:srgbClr val="FFFFFF"/>
                </a:highlight>
                <a:latin typeface="Courier New"/>
                <a:cs typeface="Courier New"/>
              </a:rPr>
              <a:t>  d = (</a:t>
            </a:r>
            <a:r>
              <a:rPr lang="en-US" sz="2000" b="1" dirty="0" err="1">
                <a:highlight>
                  <a:srgbClr val="FFFFFF"/>
                </a:highlight>
                <a:latin typeface="Courier New"/>
                <a:cs typeface="Courier New"/>
              </a:rPr>
              <a:t>s₁k</a:t>
            </a:r>
            <a:r>
              <a:rPr lang="en-US" sz="2000" b="1" dirty="0">
                <a:highlight>
                  <a:srgbClr val="FFFFFF"/>
                </a:highlight>
                <a:latin typeface="Courier New"/>
                <a:cs typeface="Courier New"/>
              </a:rPr>
              <a:t> - e₁)r₁⁻¹ mod n  ← PRIVATE KEY RECOVERED!</a:t>
            </a:r>
            <a:endParaRPr lang="ru-RU" sz="2000" dirty="0">
              <a:highlight>
                <a:srgbClr val="C6C6C6"/>
              </a:highlight>
              <a:latin typeface="Courier New"/>
              <a:cs typeface="Courier New"/>
            </a:endParaRPr>
          </a:p>
          <a:p>
            <a:pPr marL="0" indent="0">
              <a:buNone/>
            </a:pPr>
            <a:endParaRPr lang="ru-RU" sz="2000"/>
          </a:p>
        </p:txBody>
      </p:sp>
    </p:spTree>
    <p:extLst>
      <p:ext uri="{BB962C8B-B14F-4D97-AF65-F5344CB8AC3E}">
        <p14:creationId xmlns:p14="http://schemas.microsoft.com/office/powerpoint/2010/main" val="280804050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98D348E-BFED-ABED-0B48-FAF90D6DE0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ru-RU" sz="3400" b="1">
                <a:solidFill>
                  <a:srgbClr val="FFFFFF"/>
                </a:solidFill>
                <a:latin typeface="Times New Roman"/>
                <a:cs typeface="Times New Roman"/>
              </a:rPr>
              <a:t>Example 5.2: Sony PlayStation 3 Hack (2010)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5BF38EF-7982-35D8-5733-2C1B25FDBD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000">
                <a:highlight>
                  <a:srgbClr val="FFFFFF"/>
                </a:highlight>
                <a:latin typeface="Times New Roman"/>
                <a:cs typeface="Times New Roman"/>
              </a:rPr>
              <a:t>Sony's PS3 firmware signing implementation used ECDSA with a constant value for k (catastrophic error). Researchers analyzed two PS3 firmware signatures, noticed identical r values, computed k, then recovered Sony's private signing key.</a:t>
            </a:r>
            <a:endParaRPr lang="ru-RU" sz="2000">
              <a:highlight>
                <a:srgbClr val="C6C6C6"/>
              </a:highlight>
              <a:latin typeface="Times New Roman"/>
              <a:cs typeface="Times New Roman"/>
            </a:endParaRPr>
          </a:p>
          <a:p>
            <a:r>
              <a:rPr lang="en-US" sz="2000" b="1">
                <a:highlight>
                  <a:srgbClr val="FFFFFF"/>
                </a:highlight>
                <a:latin typeface="Times New Roman"/>
                <a:cs typeface="Times New Roman"/>
              </a:rPr>
              <a:t>Impact: </a:t>
            </a:r>
            <a:r>
              <a:rPr lang="en-US" sz="2000">
                <a:highlight>
                  <a:srgbClr val="FFFFFF"/>
                </a:highlight>
                <a:latin typeface="Times New Roman"/>
                <a:cs typeface="Times New Roman"/>
              </a:rPr>
              <a:t>Anyone could sign arbitrary PS3 firmware and executables. Complete security compromise. Sony had to issue hardware revisions.</a:t>
            </a:r>
            <a:endParaRPr lang="ru-RU" sz="2000">
              <a:highlight>
                <a:srgbClr val="C6C6C6"/>
              </a:highlight>
              <a:latin typeface="Times New Roman"/>
              <a:cs typeface="Times New Roman"/>
            </a:endParaRPr>
          </a:p>
          <a:p>
            <a:endParaRPr lang="ru-RU" sz="200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7821640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ED6EC3A-89DD-2CE5-F92C-CAB752EE27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rgbClr val="FFFFFF"/>
                </a:solidFill>
                <a:latin typeface="Times New Roman"/>
                <a:cs typeface="Times New Roman"/>
              </a:rPr>
              <a:t>5.3 </a:t>
            </a:r>
            <a:r>
              <a:rPr lang="en-US" sz="4000" b="1" dirty="0" err="1">
                <a:solidFill>
                  <a:srgbClr val="FFFFFF"/>
                </a:solidFill>
                <a:latin typeface="Times New Roman"/>
                <a:cs typeface="Times New Roman"/>
              </a:rPr>
              <a:t>EdDSA</a:t>
            </a:r>
            <a:r>
              <a:rPr lang="en-US" sz="4000" b="1" dirty="0">
                <a:solidFill>
                  <a:srgbClr val="FFFFFF"/>
                </a:solidFill>
                <a:latin typeface="Times New Roman"/>
                <a:cs typeface="Times New Roman"/>
              </a:rPr>
              <a:t>: Modern Alternative</a:t>
            </a:r>
            <a:endParaRPr lang="ru-RU" sz="4000" b="1" dirty="0">
              <a:solidFill>
                <a:srgbClr val="FFFFFF"/>
              </a:solidFill>
              <a:latin typeface="Times New Roman"/>
              <a:cs typeface="Times New Roman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E0B19DD-3087-51F5-8033-24F541185A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en-US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EdDSA</a:t>
            </a:r>
            <a:r>
              <a:rPr lang="en-US" sz="2000" dirty="0">
                <a:highlight>
                  <a:srgbClr val="FFFFFF"/>
                </a:highlight>
                <a:latin typeface="Times New Roman"/>
                <a:cs typeface="Times New Roman"/>
              </a:rPr>
              <a:t> (Edwards-curve Digital Signature Algorithm) addresses ECDSA's weaknesses:</a:t>
            </a:r>
            <a:endParaRPr lang="ru-RU" sz="2000" dirty="0">
              <a:highlight>
                <a:srgbClr val="C6C6C6"/>
              </a:highlight>
              <a:latin typeface="Times New Roman"/>
              <a:cs typeface="Times New Roman"/>
            </a:endParaRPr>
          </a:p>
          <a:p>
            <a:pPr marL="0" indent="0">
              <a:buNone/>
            </a:pPr>
            <a:r>
              <a:rPr lang="ru-RU" sz="2000" b="1">
                <a:highlight>
                  <a:srgbClr val="FFFFFF"/>
                </a:highlight>
                <a:latin typeface="Times New Roman"/>
                <a:cs typeface="Times New Roman"/>
              </a:rPr>
              <a:t>Key Improvements:</a:t>
            </a:r>
            <a:endParaRPr lang="ru-RU" sz="2000">
              <a:highlight>
                <a:srgbClr val="C6C6C6"/>
              </a:highlight>
              <a:latin typeface="Times New Roman"/>
              <a:cs typeface="Times New Roman"/>
            </a:endParaRPr>
          </a:p>
          <a:p>
            <a:r>
              <a:rPr lang="en-US" sz="2000" b="1" dirty="0">
                <a:highlight>
                  <a:srgbClr val="FFFFFF"/>
                </a:highlight>
                <a:latin typeface="Times New Roman"/>
                <a:cs typeface="Times New Roman"/>
              </a:rPr>
              <a:t>Deterministic Nonces: </a:t>
            </a:r>
            <a:r>
              <a:rPr lang="en-US" sz="2000" dirty="0">
                <a:highlight>
                  <a:srgbClr val="FFFFFF"/>
                </a:highlight>
                <a:latin typeface="Times New Roman"/>
                <a:cs typeface="Times New Roman"/>
              </a:rPr>
              <a:t>k = H(</a:t>
            </a:r>
            <a:r>
              <a:rPr lang="en-US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hash_prefix</a:t>
            </a:r>
            <a:r>
              <a:rPr lang="en-US" sz="2000" dirty="0">
                <a:highlight>
                  <a:srgbClr val="FFFFFF"/>
                </a:highlight>
                <a:latin typeface="Times New Roman"/>
                <a:cs typeface="Times New Roman"/>
              </a:rPr>
              <a:t> || </a:t>
            </a:r>
            <a:r>
              <a:rPr lang="en-US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private_key</a:t>
            </a:r>
            <a:r>
              <a:rPr lang="en-US" sz="2000" dirty="0">
                <a:highlight>
                  <a:srgbClr val="FFFFFF"/>
                </a:highlight>
                <a:latin typeface="Times New Roman"/>
                <a:cs typeface="Times New Roman"/>
              </a:rPr>
              <a:t> || message) (RFC 6979). No randomness needed!</a:t>
            </a:r>
            <a:endParaRPr lang="ru-RU" sz="2000" dirty="0">
              <a:highlight>
                <a:srgbClr val="C6C6C6"/>
              </a:highlight>
              <a:latin typeface="Times New Roman"/>
              <a:cs typeface="Times New Roman"/>
            </a:endParaRPr>
          </a:p>
          <a:p>
            <a:r>
              <a:rPr lang="ru-RU" sz="2000" b="1">
                <a:highlight>
                  <a:srgbClr val="FFFFFF"/>
                </a:highlight>
                <a:latin typeface="Times New Roman"/>
                <a:cs typeface="Times New Roman"/>
              </a:rPr>
              <a:t>Simpler Algorithm: </a:t>
            </a:r>
            <a:r>
              <a:rPr lang="ru-RU" sz="2000">
                <a:highlight>
                  <a:srgbClr val="FFFFFF"/>
                </a:highlight>
                <a:latin typeface="Times New Roman"/>
                <a:cs typeface="Times New Roman"/>
              </a:rPr>
              <a:t>Fewer edge cases, easier to implement correctly</a:t>
            </a:r>
            <a:endParaRPr lang="ru-RU" sz="2000">
              <a:highlight>
                <a:srgbClr val="C6C6C6"/>
              </a:highlight>
              <a:latin typeface="Times New Roman"/>
              <a:cs typeface="Times New Roman"/>
            </a:endParaRPr>
          </a:p>
          <a:p>
            <a:r>
              <a:rPr lang="ru-RU" sz="2000" b="1">
                <a:highlight>
                  <a:srgbClr val="FFFFFF"/>
                </a:highlight>
                <a:latin typeface="Times New Roman"/>
                <a:cs typeface="Times New Roman"/>
              </a:rPr>
              <a:t>Faster: </a:t>
            </a:r>
            <a:r>
              <a:rPr lang="ru-RU" sz="2000">
                <a:highlight>
                  <a:srgbClr val="FFFFFF"/>
                </a:highlight>
                <a:latin typeface="Times New Roman"/>
                <a:cs typeface="Times New Roman"/>
              </a:rPr>
              <a:t>Especially signature generation</a:t>
            </a:r>
            <a:endParaRPr lang="ru-RU" sz="2000">
              <a:highlight>
                <a:srgbClr val="C6C6C6"/>
              </a:highlight>
              <a:latin typeface="Times New Roman"/>
              <a:cs typeface="Times New Roman"/>
            </a:endParaRPr>
          </a:p>
          <a:p>
            <a:r>
              <a:rPr lang="ru-RU" sz="2000" b="1">
                <a:highlight>
                  <a:srgbClr val="FFFFFF"/>
                </a:highlight>
                <a:latin typeface="Times New Roman"/>
                <a:cs typeface="Times New Roman"/>
              </a:rPr>
              <a:t>Better Provable Security: </a:t>
            </a:r>
            <a:r>
              <a:rPr lang="ru-RU" sz="2000">
                <a:highlight>
                  <a:srgbClr val="FFFFFF"/>
                </a:highlight>
                <a:latin typeface="Times New Roman"/>
                <a:cs typeface="Times New Roman"/>
              </a:rPr>
              <a:t>Stronger security proofs</a:t>
            </a:r>
            <a:endParaRPr lang="ru-RU" sz="2000">
              <a:highlight>
                <a:srgbClr val="C6C6C6"/>
              </a:highlight>
              <a:latin typeface="Times New Roman"/>
              <a:cs typeface="Times New Roman"/>
            </a:endParaRPr>
          </a:p>
          <a:p>
            <a:r>
              <a:rPr lang="ru-RU" sz="2000" b="1">
                <a:highlight>
                  <a:srgbClr val="FFFFFF"/>
                </a:highlight>
                <a:latin typeface="Times New Roman"/>
                <a:cs typeface="Times New Roman"/>
              </a:rPr>
              <a:t>Side-Channel Resistant: </a:t>
            </a:r>
            <a:r>
              <a:rPr lang="ru-RU" sz="2000">
                <a:highlight>
                  <a:srgbClr val="FFFFFF"/>
                </a:highlight>
                <a:latin typeface="Times New Roman"/>
                <a:cs typeface="Times New Roman"/>
              </a:rPr>
              <a:t>Designed for constant-time implementation</a:t>
            </a:r>
            <a:endParaRPr lang="ru-RU" sz="2000">
              <a:latin typeface="Times New Roman"/>
              <a:cs typeface="Times New Roman"/>
            </a:endParaRPr>
          </a:p>
          <a:p>
            <a:endParaRPr lang="ru-RU" sz="200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81280733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7F71419-C2E4-A6D2-F5FC-E9DBFB0DA9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rgbClr val="FFFFFF"/>
                </a:solidFill>
                <a:latin typeface="Times New Roman"/>
                <a:cs typeface="Times New Roman"/>
              </a:rPr>
              <a:t>5.4 Ed25519: </a:t>
            </a:r>
            <a:r>
              <a:rPr lang="en-US" sz="4000" b="1" dirty="0" err="1">
                <a:solidFill>
                  <a:srgbClr val="FFFFFF"/>
                </a:solidFill>
                <a:latin typeface="Times New Roman"/>
                <a:cs typeface="Times New Roman"/>
              </a:rPr>
              <a:t>EdDSA</a:t>
            </a:r>
            <a:r>
              <a:rPr lang="en-US" sz="4000" b="1" dirty="0">
                <a:solidFill>
                  <a:srgbClr val="FFFFFF"/>
                </a:solidFill>
                <a:latin typeface="Times New Roman"/>
                <a:cs typeface="Times New Roman"/>
              </a:rPr>
              <a:t> with Curve25519</a:t>
            </a:r>
            <a:endParaRPr lang="ru-RU" sz="4000" b="1" dirty="0">
              <a:solidFill>
                <a:srgbClr val="FFFFFF"/>
              </a:solidFill>
              <a:latin typeface="Times New Roman"/>
              <a:cs typeface="Times New Roman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069670E-C82F-F775-D5BD-54DB686C88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latin typeface="Times New Roman"/>
                <a:cs typeface="Times New Roman"/>
              </a:rPr>
              <a:t>Ed25519 is </a:t>
            </a:r>
            <a:r>
              <a:rPr lang="en-US" sz="1600" dirty="0" err="1">
                <a:latin typeface="Times New Roman"/>
                <a:cs typeface="Times New Roman"/>
              </a:rPr>
              <a:t>EdDSA</a:t>
            </a:r>
            <a:r>
              <a:rPr lang="en-US" sz="1600" dirty="0">
                <a:latin typeface="Times New Roman"/>
                <a:cs typeface="Times New Roman"/>
              </a:rPr>
              <a:t> using Curve25519 in twisted Edwards form.</a:t>
            </a:r>
            <a:endParaRPr lang="ru-RU" sz="1600">
              <a:latin typeface="Times New Roman"/>
              <a:cs typeface="Times New Roman"/>
            </a:endParaRPr>
          </a:p>
          <a:p>
            <a:pPr marL="0" indent="0">
              <a:buNone/>
            </a:pPr>
            <a:r>
              <a:rPr lang="ru-RU" sz="1600" b="1">
                <a:latin typeface="Times New Roman"/>
                <a:cs typeface="Times New Roman"/>
              </a:rPr>
              <a:t>Specifications:</a:t>
            </a:r>
            <a:endParaRPr lang="ru-RU" sz="1600">
              <a:latin typeface="Times New Roman"/>
              <a:cs typeface="Times New Roman"/>
            </a:endParaRPr>
          </a:p>
          <a:p>
            <a:r>
              <a:rPr lang="ru-RU" sz="1600">
                <a:latin typeface="Times New Roman"/>
                <a:cs typeface="Times New Roman"/>
              </a:rPr>
              <a:t>Signature size: 64 bytes (512 bits)</a:t>
            </a:r>
          </a:p>
          <a:p>
            <a:r>
              <a:rPr lang="ru-RU" sz="1600">
                <a:latin typeface="Times New Roman"/>
                <a:cs typeface="Times New Roman"/>
              </a:rPr>
              <a:t>Public key size: 32 bytes (256 bits)</a:t>
            </a:r>
          </a:p>
          <a:p>
            <a:r>
              <a:rPr lang="ru-RU" sz="1600">
                <a:latin typeface="Times New Roman"/>
                <a:cs typeface="Times New Roman"/>
              </a:rPr>
              <a:t>Private key size: 32 bytes (256 bits)</a:t>
            </a:r>
          </a:p>
          <a:p>
            <a:r>
              <a:rPr lang="ru-RU" sz="1600">
                <a:latin typeface="Times New Roman"/>
                <a:cs typeface="Times New Roman"/>
              </a:rPr>
              <a:t>Security: ~128-bit</a:t>
            </a:r>
          </a:p>
          <a:p>
            <a:pPr marL="0" indent="0">
              <a:buNone/>
            </a:pPr>
            <a:r>
              <a:rPr lang="ru-RU" sz="1600" b="1">
                <a:latin typeface="Times New Roman"/>
                <a:cs typeface="Times New Roman"/>
              </a:rPr>
              <a:t>Performance:</a:t>
            </a:r>
            <a:endParaRPr lang="ru-RU" sz="1600">
              <a:latin typeface="Times New Roman"/>
              <a:cs typeface="Times New Roman"/>
            </a:endParaRPr>
          </a:p>
          <a:p>
            <a:r>
              <a:rPr lang="ru-RU" sz="1600">
                <a:latin typeface="Times New Roman"/>
                <a:cs typeface="Times New Roman"/>
              </a:rPr>
              <a:t>Signing: ~20,000 signatures/second</a:t>
            </a:r>
          </a:p>
          <a:p>
            <a:r>
              <a:rPr lang="ru-RU" sz="1600">
                <a:latin typeface="Times New Roman"/>
                <a:cs typeface="Times New Roman"/>
              </a:rPr>
              <a:t>Verification: ~7,000 verifications/second</a:t>
            </a:r>
          </a:p>
          <a:p>
            <a:pPr marL="0" indent="0">
              <a:buNone/>
            </a:pPr>
            <a:r>
              <a:rPr lang="en-US" sz="1600" b="1" dirty="0">
                <a:latin typeface="Times New Roman"/>
                <a:cs typeface="Times New Roman"/>
              </a:rPr>
              <a:t>Deployment:</a:t>
            </a:r>
            <a:r>
              <a:rPr lang="en-US" sz="1600" dirty="0">
                <a:latin typeface="Times New Roman"/>
                <a:cs typeface="Times New Roman"/>
              </a:rPr>
              <a:t> OpenSSH (default since 2014), Signal Protocol, Tor, DNSSEC, Monero cryptocurrency, </a:t>
            </a:r>
            <a:r>
              <a:rPr lang="en-US" sz="1600" dirty="0" err="1">
                <a:latin typeface="Times New Roman"/>
                <a:cs typeface="Times New Roman"/>
              </a:rPr>
              <a:t>ZCash</a:t>
            </a:r>
            <a:r>
              <a:rPr lang="en-US" sz="1600" dirty="0">
                <a:latin typeface="Times New Roman"/>
                <a:cs typeface="Times New Roman"/>
              </a:rPr>
              <a:t>, </a:t>
            </a:r>
            <a:r>
              <a:rPr lang="en-US" sz="1600" dirty="0" err="1">
                <a:latin typeface="Times New Roman"/>
                <a:cs typeface="Times New Roman"/>
              </a:rPr>
              <a:t>Tezos</a:t>
            </a:r>
            <a:endParaRPr lang="ru-RU" sz="1600">
              <a:latin typeface="Times New Roman"/>
              <a:cs typeface="Times New Roman"/>
            </a:endParaRPr>
          </a:p>
          <a:p>
            <a:pPr marL="0" indent="0">
              <a:buNone/>
            </a:pPr>
            <a:endParaRPr lang="ru-RU" sz="16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87084692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Мультимедиа в Интернете 3" title="Elliptic Curve Digital Signature Algorithm">
            <a:hlinkClick r:id="" action="ppaction://noaction"/>
            <a:extLst>
              <a:ext uri="{FF2B5EF4-FFF2-40B4-BE49-F238E27FC236}">
                <a16:creationId xmlns:a16="http://schemas.microsoft.com/office/drawing/2014/main" id="{E540EFAB-B0D7-0783-2B6A-403397BDB9F3}"/>
              </a:ext>
            </a:extLst>
          </p:cNvPr>
          <p:cNvPicPr>
            <a:picLocks noGrp="1" noRot="1" noChangeAspect="1"/>
          </p:cNvPicPr>
          <p:nvPr>
            <p:ph idx="1"/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-1169" y="836"/>
            <a:ext cx="12192751" cy="6978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255365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351E0DB-B45C-2434-681D-98FFD603C3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D3C3F41-34D6-1897-487B-1DAFD9CE4D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6FA030F-218D-47DF-7469-F8E848CAE8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638515" y="639280"/>
            <a:ext cx="6858000" cy="557944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72C520E-4541-F66B-778F-A6BB7AD913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93206" y="395206"/>
            <a:ext cx="6346209" cy="557608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0CB4937-64B5-A2FE-7AA2-97D8BC1A12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13A2522-738D-8706-8A30-F1D567B1BF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FE41BAE4-07AE-30BA-A6E6-A0CB8EDF64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BA46541-5EF9-6A4A-756C-F5EA1EED7E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6396" y="586855"/>
            <a:ext cx="4230100" cy="3387497"/>
          </a:xfrm>
        </p:spPr>
        <p:txBody>
          <a:bodyPr anchor="b">
            <a:normAutofit/>
          </a:bodyPr>
          <a:lstStyle/>
          <a:p>
            <a:pPr algn="r"/>
            <a:r>
              <a:rPr lang="ru-RU" sz="4000" b="1">
                <a:solidFill>
                  <a:schemeClr val="bg1"/>
                </a:solidFill>
                <a:latin typeface="Times New Roman"/>
                <a:cs typeface="Times New Roman"/>
              </a:rPr>
              <a:t>6. Modern Curves and Standards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64EA5BB-93B1-485B-EB49-C382AD845B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04659" y="604123"/>
            <a:ext cx="6259445" cy="559140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buNone/>
            </a:pPr>
            <a:r>
              <a:rPr lang="ru-RU" sz="2000" b="1">
                <a:highlight>
                  <a:srgbClr val="FFFFFF"/>
                </a:highlight>
                <a:latin typeface="Times New Roman"/>
                <a:cs typeface="Times New Roman"/>
              </a:rPr>
              <a:t>6.1 NIST Standard Curves</a:t>
            </a:r>
            <a:endParaRPr lang="ru-RU" sz="2000" b="1">
              <a:highlight>
                <a:srgbClr val="C6C6C6"/>
              </a:highlight>
              <a:latin typeface="Times New Roman"/>
              <a:cs typeface="Times New Roman"/>
            </a:endParaRPr>
          </a:p>
          <a:p>
            <a:pPr>
              <a:buNone/>
            </a:pPr>
            <a:r>
              <a:rPr lang="ru-RU" sz="2000" b="1">
                <a:highlight>
                  <a:srgbClr val="FFFFFF"/>
                </a:highlight>
                <a:latin typeface="Times New Roman"/>
                <a:cs typeface="Times New Roman"/>
              </a:rPr>
              <a:t>6.2 Modern Safe Curves</a:t>
            </a:r>
            <a:endParaRPr lang="ru-RU" sz="2000" b="1">
              <a:highlight>
                <a:srgbClr val="C6C6C6"/>
              </a:highlight>
              <a:latin typeface="Times New Roman"/>
              <a:cs typeface="Times New Roman"/>
            </a:endParaRPr>
          </a:p>
          <a:p>
            <a:pPr>
              <a:buNone/>
            </a:pPr>
            <a:r>
              <a:rPr lang="ru-RU" sz="2000" b="1">
                <a:highlight>
                  <a:srgbClr val="FFFFFF"/>
                </a:highlight>
                <a:latin typeface="Times New Roman"/>
                <a:cs typeface="Times New Roman"/>
              </a:rPr>
              <a:t>6.3 Performance Comparison</a:t>
            </a:r>
          </a:p>
          <a:p>
            <a:pPr>
              <a:buNone/>
            </a:pPr>
            <a:r>
              <a:rPr lang="ru-RU" sz="2000" b="1">
                <a:highlight>
                  <a:srgbClr val="FFFFFF"/>
                </a:highlight>
                <a:latin typeface="Times New Roman"/>
                <a:cs typeface="Times New Roman"/>
              </a:rPr>
              <a:t>6.4 Curve Selection Guide</a:t>
            </a:r>
          </a:p>
          <a:p>
            <a:pPr>
              <a:buNone/>
            </a:pPr>
            <a:r>
              <a:rPr lang="ru-RU" sz="2000" b="1">
                <a:highlight>
                  <a:srgbClr val="FFFFFF"/>
                </a:highlight>
                <a:latin typeface="Times New Roman"/>
                <a:cs typeface="Times New Roman"/>
              </a:rPr>
              <a:t>6.5 Implementation Pitfalls</a:t>
            </a:r>
            <a:endParaRPr lang="ru-RU" sz="2000" b="1">
              <a:highlight>
                <a:srgbClr val="C6C6C6"/>
              </a:highlight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18695210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E56691E-F2EC-AFD0-5E69-3DA4228931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ru-RU" sz="4000" b="1">
                <a:solidFill>
                  <a:srgbClr val="FFFFFF"/>
                </a:solidFill>
                <a:latin typeface="Times New Roman"/>
                <a:cs typeface="Times New Roman"/>
              </a:rPr>
              <a:t>6.1 NIST Standard Curves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EA0B983-FCA2-0FB8-6A6C-165F31EFA9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ru-RU" sz="2000">
                <a:latin typeface="Times New Roman"/>
                <a:cs typeface="Times New Roman"/>
              </a:rPr>
              <a:t>NIST standardized curves in FIPS 186-4:</a:t>
            </a:r>
            <a:endParaRPr lang="ru-RU" sz="2000" dirty="0">
              <a:latin typeface="Times New Roman"/>
              <a:cs typeface="Times New Roman"/>
            </a:endParaRPr>
          </a:p>
          <a:p>
            <a:pPr marL="0" indent="0">
              <a:buNone/>
            </a:pPr>
            <a:r>
              <a:rPr lang="ru-RU" sz="2000" b="1">
                <a:latin typeface="Times New Roman"/>
                <a:cs typeface="Times New Roman"/>
              </a:rPr>
              <a:t>P-256 (secp256r1):</a:t>
            </a:r>
            <a:endParaRPr lang="ru-RU" sz="2000">
              <a:latin typeface="Times New Roman"/>
              <a:cs typeface="Times New Roman"/>
            </a:endParaRPr>
          </a:p>
          <a:p>
            <a:r>
              <a:rPr lang="ru-RU" sz="2000">
                <a:latin typeface="Times New Roman"/>
                <a:cs typeface="Times New Roman"/>
              </a:rPr>
              <a:t>256-bit prime field, ~128-bit security</a:t>
            </a:r>
          </a:p>
          <a:p>
            <a:r>
              <a:rPr lang="ru-RU" sz="2000">
                <a:latin typeface="Times New Roman"/>
                <a:cs typeface="Times New Roman"/>
              </a:rPr>
              <a:t>Most widely deployed ECC curve</a:t>
            </a:r>
          </a:p>
          <a:p>
            <a:r>
              <a:rPr lang="ru-RU" sz="2000">
                <a:latin typeface="Times New Roman"/>
                <a:cs typeface="Times New Roman"/>
              </a:rPr>
              <a:t>Used in: TLS, Bitcoin, SSH, many smart cards</a:t>
            </a:r>
          </a:p>
          <a:p>
            <a:pPr marL="0" indent="0">
              <a:buNone/>
            </a:pPr>
            <a:r>
              <a:rPr lang="ru-RU" sz="2000" b="1">
                <a:latin typeface="Times New Roman"/>
                <a:cs typeface="Times New Roman"/>
              </a:rPr>
              <a:t>P-384 (secp384r1): </a:t>
            </a:r>
            <a:r>
              <a:rPr lang="ru-RU" sz="2000">
                <a:latin typeface="Times New Roman"/>
                <a:cs typeface="Times New Roman"/>
              </a:rPr>
              <a:t>384-bit, ~192-bit security. High security applications.</a:t>
            </a:r>
          </a:p>
          <a:p>
            <a:pPr marL="0" indent="0">
              <a:buNone/>
            </a:pPr>
            <a:r>
              <a:rPr lang="ru-RU" sz="2000" b="1">
                <a:latin typeface="Times New Roman"/>
                <a:cs typeface="Times New Roman"/>
              </a:rPr>
              <a:t>P-521 (secp521r1): </a:t>
            </a:r>
            <a:r>
              <a:rPr lang="ru-RU" sz="2000">
                <a:latin typeface="Times New Roman"/>
                <a:cs typeface="Times New Roman"/>
              </a:rPr>
              <a:t>521-bit, ~260-bit security. Maximum security (note: 521 not 512!).</a:t>
            </a:r>
          </a:p>
          <a:p>
            <a:endParaRPr lang="ru-RU" sz="20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51620837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F0AE7E1-B3C7-4ECD-8FBB-75EF6FD190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ru-RU" sz="4000" b="1">
                <a:solidFill>
                  <a:srgbClr val="FFFFFF"/>
                </a:solidFill>
                <a:latin typeface="Times New Roman"/>
                <a:cs typeface="Times New Roman"/>
              </a:rPr>
              <a:t>6.2 Modern Safe Curves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432BB8B-734A-55FE-AED3-1062F5C2F3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ru-RU" sz="2000" b="1">
                <a:latin typeface="Times New Roman"/>
                <a:cs typeface="Times New Roman"/>
              </a:rPr>
              <a:t>Curve25519:</a:t>
            </a:r>
            <a:endParaRPr lang="ru-RU" sz="2000">
              <a:latin typeface="Times New Roman"/>
              <a:cs typeface="Times New Roman"/>
            </a:endParaRPr>
          </a:p>
          <a:p>
            <a:r>
              <a:rPr lang="ru-RU" sz="2000">
                <a:latin typeface="Times New Roman"/>
                <a:cs typeface="Times New Roman"/>
              </a:rPr>
              <a:t>Designed by Daniel J. Bernstein (2005)</a:t>
            </a:r>
          </a:p>
          <a:p>
            <a:r>
              <a:rPr lang="ru-RU" sz="2000">
                <a:latin typeface="Times New Roman"/>
                <a:cs typeface="Times New Roman"/>
              </a:rPr>
              <a:t>Montgomery curve: By² = x³ + Ax² + x over 𝔽ₚ where p = 2²⁵⁵ - 19</a:t>
            </a:r>
          </a:p>
          <a:p>
            <a:r>
              <a:rPr lang="ru-RU" sz="2000">
                <a:latin typeface="Times New Roman"/>
                <a:cs typeface="Times New Roman"/>
              </a:rPr>
              <a:t>255-bit field, ~128-bit security</a:t>
            </a:r>
          </a:p>
          <a:p>
            <a:r>
              <a:rPr lang="en-US" sz="2000" dirty="0">
                <a:latin typeface="Times New Roman"/>
                <a:cs typeface="Times New Roman"/>
              </a:rPr>
              <a:t>Optimized for performance and security</a:t>
            </a:r>
            <a:endParaRPr lang="ru-RU" sz="2000" dirty="0">
              <a:latin typeface="Times New Roman"/>
              <a:cs typeface="Times New Roman"/>
            </a:endParaRPr>
          </a:p>
          <a:p>
            <a:r>
              <a:rPr lang="en-US" sz="2000">
                <a:latin typeface="Times New Roman"/>
                <a:cs typeface="Times New Roman"/>
              </a:rPr>
              <a:t>Constant-time by design (no conditional branches)</a:t>
            </a:r>
            <a:endParaRPr lang="ru-RU" sz="2000">
              <a:latin typeface="Times New Roman"/>
              <a:cs typeface="Times New Roman"/>
            </a:endParaRPr>
          </a:p>
          <a:p>
            <a:r>
              <a:rPr lang="ru-RU" sz="2000">
                <a:latin typeface="Times New Roman"/>
                <a:cs typeface="Times New Roman"/>
              </a:rPr>
              <a:t>No known patent issues</a:t>
            </a:r>
          </a:p>
          <a:p>
            <a:pPr marL="0" indent="0">
              <a:buNone/>
            </a:pPr>
            <a:r>
              <a:rPr lang="ru-RU" sz="2000" b="1">
                <a:highlight>
                  <a:srgbClr val="FFFFFF"/>
                </a:highlight>
                <a:latin typeface="Times New Roman"/>
                <a:cs typeface="Times New Roman"/>
              </a:rPr>
              <a:t>Curve448 (Goldilocks): </a:t>
            </a:r>
            <a:r>
              <a:rPr lang="ru-RU" sz="2000">
                <a:highlight>
                  <a:srgbClr val="FFFFFF"/>
                </a:highlight>
                <a:latin typeface="Times New Roman"/>
                <a:cs typeface="Times New Roman"/>
              </a:rPr>
              <a:t>448-bit, ~224-bit security. Extra security margin. Designed by Mike Hamburg.</a:t>
            </a:r>
            <a:endParaRPr lang="ru-RU" sz="2000">
              <a:highlight>
                <a:srgbClr val="C6C6C6"/>
              </a:highlight>
              <a:latin typeface="Times New Roman"/>
              <a:cs typeface="Times New Roman"/>
            </a:endParaRPr>
          </a:p>
          <a:p>
            <a:endParaRPr lang="ru-RU" sz="20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48336483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0F56074-4483-D9C0-B408-9E12A2315F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ru-RU" sz="4000" b="1">
                <a:solidFill>
                  <a:srgbClr val="FFFFFF"/>
                </a:solidFill>
                <a:latin typeface="Times New Roman"/>
                <a:cs typeface="Times New Roman"/>
              </a:rPr>
              <a:t>6.3 Performance Comparison</a:t>
            </a:r>
          </a:p>
        </p:txBody>
      </p:sp>
      <p:graphicFrame>
        <p:nvGraphicFramePr>
          <p:cNvPr id="5" name="Объект 4">
            <a:extLst>
              <a:ext uri="{FF2B5EF4-FFF2-40B4-BE49-F238E27FC236}">
                <a16:creationId xmlns:a16="http://schemas.microsoft.com/office/drawing/2014/main" id="{E19A32EB-8483-0A86-4E10-BB737C4176D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96649068"/>
              </p:ext>
            </p:extLst>
          </p:nvPr>
        </p:nvGraphicFramePr>
        <p:xfrm>
          <a:off x="644056" y="2494308"/>
          <a:ext cx="10927830" cy="342935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002770">
                  <a:extLst>
                    <a:ext uri="{9D8B030D-6E8A-4147-A177-3AD203B41FA5}">
                      <a16:colId xmlns:a16="http://schemas.microsoft.com/office/drawing/2014/main" val="3971564538"/>
                    </a:ext>
                  </a:extLst>
                </a:gridCol>
                <a:gridCol w="2216497">
                  <a:extLst>
                    <a:ext uri="{9D8B030D-6E8A-4147-A177-3AD203B41FA5}">
                      <a16:colId xmlns:a16="http://schemas.microsoft.com/office/drawing/2014/main" val="2795858503"/>
                    </a:ext>
                  </a:extLst>
                </a:gridCol>
                <a:gridCol w="3002770">
                  <a:extLst>
                    <a:ext uri="{9D8B030D-6E8A-4147-A177-3AD203B41FA5}">
                      <a16:colId xmlns:a16="http://schemas.microsoft.com/office/drawing/2014/main" val="1012464530"/>
                    </a:ext>
                  </a:extLst>
                </a:gridCol>
                <a:gridCol w="2705793">
                  <a:extLst>
                    <a:ext uri="{9D8B030D-6E8A-4147-A177-3AD203B41FA5}">
                      <a16:colId xmlns:a16="http://schemas.microsoft.com/office/drawing/2014/main" val="2015417890"/>
                    </a:ext>
                  </a:extLst>
                </a:gridCol>
              </a:tblGrid>
              <a:tr h="68587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af-ZA" sz="20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Operation</a:t>
                      </a:r>
                      <a:endParaRPr lang="af-ZA" sz="20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01862" marR="127327" marT="169770" marB="1697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af-ZA" sz="20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RSA-2048</a:t>
                      </a:r>
                      <a:endParaRPr lang="af-ZA" sz="20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01862" marR="127327" marT="169770" marB="1697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af-ZA" sz="20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NIST P-256 (ECC)</a:t>
                      </a:r>
                      <a:endParaRPr lang="af-ZA" sz="20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01862" marR="127327" marT="169770" marB="1697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af-ZA" sz="20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Curve25519 (ECC)</a:t>
                      </a:r>
                      <a:endParaRPr lang="af-ZA" sz="20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01862" marR="101862" marT="169770" marB="1697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48463369"/>
                  </a:ext>
                </a:extLst>
              </a:tr>
              <a:tr h="68587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af-ZA" sz="20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Key Generation</a:t>
                      </a:r>
                      <a:endParaRPr lang="af-ZA" sz="20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01862" marR="127327" marT="169770" marB="1697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af-ZA" sz="20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~200 ms</a:t>
                      </a:r>
                    </a:p>
                  </a:txBody>
                  <a:tcPr marL="101862" marR="127327" marT="169770" marB="1697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af-ZA" sz="20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~0.5 ms</a:t>
                      </a:r>
                    </a:p>
                  </a:txBody>
                  <a:tcPr marL="101862" marR="127327" marT="169770" marB="1697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af-ZA" sz="20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~0.05 ms</a:t>
                      </a:r>
                    </a:p>
                  </a:txBody>
                  <a:tcPr marL="101862" marR="101862" marT="169770" marB="1697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08601532"/>
                  </a:ext>
                </a:extLst>
              </a:tr>
              <a:tr h="68587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af-ZA" sz="20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ECDH / Sign</a:t>
                      </a:r>
                      <a:endParaRPr lang="af-ZA" sz="20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01862" marR="127327" marT="169770" marB="1697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af-ZA" sz="20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~0.8 ms</a:t>
                      </a:r>
                    </a:p>
                  </a:txBody>
                  <a:tcPr marL="101862" marR="127327" marT="169770" marB="1697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af-ZA" sz="20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~0.5 ms</a:t>
                      </a:r>
                    </a:p>
                  </a:txBody>
                  <a:tcPr marL="101862" marR="127327" marT="169770" marB="1697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af-ZA" sz="20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~0.05 ms</a:t>
                      </a:r>
                    </a:p>
                  </a:txBody>
                  <a:tcPr marL="101862" marR="101862" marT="169770" marB="1697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02750731"/>
                  </a:ext>
                </a:extLst>
              </a:tr>
              <a:tr h="68587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af-ZA" sz="20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Verify</a:t>
                      </a:r>
                      <a:endParaRPr lang="af-ZA" sz="20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01862" marR="127327" marT="169770" marB="1697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af-ZA" sz="20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~0.05 ms</a:t>
                      </a:r>
                    </a:p>
                  </a:txBody>
                  <a:tcPr marL="101862" marR="127327" marT="169770" marB="1697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af-ZA" sz="20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~1 ms</a:t>
                      </a:r>
                    </a:p>
                  </a:txBody>
                  <a:tcPr marL="101862" marR="127327" marT="169770" marB="1697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af-ZA" sz="20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~0.1 ms</a:t>
                      </a:r>
                    </a:p>
                  </a:txBody>
                  <a:tcPr marL="101862" marR="101862" marT="169770" marB="1697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7597710"/>
                  </a:ext>
                </a:extLst>
              </a:tr>
              <a:tr h="68587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af-ZA" sz="20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Key Size</a:t>
                      </a:r>
                      <a:endParaRPr lang="af-ZA" sz="20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01862" marR="127327" marT="169770" marB="1697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af-ZA" sz="20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2048 bit</a:t>
                      </a:r>
                    </a:p>
                  </a:txBody>
                  <a:tcPr marL="101862" marR="127327" marT="169770" marB="1697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af-ZA" sz="20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256 bit</a:t>
                      </a:r>
                    </a:p>
                  </a:txBody>
                  <a:tcPr marL="101862" marR="127327" marT="169770" marB="1697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af-ZA" sz="20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256 bit</a:t>
                      </a:r>
                    </a:p>
                  </a:txBody>
                  <a:tcPr marL="101862" marR="101862" marT="169770" marB="1697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68738469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CFBBBF98-83DE-C570-C977-9C19C10E7C23}"/>
              </a:ext>
            </a:extLst>
          </p:cNvPr>
          <p:cNvSpPr txBox="1"/>
          <p:nvPr/>
        </p:nvSpPr>
        <p:spPr>
          <a:xfrm>
            <a:off x="1597980" y="6241386"/>
            <a:ext cx="8821055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dirty="0">
                <a:highlight>
                  <a:srgbClr val="FFFFFF"/>
                </a:highlight>
                <a:latin typeface="Times New Roman"/>
                <a:cs typeface="Times New Roman"/>
              </a:rPr>
              <a:t>ECC generally 10-30× faster than RSA, especially on embedded devices.</a:t>
            </a:r>
            <a:endParaRPr lang="ru-RU" sz="2000" dirty="0">
              <a:highlight>
                <a:srgbClr val="C6C6C6"/>
              </a:highlight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41305125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B78CE20-F01B-AEE8-150A-8107384C0C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ru-RU" sz="4000" b="1">
                <a:solidFill>
                  <a:srgbClr val="FFFFFF"/>
                </a:solidFill>
                <a:latin typeface="Times New Roman"/>
                <a:cs typeface="Times New Roman"/>
              </a:rPr>
              <a:t>6.4 Curve Selection Guide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9B5D280-B575-F271-56C7-B41854BEEC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ru-RU" sz="2000" b="1">
                <a:latin typeface="Times New Roman"/>
                <a:cs typeface="Times New Roman"/>
              </a:rPr>
              <a:t>For New Implementations:</a:t>
            </a:r>
            <a:endParaRPr lang="ru-RU" sz="2000">
              <a:latin typeface="Times New Roman"/>
              <a:cs typeface="Times New Roman"/>
            </a:endParaRPr>
          </a:p>
          <a:p>
            <a:r>
              <a:rPr lang="ru-RU" sz="2000" b="1">
                <a:latin typeface="Times New Roman"/>
                <a:cs typeface="Times New Roman"/>
              </a:rPr>
              <a:t>First Choice: </a:t>
            </a:r>
            <a:r>
              <a:rPr lang="ru-RU" sz="2000">
                <a:latin typeface="Times New Roman"/>
                <a:cs typeface="Times New Roman"/>
              </a:rPr>
              <a:t>Curve25519/Ed25519 (X25519 for ECDH, Ed25519 for signatures)</a:t>
            </a:r>
          </a:p>
          <a:p>
            <a:r>
              <a:rPr lang="en-US" sz="2000" b="1" dirty="0">
                <a:latin typeface="Times New Roman"/>
                <a:cs typeface="Times New Roman"/>
              </a:rPr>
              <a:t>Standards Compliance: </a:t>
            </a:r>
            <a:r>
              <a:rPr lang="en-US" sz="2000" dirty="0">
                <a:latin typeface="Times New Roman"/>
                <a:cs typeface="Times New Roman"/>
              </a:rPr>
              <a:t>P-256 (required for FIPS, government systems)</a:t>
            </a:r>
            <a:endParaRPr lang="ru-RU" sz="2000">
              <a:latin typeface="Times New Roman"/>
              <a:cs typeface="Times New Roman"/>
            </a:endParaRPr>
          </a:p>
          <a:p>
            <a:r>
              <a:rPr lang="ru-RU" sz="2000" b="1">
                <a:latin typeface="Times New Roman"/>
                <a:cs typeface="Times New Roman"/>
              </a:rPr>
              <a:t>Extra Security: </a:t>
            </a:r>
            <a:r>
              <a:rPr lang="ru-RU" sz="2000">
                <a:latin typeface="Times New Roman"/>
                <a:cs typeface="Times New Roman"/>
              </a:rPr>
              <a:t>P-384, P-521, or Curve448</a:t>
            </a:r>
          </a:p>
          <a:p>
            <a:pPr marL="0" indent="0">
              <a:buNone/>
            </a:pPr>
            <a:r>
              <a:rPr lang="ru-RU" sz="2000" b="1">
                <a:latin typeface="Times New Roman"/>
                <a:cs typeface="Times New Roman"/>
              </a:rPr>
              <a:t>Avoid:</a:t>
            </a:r>
            <a:endParaRPr lang="ru-RU" sz="2000">
              <a:latin typeface="Times New Roman"/>
              <a:cs typeface="Times New Roman"/>
            </a:endParaRPr>
          </a:p>
          <a:p>
            <a:r>
              <a:rPr lang="ru-RU" sz="2000">
                <a:latin typeface="Times New Roman"/>
                <a:cs typeface="Times New Roman"/>
              </a:rPr>
              <a:t>Non-standard or proprietary curves (potential backdoors)</a:t>
            </a:r>
          </a:p>
          <a:p>
            <a:r>
              <a:rPr lang="ru-RU" sz="2000">
                <a:latin typeface="Times New Roman"/>
                <a:cs typeface="Times New Roman"/>
              </a:rPr>
              <a:t>Curves with small security margin (P-192, secp160r1)</a:t>
            </a:r>
          </a:p>
          <a:p>
            <a:r>
              <a:rPr lang="ru-RU" sz="2000">
                <a:latin typeface="Times New Roman"/>
                <a:cs typeface="Times New Roman"/>
              </a:rPr>
              <a:t>Binary field curves (less efficient, more complex)</a:t>
            </a:r>
          </a:p>
          <a:p>
            <a:endParaRPr lang="ru-RU" sz="20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668612749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E4267DA-572E-EB30-2F48-66AC811ED5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ru-RU" sz="4000" b="1">
                <a:solidFill>
                  <a:srgbClr val="FFFFFF"/>
                </a:solidFill>
                <a:latin typeface="Times New Roman"/>
                <a:cs typeface="Times New Roman"/>
              </a:rPr>
              <a:t>6.5 Implementation Pitfalls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90BAD3F-A61C-27B6-23AC-6DB702DA42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z="2000" b="1">
                <a:latin typeface="Times New Roman"/>
                <a:cs typeface="Times New Roman"/>
              </a:rPr>
              <a:t>Point Validation: </a:t>
            </a:r>
            <a:r>
              <a:rPr lang="ru-RU" sz="2000">
                <a:latin typeface="Times New Roman"/>
                <a:cs typeface="Times New Roman"/>
              </a:rPr>
              <a:t>Always verify received points are on the curve (prevents invalid-curve attacks)</a:t>
            </a:r>
          </a:p>
          <a:p>
            <a:r>
              <a:rPr lang="ru-RU" sz="2000" b="1">
                <a:latin typeface="Times New Roman"/>
                <a:cs typeface="Times New Roman"/>
              </a:rPr>
              <a:t>Timing Attacks: </a:t>
            </a:r>
            <a:r>
              <a:rPr lang="ru-RU" sz="2000">
                <a:latin typeface="Times New Roman"/>
                <a:cs typeface="Times New Roman"/>
              </a:rPr>
              <a:t>Use constant-time implementations (no data-dependent branches)</a:t>
            </a:r>
          </a:p>
          <a:p>
            <a:r>
              <a:rPr lang="en-US" sz="2000" b="1">
                <a:latin typeface="Times New Roman"/>
                <a:cs typeface="Times New Roman"/>
              </a:rPr>
              <a:t>Nonce Generation: </a:t>
            </a:r>
            <a:r>
              <a:rPr lang="en-US" sz="2000">
                <a:latin typeface="Times New Roman"/>
                <a:cs typeface="Times New Roman"/>
              </a:rPr>
              <a:t>Use deterministic k (</a:t>
            </a:r>
            <a:r>
              <a:rPr lang="en-US" sz="2000" err="1">
                <a:latin typeface="Times New Roman"/>
                <a:cs typeface="Times New Roman"/>
              </a:rPr>
              <a:t>EdDSA</a:t>
            </a:r>
            <a:r>
              <a:rPr lang="en-US" sz="2000">
                <a:latin typeface="Times New Roman"/>
                <a:cs typeface="Times New Roman"/>
              </a:rPr>
              <a:t>/RFC 6979) or cryptographic-quality randomness</a:t>
            </a:r>
            <a:endParaRPr lang="ru-RU" sz="2000">
              <a:latin typeface="Times New Roman"/>
              <a:cs typeface="Times New Roman"/>
            </a:endParaRPr>
          </a:p>
          <a:p>
            <a:r>
              <a:rPr lang="ru-RU" sz="2000" b="1">
                <a:latin typeface="Times New Roman"/>
                <a:cs typeface="Times New Roman"/>
              </a:rPr>
              <a:t>Side Channels: </a:t>
            </a:r>
            <a:r>
              <a:rPr lang="ru-RU" sz="2000">
                <a:latin typeface="Times New Roman"/>
                <a:cs typeface="Times New Roman"/>
              </a:rPr>
              <a:t>Protect against power analysis, cache-timing attacks</a:t>
            </a:r>
          </a:p>
          <a:p>
            <a:r>
              <a:rPr lang="en-US" sz="2000" b="1">
                <a:latin typeface="Times New Roman"/>
                <a:cs typeface="Times New Roman"/>
              </a:rPr>
              <a:t>Library Choice: </a:t>
            </a:r>
            <a:r>
              <a:rPr lang="en-US" sz="2000">
                <a:latin typeface="Times New Roman"/>
                <a:cs typeface="Times New Roman"/>
              </a:rPr>
              <a:t>Use well-audited libraries: </a:t>
            </a:r>
            <a:r>
              <a:rPr lang="en-US" sz="2000" err="1">
                <a:latin typeface="Times New Roman"/>
                <a:cs typeface="Times New Roman"/>
              </a:rPr>
              <a:t>libsodium</a:t>
            </a:r>
            <a:r>
              <a:rPr lang="en-US" sz="2000">
                <a:latin typeface="Times New Roman"/>
                <a:cs typeface="Times New Roman"/>
              </a:rPr>
              <a:t>, OpenSSL 3.x, </a:t>
            </a:r>
            <a:r>
              <a:rPr lang="en-US" sz="2000" err="1">
                <a:latin typeface="Times New Roman"/>
                <a:cs typeface="Times New Roman"/>
              </a:rPr>
              <a:t>BoringSSL</a:t>
            </a:r>
            <a:r>
              <a:rPr lang="en-US" sz="2000">
                <a:latin typeface="Times New Roman"/>
                <a:cs typeface="Times New Roman"/>
              </a:rPr>
              <a:t>, </a:t>
            </a:r>
            <a:r>
              <a:rPr lang="en-US" sz="2000" err="1">
                <a:latin typeface="Times New Roman"/>
                <a:cs typeface="Times New Roman"/>
              </a:rPr>
              <a:t>wolfSSL</a:t>
            </a:r>
            <a:endParaRPr lang="ru-RU" sz="2000" err="1">
              <a:latin typeface="Times New Roman"/>
              <a:cs typeface="Times New Roman"/>
            </a:endParaRPr>
          </a:p>
          <a:p>
            <a:endParaRPr lang="ru-RU" sz="20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290484800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Мультимедиа в Интернете 3" title="Elliptic Curves - Computerphile">
            <a:hlinkClick r:id="" action="ppaction://noaction"/>
            <a:extLst>
              <a:ext uri="{FF2B5EF4-FFF2-40B4-BE49-F238E27FC236}">
                <a16:creationId xmlns:a16="http://schemas.microsoft.com/office/drawing/2014/main" id="{E5AEDE6B-7A04-BA72-B48D-C158AA989E19}"/>
              </a:ext>
            </a:extLst>
          </p:cNvPr>
          <p:cNvPicPr>
            <a:picLocks noGrp="1" noRot="1" noChangeAspect="1"/>
          </p:cNvPicPr>
          <p:nvPr>
            <p:ph idx="1"/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-1169" y="837"/>
            <a:ext cx="12192751" cy="68579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3804798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762E354-8868-1EE9-D88F-C3AF1F322C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ru-RU" sz="4000" b="1">
                <a:solidFill>
                  <a:srgbClr val="FFFFFF"/>
                </a:solidFill>
                <a:latin typeface="Times New Roman"/>
                <a:cs typeface="Times New Roman"/>
              </a:rPr>
              <a:t>Conclusion</a:t>
            </a:r>
            <a:endParaRPr lang="ru-RU" sz="4000">
              <a:solidFill>
                <a:srgbClr val="FFFFFF"/>
              </a:solidFill>
              <a:latin typeface="Times New Roman"/>
              <a:cs typeface="Times New Roman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44D8E8A-209B-97C1-2B4A-38E552E92E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ru-RU" sz="1600">
                <a:highlight>
                  <a:srgbClr val="FFFFFF"/>
                </a:highlight>
                <a:latin typeface="Times New Roman"/>
                <a:cs typeface="Times New Roman"/>
              </a:rPr>
              <a:t>This lecture covered elliptic curve cryptography from mathematical foundations to practical implementations. Key insights:</a:t>
            </a:r>
            <a:endParaRPr lang="ru-RU" sz="1600">
              <a:highlight>
                <a:srgbClr val="C6C6C6"/>
              </a:highlight>
              <a:latin typeface="Times New Roman"/>
              <a:cs typeface="Times New Roman"/>
            </a:endParaRPr>
          </a:p>
          <a:p>
            <a:r>
              <a:rPr lang="ru-RU" sz="1600">
                <a:highlight>
                  <a:srgbClr val="FFFFFF"/>
                </a:highlight>
                <a:latin typeface="Times New Roman"/>
                <a:cs typeface="Times New Roman"/>
              </a:rPr>
              <a:t>Elliptic curves provide equivalent security with 10-30× smaller keys than RSA/DH</a:t>
            </a:r>
            <a:endParaRPr lang="ru-RU" sz="1600">
              <a:highlight>
                <a:srgbClr val="C6C6C6"/>
              </a:highlight>
              <a:latin typeface="Times New Roman"/>
              <a:cs typeface="Times New Roman"/>
            </a:endParaRPr>
          </a:p>
          <a:p>
            <a:r>
              <a:rPr lang="en-US" sz="1600" dirty="0">
                <a:highlight>
                  <a:srgbClr val="FFFFFF"/>
                </a:highlight>
                <a:latin typeface="Times New Roman"/>
                <a:cs typeface="Times New Roman"/>
              </a:rPr>
              <a:t>ECDLP has no known </a:t>
            </a:r>
            <a:r>
              <a:rPr lang="en-US" sz="1600" dirty="0" err="1">
                <a:highlight>
                  <a:srgbClr val="FFFFFF"/>
                </a:highlight>
                <a:latin typeface="Times New Roman"/>
                <a:cs typeface="Times New Roman"/>
              </a:rPr>
              <a:t>subexponential</a:t>
            </a:r>
            <a:r>
              <a:rPr lang="en-US" sz="1600" dirty="0">
                <a:highlight>
                  <a:srgbClr val="FFFFFF"/>
                </a:highlight>
                <a:latin typeface="Times New Roman"/>
                <a:cs typeface="Times New Roman"/>
              </a:rPr>
              <a:t> algorithm (unlike factoring/DLP)</a:t>
            </a:r>
            <a:endParaRPr lang="ru-RU" sz="1600" dirty="0">
              <a:highlight>
                <a:srgbClr val="C6C6C6"/>
              </a:highlight>
              <a:latin typeface="Times New Roman"/>
              <a:cs typeface="Times New Roman"/>
            </a:endParaRPr>
          </a:p>
          <a:p>
            <a:r>
              <a:rPr lang="ru-RU" sz="1600">
                <a:highlight>
                  <a:srgbClr val="FFFFFF"/>
                </a:highlight>
                <a:latin typeface="Times New Roman"/>
                <a:cs typeface="Times New Roman"/>
              </a:rPr>
              <a:t>Point addition and scalar multiplication form abelian group structure</a:t>
            </a:r>
            <a:endParaRPr lang="ru-RU" sz="1600">
              <a:highlight>
                <a:srgbClr val="C6C6C6"/>
              </a:highlight>
              <a:latin typeface="Times New Roman"/>
              <a:cs typeface="Times New Roman"/>
            </a:endParaRPr>
          </a:p>
          <a:p>
            <a:r>
              <a:rPr lang="ru-RU" sz="1600">
                <a:highlight>
                  <a:srgbClr val="FFFFFF"/>
                </a:highlight>
                <a:latin typeface="Times New Roman"/>
                <a:cs typeface="Times New Roman"/>
              </a:rPr>
              <a:t>ECDH enables efficient key exchange with 256-bit keys</a:t>
            </a:r>
            <a:endParaRPr lang="ru-RU" sz="1600">
              <a:highlight>
                <a:srgbClr val="C6C6C6"/>
              </a:highlight>
              <a:latin typeface="Times New Roman"/>
              <a:cs typeface="Times New Roman"/>
            </a:endParaRPr>
          </a:p>
          <a:p>
            <a:r>
              <a:rPr lang="ru-RU" sz="1600">
                <a:highlight>
                  <a:srgbClr val="FFFFFF"/>
                </a:highlight>
                <a:latin typeface="Times New Roman"/>
                <a:cs typeface="Times New Roman"/>
              </a:rPr>
              <a:t>ECDSA provides digital signatures but requires unique nonces (Sony PS3 lesson)</a:t>
            </a:r>
            <a:endParaRPr lang="ru-RU" sz="1600">
              <a:highlight>
                <a:srgbClr val="C6C6C6"/>
              </a:highlight>
              <a:latin typeface="Times New Roman"/>
              <a:cs typeface="Times New Roman"/>
            </a:endParaRPr>
          </a:p>
          <a:p>
            <a:r>
              <a:rPr lang="en-US" sz="1600" dirty="0">
                <a:highlight>
                  <a:srgbClr val="FFFFFF"/>
                </a:highlight>
                <a:latin typeface="Times New Roman"/>
                <a:cs typeface="Times New Roman"/>
              </a:rPr>
              <a:t>Ed25519/</a:t>
            </a:r>
            <a:r>
              <a:rPr lang="en-US" sz="1600" dirty="0" err="1">
                <a:highlight>
                  <a:srgbClr val="FFFFFF"/>
                </a:highlight>
                <a:latin typeface="Times New Roman"/>
                <a:cs typeface="Times New Roman"/>
              </a:rPr>
              <a:t>EdDSA</a:t>
            </a:r>
            <a:r>
              <a:rPr lang="en-US" sz="1600" dirty="0">
                <a:highlight>
                  <a:srgbClr val="FFFFFF"/>
                </a:highlight>
                <a:latin typeface="Times New Roman"/>
                <a:cs typeface="Times New Roman"/>
              </a:rPr>
              <a:t> fixes ECDSA issues with deterministic nonces</a:t>
            </a:r>
            <a:endParaRPr lang="ru-RU" sz="1600" dirty="0">
              <a:highlight>
                <a:srgbClr val="C6C6C6"/>
              </a:highlight>
              <a:latin typeface="Times New Roman"/>
              <a:cs typeface="Times New Roman"/>
            </a:endParaRPr>
          </a:p>
          <a:p>
            <a:r>
              <a:rPr lang="en-US" sz="1600" dirty="0">
                <a:highlight>
                  <a:srgbClr val="FFFFFF"/>
                </a:highlight>
                <a:latin typeface="Times New Roman"/>
                <a:cs typeface="Times New Roman"/>
              </a:rPr>
              <a:t>Curve25519 is recommended for new applications (Signal, </a:t>
            </a:r>
            <a:r>
              <a:rPr lang="en-US" sz="1600" dirty="0" err="1">
                <a:highlight>
                  <a:srgbClr val="FFFFFF"/>
                </a:highlight>
                <a:latin typeface="Times New Roman"/>
                <a:cs typeface="Times New Roman"/>
              </a:rPr>
              <a:t>WireGuard</a:t>
            </a:r>
            <a:r>
              <a:rPr lang="en-US" sz="1600" dirty="0">
                <a:highlight>
                  <a:srgbClr val="FFFFFF"/>
                </a:highlight>
                <a:latin typeface="Times New Roman"/>
                <a:cs typeface="Times New Roman"/>
              </a:rPr>
              <a:t>, TLS 1.3)</a:t>
            </a:r>
            <a:endParaRPr lang="ru-RU" sz="1600" dirty="0">
              <a:highlight>
                <a:srgbClr val="C6C6C6"/>
              </a:highlight>
              <a:latin typeface="Times New Roman"/>
              <a:cs typeface="Times New Roman"/>
            </a:endParaRPr>
          </a:p>
          <a:p>
            <a:r>
              <a:rPr lang="en-US" sz="1600" dirty="0">
                <a:highlight>
                  <a:srgbClr val="FFFFFF"/>
                </a:highlight>
                <a:latin typeface="Times New Roman"/>
                <a:cs typeface="Times New Roman"/>
              </a:rPr>
              <a:t>P-256 required for FIPS compliance and government systems</a:t>
            </a:r>
            <a:endParaRPr lang="ru-RU" sz="1600" dirty="0">
              <a:highlight>
                <a:srgbClr val="C6C6C6"/>
              </a:highlight>
              <a:latin typeface="Times New Roman"/>
              <a:cs typeface="Times New Roman"/>
            </a:endParaRPr>
          </a:p>
          <a:p>
            <a:r>
              <a:rPr lang="ru-RU" sz="1600">
                <a:highlight>
                  <a:srgbClr val="FFFFFF"/>
                </a:highlight>
                <a:latin typeface="Times New Roman"/>
                <a:cs typeface="Times New Roman"/>
              </a:rPr>
              <a:t>Implementation requires care: constant-time ops, point validation, proper nonces</a:t>
            </a:r>
            <a:endParaRPr lang="ru-RU" sz="1600">
              <a:highlight>
                <a:srgbClr val="C6C6C6"/>
              </a:highlight>
              <a:latin typeface="Times New Roman"/>
              <a:cs typeface="Times New Roman"/>
            </a:endParaRPr>
          </a:p>
          <a:p>
            <a:endParaRPr lang="ru-RU" sz="160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747368024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A5509B2-D9D0-C0C0-AE43-E829D721C6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ru-RU" sz="4000" b="1">
                <a:solidFill>
                  <a:srgbClr val="FFFFFF"/>
                </a:solidFill>
                <a:latin typeface="Times New Roman"/>
                <a:cs typeface="Times New Roman"/>
              </a:rPr>
              <a:t>Looking Forward</a:t>
            </a:r>
            <a:endParaRPr lang="ru-RU" sz="4000">
              <a:solidFill>
                <a:srgbClr val="FFFFFF"/>
              </a:solidFill>
              <a:latin typeface="Times New Roman"/>
              <a:cs typeface="Times New Roman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2E6F07E-B80F-7A40-24FD-999023BDD5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ru-RU" sz="2000" b="1">
                <a:highlight>
                  <a:srgbClr val="FFFFFF"/>
                </a:highlight>
                <a:latin typeface="Times New Roman"/>
                <a:cs typeface="Times New Roman"/>
              </a:rPr>
              <a:t>Next Section (Weeks 12-14): </a:t>
            </a:r>
            <a:r>
              <a:rPr lang="ru-RU" sz="2000">
                <a:highlight>
                  <a:srgbClr val="FFFFFF"/>
                </a:highlight>
                <a:latin typeface="Times New Roman"/>
                <a:cs typeface="Times New Roman"/>
              </a:rPr>
              <a:t>Quantum Cryptography and Post-Quantum Cryptography. We will study quantum key distribution (QKD), BB84 protocol, quantum threats to current cryptography, NIST post-quantum standards (lattice-based, hash-based, code-based cryptography).</a:t>
            </a:r>
            <a:endParaRPr lang="ru-RU" sz="2000">
              <a:highlight>
                <a:srgbClr val="C6C6C6"/>
              </a:highlight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181924329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F48C00F-7838-9691-9AA0-EAC8C0A09A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ru-RU" sz="4000" b="1">
                <a:solidFill>
                  <a:schemeClr val="bg1"/>
                </a:solidFill>
                <a:latin typeface="Times New Roman"/>
                <a:cs typeface="Times New Roman"/>
              </a:rPr>
              <a:t>7.2 Preparation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EFF768F-1659-296C-084A-99B401FCBE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000" dirty="0">
                <a:highlight>
                  <a:srgbClr val="FFFFFF"/>
                </a:highlight>
                <a:latin typeface="Times New Roman"/>
                <a:cs typeface="Times New Roman"/>
              </a:rPr>
              <a:t>Read: Introduction to Quantum Cryptography (Thomas </a:t>
            </a:r>
            <a:r>
              <a:rPr lang="en-US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Vidick</a:t>
            </a:r>
            <a:r>
              <a:rPr lang="en-US" sz="2000" dirty="0">
                <a:highlight>
                  <a:srgbClr val="FFFFFF"/>
                </a:highlight>
                <a:latin typeface="Times New Roman"/>
                <a:cs typeface="Times New Roman"/>
              </a:rPr>
              <a:t> &amp; Stephanie Wehner)</a:t>
            </a:r>
            <a:endParaRPr lang="ru-RU" sz="2000" dirty="0">
              <a:highlight>
                <a:srgbClr val="C6C6C6"/>
              </a:highlight>
              <a:latin typeface="Times New Roman"/>
              <a:cs typeface="Times New Roman"/>
            </a:endParaRPr>
          </a:p>
          <a:p>
            <a:r>
              <a:rPr lang="ru-RU" sz="2000">
                <a:highlight>
                  <a:srgbClr val="FFFFFF"/>
                </a:highlight>
                <a:latin typeface="Times New Roman"/>
                <a:cs typeface="Times New Roman"/>
              </a:rPr>
              <a:t>Review: Quantum mechanics basics (superposition, entanglement, measurement)</a:t>
            </a:r>
            <a:endParaRPr lang="ru-RU" sz="2000">
              <a:highlight>
                <a:srgbClr val="C6C6C6"/>
              </a:highlight>
              <a:latin typeface="Times New Roman"/>
              <a:cs typeface="Times New Roman"/>
            </a:endParaRPr>
          </a:p>
          <a:p>
            <a:r>
              <a:rPr lang="en-US" sz="2000" dirty="0">
                <a:highlight>
                  <a:srgbClr val="FFFFFF"/>
                </a:highlight>
                <a:latin typeface="Times New Roman"/>
                <a:cs typeface="Times New Roman"/>
              </a:rPr>
              <a:t>Lab 3: Implement ECDH key exchange using </a:t>
            </a:r>
            <a:r>
              <a:rPr lang="en-US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libsodium</a:t>
            </a:r>
            <a:r>
              <a:rPr lang="en-US" sz="2000" dirty="0">
                <a:highlight>
                  <a:srgbClr val="FFFFFF"/>
                </a:highlight>
                <a:latin typeface="Times New Roman"/>
                <a:cs typeface="Times New Roman"/>
              </a:rPr>
              <a:t> or similar library</a:t>
            </a:r>
            <a:endParaRPr lang="ru-RU" sz="2000" dirty="0">
              <a:highlight>
                <a:srgbClr val="C6C6C6"/>
              </a:highlight>
              <a:latin typeface="Times New Roman"/>
              <a:cs typeface="Times New Roman"/>
            </a:endParaRPr>
          </a:p>
          <a:p>
            <a:r>
              <a:rPr lang="ru-RU" sz="2000">
                <a:highlight>
                  <a:srgbClr val="FFFFFF"/>
                </a:highlight>
                <a:latin typeface="Times New Roman"/>
                <a:cs typeface="Times New Roman"/>
              </a:rPr>
              <a:t>Quiz 4: Elliptic curve mathematics and applications</a:t>
            </a:r>
            <a:endParaRPr lang="ru-RU" sz="2000">
              <a:latin typeface="Times New Roman"/>
              <a:cs typeface="Times New Roman"/>
            </a:endParaRPr>
          </a:p>
          <a:p>
            <a:endParaRPr lang="ru-RU" sz="200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748178581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A8D18DF04E7B24DB531D034DE08C523" ma:contentTypeVersion="7" ma:contentTypeDescription="Create a new document." ma:contentTypeScope="" ma:versionID="2f146705a619509e53fdea7820dfa6b4">
  <xsd:schema xmlns:xsd="http://www.w3.org/2001/XMLSchema" xmlns:xs="http://www.w3.org/2001/XMLSchema" xmlns:p="http://schemas.microsoft.com/office/2006/metadata/properties" xmlns:ns2="97039dda-64f8-41f1-b3d6-f92ff14c1096" targetNamespace="http://schemas.microsoft.com/office/2006/metadata/properties" ma:root="true" ma:fieldsID="2a79d2ce18ff50e49312cd391f8a06b9" ns2:_="">
    <xsd:import namespace="97039dda-64f8-41f1-b3d6-f92ff14c109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7039dda-64f8-41f1-b3d6-f92ff14c109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CB991C50-ADEF-4BCB-8283-B5CC6958DFE8}"/>
</file>

<file path=customXml/itemProps2.xml><?xml version="1.0" encoding="utf-8"?>
<ds:datastoreItem xmlns:ds="http://schemas.openxmlformats.org/officeDocument/2006/customXml" ds:itemID="{76826850-E3C5-41A4-90AA-A3D462BD2382}"/>
</file>

<file path=customXml/itemProps3.xml><?xml version="1.0" encoding="utf-8"?>
<ds:datastoreItem xmlns:ds="http://schemas.openxmlformats.org/officeDocument/2006/customXml" ds:itemID="{17FBA237-9FD2-47CF-8723-8E8FB1A9B357}"/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Широкоэкранный</PresentationFormat>
  <Paragraphs>0</Paragraphs>
  <Slides>55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55</vt:i4>
      </vt:variant>
    </vt:vector>
  </HeadingPairs>
  <TitlesOfParts>
    <vt:vector size="56" baseType="lpstr">
      <vt:lpstr>Тема Office</vt:lpstr>
      <vt:lpstr>Lecture 11. Elliptic Curve Cryptography</vt:lpstr>
      <vt:lpstr>Agenda</vt:lpstr>
      <vt:lpstr>1. Introduction to Elliptic Curves</vt:lpstr>
      <vt:lpstr>1. Introduction to Elliptic Curves</vt:lpstr>
      <vt:lpstr>1.1 Why Elliptic Curves?</vt:lpstr>
      <vt:lpstr>Example 1.1: Key Size Comparison</vt:lpstr>
      <vt:lpstr>1.2 ECC Advantages</vt:lpstr>
      <vt:lpstr>1.3 Elliptic Curve Definition</vt:lpstr>
      <vt:lpstr>Example 1.2: Elliptic Curve Visualization</vt:lpstr>
      <vt:lpstr>Презентация PowerPoint</vt:lpstr>
      <vt:lpstr>2. Elliptic Curve Mathematics</vt:lpstr>
      <vt:lpstr>2. Elliptic Curve Mathematics</vt:lpstr>
      <vt:lpstr>2.1 Point Addition: Geometric Interpretation</vt:lpstr>
      <vt:lpstr>2.2 Group Properties</vt:lpstr>
      <vt:lpstr>2.3 Point Addition Formulas</vt:lpstr>
      <vt:lpstr>2.3 Point Addition Formulas</vt:lpstr>
      <vt:lpstr>Example 2.1: Point Addition on Real Curve</vt:lpstr>
      <vt:lpstr>2.4 Scalar Multiplication</vt:lpstr>
      <vt:lpstr>Example 2.2: Scalar Multiplication</vt:lpstr>
      <vt:lpstr>Презентация PowerPoint</vt:lpstr>
      <vt:lpstr>3. Elliptic Curves over Finite Fields</vt:lpstr>
      <vt:lpstr>3. Elliptic Curves over Finite Fields</vt:lpstr>
      <vt:lpstr>3.1 Definition</vt:lpstr>
      <vt:lpstr>Example 3.1: Finding Points on Finite Curve</vt:lpstr>
      <vt:lpstr>3.2 Point Addition over Finite Fields</vt:lpstr>
      <vt:lpstr>Example 3.2: Point Addition over 𝔽₂₃</vt:lpstr>
      <vt:lpstr>3.3 Group Order and Hasse's Theorem</vt:lpstr>
      <vt:lpstr>3.4 The ECDLP (Elliptic Curve Discrete Logarithm Problem)</vt:lpstr>
      <vt:lpstr>3. Elliptic Curves over Finite Fields</vt:lpstr>
      <vt:lpstr>4. ECDH: Elliptic Curve Diffie-Hellman</vt:lpstr>
      <vt:lpstr>4. ECDH: Elliptic Curve Diffie-Hellman</vt:lpstr>
      <vt:lpstr>4.1 ECDH Protocol</vt:lpstr>
      <vt:lpstr>Protocol Execution:</vt:lpstr>
      <vt:lpstr>Example 4.1: Small ECDH Exchange</vt:lpstr>
      <vt:lpstr>4.2 X25519: Modern ECDH</vt:lpstr>
      <vt:lpstr>Презентация PowerPoint</vt:lpstr>
      <vt:lpstr>5. ECDSA: Elliptic Curve Digital Signatures</vt:lpstr>
      <vt:lpstr>5. ECDSA: Elliptic Curve Digital Signatures</vt:lpstr>
      <vt:lpstr>5.1 ECDSA Algorithm</vt:lpstr>
      <vt:lpstr>5.2 Critical Security Requirement</vt:lpstr>
      <vt:lpstr>Example 5.1: Nonce Reuse Attack</vt:lpstr>
      <vt:lpstr>Example 5.2: Sony PlayStation 3 Hack (2010)</vt:lpstr>
      <vt:lpstr>5.3 EdDSA: Modern Alternative</vt:lpstr>
      <vt:lpstr>5.4 Ed25519: EdDSA with Curve25519</vt:lpstr>
      <vt:lpstr>Презентация PowerPoint</vt:lpstr>
      <vt:lpstr>6. Modern Curves and Standards</vt:lpstr>
      <vt:lpstr>6.1 NIST Standard Curves</vt:lpstr>
      <vt:lpstr>6.2 Modern Safe Curves</vt:lpstr>
      <vt:lpstr>6.3 Performance Comparison</vt:lpstr>
      <vt:lpstr>6.4 Curve Selection Guide</vt:lpstr>
      <vt:lpstr>6.5 Implementation Pitfalls</vt:lpstr>
      <vt:lpstr>Презентация PowerPoint</vt:lpstr>
      <vt:lpstr>Conclusion</vt:lpstr>
      <vt:lpstr>Looking Forward</vt:lpstr>
      <vt:lpstr>7.2 Preparation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367</cp:revision>
  <dcterms:created xsi:type="dcterms:W3CDTF">2026-03-29T14:47:49Z</dcterms:created>
  <dcterms:modified xsi:type="dcterms:W3CDTF">2026-03-30T07:42:38Z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0x0101009A8D18DF04E7B24DB531D034DE08C523</vt:lpwstr>
  </property>
</Properties>
</file>